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355" r:id="rId3"/>
    <p:sldId id="356" r:id="rId4"/>
    <p:sldId id="357" r:id="rId5"/>
    <p:sldId id="358" r:id="rId6"/>
    <p:sldId id="359" r:id="rId7"/>
    <p:sldId id="360" r:id="rId8"/>
    <p:sldId id="361" r:id="rId9"/>
    <p:sldId id="362" r:id="rId10"/>
    <p:sldId id="363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-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A3595-D280-4A0D-9988-9EA49C95F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B8FDA1-E5E8-4253-A4E6-0CD47644B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C9DB56-586C-420E-8B3C-8299B0FA1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A26E90-36A4-4FFE-BE07-09368510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BC845E-B887-4785-B4B4-F47903808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90163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E3CF4-463E-4F69-98D8-A9F0BE27A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DC534E-5ED9-40C7-9193-57C3CD783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606266-5C91-4E89-92CE-2FD0F64B9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DB2669-C6C1-49D3-9E58-BCEC8D78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526089-E024-4D26-9000-4D7302FF0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57512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0A6124-18EA-4484-AFE5-EF2B5D092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AD55FE-D99E-40EE-992D-01423FA3F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5C2933-EDEB-48E1-AE21-771A6BB69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5CBF05-A98A-4E2E-A714-777CF680A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16B26B-6491-42E1-B407-FA004A96A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3646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1F306-A33F-48FE-B6E3-4F8B97523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EC1991-E2DC-47AF-BB3A-98B3A32C5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3E1C43-72B6-4053-943A-DE335E3FA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843855-5B48-458F-872B-7FF5CE904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4C4F48D-9FDE-478A-BA7E-7683C7714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04B02E-9B99-4499-ADEE-37FD162F0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9416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4E75C-32C8-44D2-8AA1-28E686FEC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CCB050-8F3C-450C-AA60-E7E5E9476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6C04BB-F0F9-47B0-B8E3-B12037CD2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8AB6CD0-740F-4F2D-9449-52DEFBF893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1A32471-9780-4185-9B52-5816C8CC8B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874B27E-72C3-4F50-80FB-13380997F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A206646-B103-49C1-AF5E-7D146DA50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E9C49CC-758F-4047-9EAC-C667DB3EB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09616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B3A24-ECA4-4ABF-ABAD-B42AE4450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A205861-5FCD-4857-8683-58CD0DBC6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B5D106C-7E02-48B6-B668-1420A5522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2E5B02-143E-4B39-8C2D-716CA1291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4473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B37B887-6376-490C-BD85-8779F4AB7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52D4586-D47A-4F07-90AA-8D9152348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4CD051-DC3B-4B7A-AD5C-8079D9BB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8527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DA9C2-2DEA-450A-96D1-41D5441AC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F92D33-7041-4F0A-A003-C777CB395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66FB79-8F8C-4A59-ABED-B4119790C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F460DE-58E7-4093-A5DC-E84A74A65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27A1B3-2C3D-4ED3-A7B4-D3E7653AD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2CBFCB-D336-4672-B19C-AF6DEF1E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98622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7BD7C-6659-4553-8BFB-2B62EC53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3503AC9-7241-4CB5-873D-322D64AC12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6FF7BF-6BDC-4B7D-8D39-8194433C3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419A63-FD20-4014-9265-31370AB5E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B9065C-D0F1-4356-B9FE-C93FFBE50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24BBBE-C538-4E03-8CE4-D8B0A3D2B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91468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278FA-6331-4F43-AE90-AF77D8708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195476-6356-4730-8B64-F38FBD821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B047FB-C57E-42E4-8DDA-D8B64434A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9D9CEF-B8BC-48AF-A2B1-8A135B5A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2E9424-27F0-4D42-B476-F0BB4C50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25183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7C505B-FBCB-4DC6-BD42-6DDB419441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44A7345-5C43-41EB-BBFF-2E0EFC6E2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C3B38D-1118-496B-A0BC-DE33AD895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FECF1D-60DD-48C5-8DDF-179542566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AAB894-D435-480D-898A-AB8F03AE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383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C19CA5C-03D3-46B5-A860-59835DD5E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3497B5-7F32-4244-9297-36F11F28A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719609-C167-43E3-BCBA-95E5634D1C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0442E-1929-4ECC-8560-C19CCE76AC21}" type="datetimeFigureOut">
              <a:rPr lang="es-ES" smtClean="0"/>
              <a:t>14/08/2020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A4E284-E64C-4476-A0B6-68F07F59BA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5B1383-4B51-4011-B462-FFC05FA93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4F132-90F9-44EE-BAD5-FDDE11EB111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770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torage.googleapis.com/kubernetes-release/release/v1.16.0/bin/windows/amd64/kubectl.exe" TargetMode="External"/><Relationship Id="rId2" Type="http://schemas.openxmlformats.org/officeDocument/2006/relationships/hyperlink" Target="https://kubernetes.io/docs/tasks/tools/install-kubectl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ubernetes/minikube/releases/download/v1.5.2/minikube-linux-amd64" TargetMode="External"/><Relationship Id="rId2" Type="http://schemas.openxmlformats.org/officeDocument/2006/relationships/hyperlink" Target="https://github.com/kubernetes/minikube/releases/latest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65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Instalación de Minikube 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BE938D-821E-4550-A784-5ECEDDF3CDE8}"/>
              </a:ext>
            </a:extLst>
          </p:cNvPr>
          <p:cNvSpPr txBox="1"/>
          <p:nvPr/>
        </p:nvSpPr>
        <p:spPr>
          <a:xfrm>
            <a:off x="376438" y="1276571"/>
            <a:ext cx="1143912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Antes de empezar ha instalar minikube es necesario.</a:t>
            </a:r>
          </a:p>
          <a:p>
            <a:endParaRPr lang="es-ES" dirty="0"/>
          </a:p>
          <a:p>
            <a:r>
              <a:rPr lang="es-ES" dirty="0"/>
              <a:t>Instala kubectl siguiendo las instrucciones disponibles en </a:t>
            </a:r>
            <a:r>
              <a:rPr lang="es-ES" dirty="0">
                <a:hlinkClick r:id="rId2"/>
              </a:rPr>
              <a:t>Instalar y Configurar kubectl</a:t>
            </a:r>
            <a:r>
              <a:rPr lang="es-ES" dirty="0"/>
              <a:t>.</a:t>
            </a:r>
          </a:p>
          <a:p>
            <a:endParaRPr lang="es-ES" dirty="0"/>
          </a:p>
          <a:p>
            <a:pPr marL="342900" indent="-342900">
              <a:buAutoNum type="arabicPeriod"/>
            </a:pPr>
            <a:r>
              <a:rPr lang="en-US" dirty="0"/>
              <a:t>Descargar la ultima version v1.16.0 de </a:t>
            </a:r>
            <a:r>
              <a:rPr lang="en-US" dirty="0">
                <a:hlinkClick r:id="rId3"/>
              </a:rPr>
              <a:t>este link</a:t>
            </a:r>
            <a:r>
              <a:rPr lang="en-US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dirty="0"/>
              <a:t>O si tienes curl instalado, usar el siguiente commando: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n-US" dirty="0"/>
              <a:t>2. Añadir el binario al PATH.</a:t>
            </a:r>
          </a:p>
          <a:p>
            <a:endParaRPr lang="en-US" dirty="0"/>
          </a:p>
          <a:p>
            <a:r>
              <a:rPr lang="en-US" dirty="0"/>
              <a:t>3. </a:t>
            </a:r>
            <a:r>
              <a:rPr lang="es-ES" dirty="0"/>
              <a:t>Prueba para asegurar que la versión de kubectl es la misma que la descargada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s-ES" dirty="0"/>
          </a:p>
          <a:p>
            <a:br>
              <a:rPr lang="es-ES" dirty="0"/>
            </a:b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E776588-459B-4728-B4FC-0BCB71485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38" y="3133725"/>
            <a:ext cx="10515600" cy="5905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929397C-47F5-47CC-A800-CDC7B81D92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438" y="5143182"/>
            <a:ext cx="7715250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728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65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Instalación de Minikube 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BE938D-821E-4550-A784-5ECEDDF3CDE8}"/>
              </a:ext>
            </a:extLst>
          </p:cNvPr>
          <p:cNvSpPr txBox="1"/>
          <p:nvPr/>
        </p:nvSpPr>
        <p:spPr>
          <a:xfrm>
            <a:off x="376438" y="1276571"/>
            <a:ext cx="114391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Instalar Minikube</a:t>
            </a:r>
          </a:p>
          <a:p>
            <a:endParaRPr lang="es-ES" dirty="0"/>
          </a:p>
          <a:p>
            <a:r>
              <a:rPr lang="es-ES" dirty="0"/>
              <a:t>Instalación manual en Windows</a:t>
            </a:r>
          </a:p>
          <a:p>
            <a:r>
              <a:rPr lang="es-ES" dirty="0"/>
              <a:t>Para instalar Minikube manualmente en Windows, descarga </a:t>
            </a:r>
            <a:r>
              <a:rPr lang="es-ES" dirty="0">
                <a:hlinkClick r:id="rId2"/>
              </a:rPr>
              <a:t>minikube-windows-amd64</a:t>
            </a:r>
            <a:r>
              <a:rPr lang="es-ES" dirty="0"/>
              <a:t>, renómbralo a minikube.exe, y añádelo a tu PATH.</a:t>
            </a:r>
          </a:p>
          <a:p>
            <a:endParaRPr lang="es-ES" dirty="0"/>
          </a:p>
          <a:p>
            <a:r>
              <a:rPr lang="es-ES" dirty="0"/>
              <a:t>Instalador de Windows</a:t>
            </a:r>
          </a:p>
          <a:p>
            <a:r>
              <a:rPr lang="es-ES" dirty="0"/>
              <a:t>Para instalar Minikube manualmente en Windows usando Windows Installer, descarga </a:t>
            </a:r>
            <a:r>
              <a:rPr lang="es-ES" dirty="0">
                <a:hlinkClick r:id="rId3"/>
              </a:rPr>
              <a:t>minikube-installer.exe</a:t>
            </a:r>
            <a:r>
              <a:rPr lang="es-ES" dirty="0"/>
              <a:t> y ejecuta el instalador</a:t>
            </a:r>
          </a:p>
        </p:txBody>
      </p:sp>
    </p:spTree>
    <p:extLst>
      <p:ext uri="{BB962C8B-B14F-4D97-AF65-F5344CB8AC3E}">
        <p14:creationId xmlns:p14="http://schemas.microsoft.com/office/powerpoint/2010/main" val="526881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65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Instalación de Minikube 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BE938D-821E-4550-A784-5ECEDDF3CDE8}"/>
              </a:ext>
            </a:extLst>
          </p:cNvPr>
          <p:cNvSpPr txBox="1"/>
          <p:nvPr/>
        </p:nvSpPr>
        <p:spPr>
          <a:xfrm>
            <a:off x="376438" y="1276571"/>
            <a:ext cx="114391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Instalar Minikube</a:t>
            </a:r>
          </a:p>
          <a:p>
            <a:endParaRPr lang="es-ES" dirty="0"/>
          </a:p>
          <a:p>
            <a:r>
              <a:rPr lang="es-ES" dirty="0"/>
              <a:t>Limpiar todo para comenzar de cero</a:t>
            </a:r>
          </a:p>
          <a:p>
            <a:r>
              <a:rPr lang="es-ES" dirty="0"/>
              <a:t>Si habías instalado previamente minikube, y ejecutas: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Y dicho comando devuelve un error: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Necesitas eliminar permanentemente los siguientes archivos de configuración:</a:t>
            </a:r>
          </a:p>
          <a:p>
            <a:endParaRPr lang="es-ES" dirty="0"/>
          </a:p>
          <a:p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6100BCA-6587-4CD8-944E-7675FA4E3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38" y="2610837"/>
            <a:ext cx="6429375" cy="42862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DEE8FCB-A1B6-4155-A4DC-A0077F0A7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38" y="3623956"/>
            <a:ext cx="6429374" cy="5524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9CAA322-04D2-4BF4-A200-66E760991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210" y="4745660"/>
            <a:ext cx="6420602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528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65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Instalación de Minikube 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BE938D-821E-4550-A784-5ECEDDF3CDE8}"/>
              </a:ext>
            </a:extLst>
          </p:cNvPr>
          <p:cNvSpPr txBox="1"/>
          <p:nvPr/>
        </p:nvSpPr>
        <p:spPr>
          <a:xfrm>
            <a:off x="376438" y="1276571"/>
            <a:ext cx="1143912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Esta breve demostración le guía sobre cómo iniciar, usar y eliminar Minikube localmente.</a:t>
            </a:r>
          </a:p>
          <a:p>
            <a:endParaRPr lang="es-ES" dirty="0"/>
          </a:p>
          <a:p>
            <a:r>
              <a:rPr lang="es-ES" dirty="0"/>
              <a:t>Siga los pasos que se indican a continuación para comenzar y explorar Minikube.</a:t>
            </a:r>
          </a:p>
          <a:p>
            <a:r>
              <a:rPr lang="es-ES" dirty="0"/>
              <a:t>Inicie Minikube y cree un clúster: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minikube start --vm-driver=virtualbox</a:t>
            </a:r>
          </a:p>
          <a:p>
            <a:endParaRPr lang="es-ES" dirty="0"/>
          </a:p>
          <a:p>
            <a:r>
              <a:rPr lang="es-ES" dirty="0"/>
              <a:t>La salida es similar a esto:</a:t>
            </a:r>
          </a:p>
          <a:p>
            <a:endParaRPr lang="es-ES" dirty="0"/>
          </a:p>
          <a:p>
            <a:endParaRPr lang="es-E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B93049B-5B35-4109-9426-973A8B77A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38" y="2539047"/>
            <a:ext cx="4619625" cy="58102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5CE236A-AE3D-4D74-BD63-914C304A7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38" y="4203891"/>
            <a:ext cx="583882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590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65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Instalación de Minikube 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BE938D-821E-4550-A784-5ECEDDF3CDE8}"/>
              </a:ext>
            </a:extLst>
          </p:cNvPr>
          <p:cNvSpPr txBox="1"/>
          <p:nvPr/>
        </p:nvSpPr>
        <p:spPr>
          <a:xfrm>
            <a:off x="376438" y="1276571"/>
            <a:ext cx="1143912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Vamos a crear una implementación de Kubernetes utilizando una imagen existente denominada echoserver, que es un servidor HTTP simple y exponerlo en el puerto 8080 mediante --port</a:t>
            </a:r>
          </a:p>
          <a:p>
            <a:endParaRPr lang="es-ES" dirty="0"/>
          </a:p>
          <a:p>
            <a:endParaRPr lang="es-ES" dirty="0"/>
          </a:p>
          <a:p>
            <a:endParaRPr lang="en-US" dirty="0"/>
          </a:p>
          <a:p>
            <a:endParaRPr lang="es-ES" dirty="0"/>
          </a:p>
          <a:p>
            <a:r>
              <a:rPr lang="es-ES" dirty="0"/>
              <a:t>La salida es similar a esto:</a:t>
            </a:r>
          </a:p>
          <a:p>
            <a:endParaRPr lang="en-US" dirty="0"/>
          </a:p>
          <a:p>
            <a:br>
              <a:rPr lang="en-US" dirty="0"/>
            </a:br>
            <a:endParaRPr lang="en-US" dirty="0"/>
          </a:p>
          <a:p>
            <a:endParaRPr lang="es-ES" dirty="0"/>
          </a:p>
          <a:p>
            <a:r>
              <a:rPr lang="es-ES" dirty="0"/>
              <a:t>Para acceder a la implementación de hello-minikube, expóngala como un servicio: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La opción --type-NodePort especifica el tipo del servicio. </a:t>
            </a:r>
          </a:p>
          <a:p>
            <a:endParaRPr lang="es-E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D16C99-6D7D-4557-871A-7835EEC9A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38" y="1991202"/>
            <a:ext cx="8477250" cy="63817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827512F-F37D-474C-B536-CB10A9A93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38" y="3284621"/>
            <a:ext cx="5162550" cy="6477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DD9E083-9866-46EB-A0BB-4258776F6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38" y="4640670"/>
            <a:ext cx="7543800" cy="6477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97D6442-84E1-4E9D-8A7B-2C5A1A458A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438" y="5793826"/>
            <a:ext cx="52292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344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65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Instalación de Minikube 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BE938D-821E-4550-A784-5ECEDDF3CDE8}"/>
              </a:ext>
            </a:extLst>
          </p:cNvPr>
          <p:cNvSpPr txBox="1"/>
          <p:nvPr/>
        </p:nvSpPr>
        <p:spPr>
          <a:xfrm>
            <a:off x="376438" y="1276571"/>
            <a:ext cx="1143912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hello-minikube Pod se ha iniciado, pero tienes que esperar hasta que el Pod esté listo antes de acceder a él a través del Servicio expuesto.</a:t>
            </a:r>
          </a:p>
          <a:p>
            <a:endParaRPr lang="es-ES" dirty="0"/>
          </a:p>
          <a:p>
            <a:r>
              <a:rPr lang="es-ES" dirty="0"/>
              <a:t> Compruebe si el Pod está en funcionamiento:</a:t>
            </a:r>
          </a:p>
          <a:p>
            <a:endParaRPr lang="es-ES" dirty="0"/>
          </a:p>
          <a:p>
            <a:endParaRPr lang="es-ES" dirty="0"/>
          </a:p>
          <a:p>
            <a:endParaRPr lang="en-US" dirty="0"/>
          </a:p>
          <a:p>
            <a:r>
              <a:rPr lang="es-ES" dirty="0"/>
              <a:t>Si la salida muestra status como ContainerCreating, el pod todavía se está creando:</a:t>
            </a:r>
          </a:p>
          <a:p>
            <a:endParaRPr lang="es-ES" dirty="0"/>
          </a:p>
          <a:p>
            <a:endParaRPr lang="es-E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s-ES" dirty="0"/>
              <a:t>Si la salida muestra el status como </a:t>
            </a:r>
            <a:r>
              <a:rPr lang="en-US" dirty="0"/>
              <a:t>Running</a:t>
            </a:r>
            <a:r>
              <a:rPr lang="es-ES" dirty="0"/>
              <a:t>, el Pod está ahora en funcionamiento: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9674E2E-D0F9-4EC7-BECD-1AA0D5E5D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38" y="2529522"/>
            <a:ext cx="5686425" cy="6000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7DFBC10-FC81-46B0-B9D0-227215BCC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38" y="3593465"/>
            <a:ext cx="8686800" cy="97155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651861C-4127-444D-9C4C-35E54594D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38" y="5255598"/>
            <a:ext cx="7286625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977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65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Instalación de Minikube 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BE938D-821E-4550-A784-5ECEDDF3CDE8}"/>
              </a:ext>
            </a:extLst>
          </p:cNvPr>
          <p:cNvSpPr txBox="1"/>
          <p:nvPr/>
        </p:nvSpPr>
        <p:spPr>
          <a:xfrm>
            <a:off x="376438" y="1276571"/>
            <a:ext cx="114391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Obtengamos la dirección URL del servicio expuesto para ver los detalles del servicio:</a:t>
            </a:r>
          </a:p>
          <a:p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F257376-94CE-454A-98AB-08C0117B0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38" y="1754845"/>
            <a:ext cx="6176762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711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65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Instalación de Minikube 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BE938D-821E-4550-A784-5ECEDDF3CDE8}"/>
              </a:ext>
            </a:extLst>
          </p:cNvPr>
          <p:cNvSpPr txBox="1"/>
          <p:nvPr/>
        </p:nvSpPr>
        <p:spPr>
          <a:xfrm>
            <a:off x="376438" y="1276571"/>
            <a:ext cx="11439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Para ver los detalles del clúster local, copie y pegue la dirección URL que obtuvo como salida en el explorador.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E27A428-23D8-40C3-A9E4-B8ABD29BF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944" y="1645903"/>
            <a:ext cx="3418112" cy="51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562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65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Instalación de Minikube 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BE938D-821E-4550-A784-5ECEDDF3CDE8}"/>
              </a:ext>
            </a:extLst>
          </p:cNvPr>
          <p:cNvSpPr txBox="1"/>
          <p:nvPr/>
        </p:nvSpPr>
        <p:spPr>
          <a:xfrm>
            <a:off x="376438" y="1276571"/>
            <a:ext cx="1143912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Si ya no desea que se ejecute el servicio y el clúster, puede eliminarlos.</a:t>
            </a:r>
          </a:p>
          <a:p>
            <a:endParaRPr lang="en-US" dirty="0"/>
          </a:p>
          <a:p>
            <a:r>
              <a:rPr lang="es-ES" dirty="0"/>
              <a:t>Elimine el servicio hello-minikube:</a:t>
            </a:r>
          </a:p>
          <a:p>
            <a:br>
              <a:rPr lang="en-US" dirty="0"/>
            </a:br>
            <a:endParaRPr lang="es-ES" dirty="0"/>
          </a:p>
          <a:p>
            <a:endParaRPr lang="es-ES" dirty="0"/>
          </a:p>
          <a:p>
            <a:r>
              <a:rPr lang="es-ES" dirty="0"/>
              <a:t>La salida es similar a esto:</a:t>
            </a:r>
          </a:p>
          <a:p>
            <a:endParaRPr lang="es-ES" dirty="0"/>
          </a:p>
          <a:p>
            <a:br>
              <a:rPr lang="en-US" dirty="0"/>
            </a:br>
            <a:endParaRPr lang="es-ES" dirty="0"/>
          </a:p>
          <a:p>
            <a:r>
              <a:rPr lang="es-ES" dirty="0"/>
              <a:t>Parar el clúster local de Minikube: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s-ES" dirty="0"/>
              <a:t>La salida es similar a esto: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C4044D-02F3-4A62-B1DA-AABFAE838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38" y="2207895"/>
            <a:ext cx="5353050" cy="5524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A5B9354-FB9B-4184-9FC1-BC83D0FFD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38" y="3257550"/>
            <a:ext cx="5353050" cy="6477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B24F20E-ECC9-4EBC-BC88-81A55CF1D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38" y="4514774"/>
            <a:ext cx="5353050" cy="5334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AF35324-AD1C-4F4F-9F2B-888C384344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438" y="5489151"/>
            <a:ext cx="535305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90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E134785-E973-4513-820D-57B6EBC18A43}"/>
              </a:ext>
            </a:extLst>
          </p:cNvPr>
          <p:cNvSpPr/>
          <p:nvPr/>
        </p:nvSpPr>
        <p:spPr>
          <a:xfrm>
            <a:off x="858416" y="621327"/>
            <a:ext cx="10496939" cy="655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lnSpc>
                <a:spcPct val="107000"/>
              </a:lnSpc>
              <a:spcAft>
                <a:spcPts val="0"/>
              </a:spcAft>
            </a:pPr>
            <a:r>
              <a:rPr lang="es-ES" sz="3600" kern="1800" dirty="0">
                <a:solidFill>
                  <a:srgbClr val="4D4D4D"/>
                </a:solidFill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Instalación de Minikube 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BE938D-821E-4550-A784-5ECEDDF3CDE8}"/>
              </a:ext>
            </a:extLst>
          </p:cNvPr>
          <p:cNvSpPr txBox="1"/>
          <p:nvPr/>
        </p:nvSpPr>
        <p:spPr>
          <a:xfrm>
            <a:off x="376438" y="1276571"/>
            <a:ext cx="1143912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Eliminar el clúster de Minikube local: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La salida es similar a esto:</a:t>
            </a:r>
          </a:p>
          <a:p>
            <a:endParaRPr lang="en-US" dirty="0"/>
          </a:p>
          <a:p>
            <a:endParaRPr lang="es-ES" dirty="0"/>
          </a:p>
          <a:p>
            <a:endParaRPr lang="es-E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6F44060-5F56-4C03-8A5C-E3B2BF980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38" y="1646065"/>
            <a:ext cx="4972050" cy="5715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ABF8357-6887-4744-B211-381BDDE55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38" y="2872809"/>
            <a:ext cx="49720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7947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1179</TotalTime>
  <Words>450</Words>
  <Application>Microsoft Office PowerPoint</Application>
  <PresentationFormat>Panorámica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Helvetica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Josemanuel Fernandez (UST, ESP)</dc:creator>
  <cp:lastModifiedBy>Jose Manuel Fernandez Caballero(UST,ES)</cp:lastModifiedBy>
  <cp:revision>91</cp:revision>
  <dcterms:created xsi:type="dcterms:W3CDTF">2019-06-24T18:25:13Z</dcterms:created>
  <dcterms:modified xsi:type="dcterms:W3CDTF">2020-08-14T10:18:19Z</dcterms:modified>
</cp:coreProperties>
</file>
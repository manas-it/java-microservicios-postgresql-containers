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B074A-C564-4687-94B1-715EFFEF2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A738B1-820C-4AE7-BEC8-5469D442E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CCE6D-F182-4E01-8EBE-BC398CEB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44CCF-92E1-43AD-A2B9-8407C267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790835-D8C2-4A9D-BC31-254339B1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643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4E5D-FD28-4C47-8877-13451E62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9A473-1AEF-4DED-AB48-0CAA812B6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5A8C9-293E-4198-8B5A-5730077A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4464BE-00B5-47F6-92DC-C558131E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2BEC2-AC01-41C4-AC78-2021E42E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939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AE389-78AE-44EB-B7A1-BD744C91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F6CEA-32C7-4E23-AF5E-26CE4296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6605D7-4BF5-4FF7-8C31-46992B04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9DD5F-63EB-447B-954C-434D5005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3E323-3760-4E4B-949C-BE2B181E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612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E058B-F0EA-40A4-B1D4-006FD497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292BC-448B-4B98-8F7E-C8B096C3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871E9F-C000-4FB4-A414-3B7BA5D82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634D53-7FCB-49DA-A022-BEE3963E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C1F9BA-A9CA-4405-A349-F2060385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E144A-4D44-4B51-B0ED-6AC8C56F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40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5918D-E6CF-4287-9422-ED0FA627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1F7F1-F9FF-4CE9-9F49-DFEB3F08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694CC8-2111-4174-80B6-097E5EBC3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59956E-3C21-4A52-B236-BCA5B6FE8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9867AF8-8B69-401E-B586-C6B7BDA36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AFB478-BA51-4360-B5C4-DC7E960D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E306AA0-98A6-4F91-8530-E99CAB26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C42ED1-E123-490C-BCB2-CEB5CE28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275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3A5AA-0585-42BE-8AFF-B6A79C3C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6CBECB-21AB-4471-9079-0DB9128F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843A4-A812-45BD-ACF7-A9FB4EBB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29BF0A-5809-46F7-B5EF-A6BECAC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571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3C1687-21B2-4AA7-B0C5-11BA936D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D68708-13DB-476F-BB6B-41C514B5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BC13C4-9DF8-4401-B8A4-AC4BBA42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517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5C677-1BEC-4005-A5DC-CA46866D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AABB8A-EA21-47A0-B095-89D5EC1EB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911896-A4ED-46AA-8B73-C1C99E3AC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0B1A04-9E3E-47E3-948E-53593527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4CF755-F2A8-4FFD-A396-F20D81D9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0296A9-B562-46A9-9E17-6996E864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45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00260-32CE-4E70-B559-BFB6D64A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D68165-6A50-4115-9587-EF23FF761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3875DA-6EE1-42FE-94C3-6A0986531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60DBC5-5F5B-4C7F-A9E0-03252FBE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B9955-A31A-48A6-BCC5-CD9BFC54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98A0A-0E08-492F-BB0F-CFE19AFD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950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9ED0B-3C92-41B5-B695-C24E1307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28DD53-8B6B-47A3-917F-3208245F1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4AEDB8-F55B-46E4-8445-E2FBB3E6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FD4CD1-68B4-4197-AA79-A9E58C01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CA460D-B2C0-43D5-AD17-11367140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718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944796-1D90-4B29-9F4D-CC001C0ED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E27B2F-8D11-4B64-BB27-A98D61561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B3B24-9220-4247-A431-3B7EC7F0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32C7FA-4145-4323-9BBA-02843796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07D23C-EAE0-43EF-BF7F-8AAB7197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81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C78ECF-B919-4B0C-91E6-1A8F1AE3B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ABDC2-4529-43EF-A78A-6FA1536D3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66CA4-F349-4B2C-BC98-D2C3C1A5D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A3378-CA9E-4BF0-A511-AECA46774601}" type="datetimeFigureOut">
              <a:rPr lang="es-ES" smtClean="0"/>
              <a:t>22/06/2019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1DBFC3-8939-4F58-A2FB-8A7DF4EE5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256D4F-6CB5-4ED8-9117-6B538641B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040AE-3CBF-454F-B396-CEBA934857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0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017311-844A-4FE8-B618-1F28D4DC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4" y="643466"/>
            <a:ext cx="898559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3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AAFE7CB-B29A-4042-B6D5-C435FEF2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69" y="643466"/>
            <a:ext cx="1056126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5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32F2C7F-ADE4-47C6-947A-D5FA437EA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6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487ECC-01BD-4B7F-9917-EE247C6BF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2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captura de pantalla&#10;&#10;Descripción generada automáticamente">
            <a:extLst>
              <a:ext uri="{FF2B5EF4-FFF2-40B4-BE49-F238E27FC236}">
                <a16:creationId xmlns:a16="http://schemas.microsoft.com/office/drawing/2014/main" id="{F6A237EF-B9D7-4CB1-80C7-35FDB3933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5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-images-1.medium.com/max/1000/1*wzt-mF3yXbhQZru2Tq61Zw.jpeg">
            <a:extLst>
              <a:ext uri="{FF2B5EF4-FFF2-40B4-BE49-F238E27FC236}">
                <a16:creationId xmlns:a16="http://schemas.microsoft.com/office/drawing/2014/main" id="{6E166CB6-D05B-4A91-B098-EADB6291C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633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Josemanuel Fernandez (UST, ESP)</dc:creator>
  <cp:lastModifiedBy>Josemanuel Fernandez (UST, ESP)</cp:lastModifiedBy>
  <cp:revision>1</cp:revision>
  <dcterms:created xsi:type="dcterms:W3CDTF">2019-06-22T19:59:28Z</dcterms:created>
  <dcterms:modified xsi:type="dcterms:W3CDTF">2019-06-22T19:59:45Z</dcterms:modified>
</cp:coreProperties>
</file>
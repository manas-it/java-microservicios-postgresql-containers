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0083800" cy="7556500"/>
  <p:notesSz cx="10083800" cy="75565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458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0276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6285" y="2342515"/>
            <a:ext cx="8571230" cy="15868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12570" y="4231640"/>
            <a:ext cx="7058659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1B1B1B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4190" y="1737995"/>
            <a:ext cx="4386453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93156" y="1737995"/>
            <a:ext cx="4386453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73050"/>
            <a:ext cx="9720580" cy="1080770"/>
          </a:xfrm>
          <a:custGeom>
            <a:avLst/>
            <a:gdLst/>
            <a:ahLst/>
            <a:cxnLst/>
            <a:rect l="l" t="t" r="r" b="b"/>
            <a:pathLst>
              <a:path w="9720580" h="1080770">
                <a:moveTo>
                  <a:pt x="9720580" y="0"/>
                </a:moveTo>
                <a:lnTo>
                  <a:pt x="0" y="0"/>
                </a:lnTo>
                <a:lnTo>
                  <a:pt x="0" y="1080770"/>
                </a:lnTo>
                <a:lnTo>
                  <a:pt x="9720580" y="1080770"/>
                </a:lnTo>
                <a:lnTo>
                  <a:pt x="9720580" y="0"/>
                </a:lnTo>
                <a:close/>
              </a:path>
            </a:pathLst>
          </a:custGeom>
          <a:solidFill>
            <a:srgbClr val="3366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1450" y="644774"/>
            <a:ext cx="9740900" cy="533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36880" y="1876509"/>
            <a:ext cx="9210039" cy="47809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1B1B1B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28492" y="7027545"/>
            <a:ext cx="3226815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4190" y="7027545"/>
            <a:ext cx="2319274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60336" y="7027545"/>
            <a:ext cx="2319274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terprisedb.com/downloads/postgres-postgresql-downloads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stgresql.org/ftp/source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stgresql.org/docs/9.6/static/install-procedure.html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65960" y="2788369"/>
            <a:ext cx="6136005" cy="584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spc="65" dirty="0">
                <a:latin typeface="Century Gothic"/>
                <a:cs typeface="Century Gothic"/>
              </a:rPr>
              <a:t>I</a:t>
            </a:r>
            <a:r>
              <a:rPr sz="4400" spc="-395" dirty="0">
                <a:latin typeface="Century Gothic"/>
                <a:cs typeface="Century Gothic"/>
              </a:rPr>
              <a:t>n</a:t>
            </a:r>
            <a:r>
              <a:rPr sz="4400" spc="-30" dirty="0">
                <a:latin typeface="Century Gothic"/>
                <a:cs typeface="Century Gothic"/>
              </a:rPr>
              <a:t>s</a:t>
            </a:r>
            <a:r>
              <a:rPr sz="4400" spc="-350" dirty="0">
                <a:latin typeface="Century Gothic"/>
                <a:cs typeface="Century Gothic"/>
              </a:rPr>
              <a:t>t</a:t>
            </a:r>
            <a:r>
              <a:rPr sz="4400" spc="-695" dirty="0">
                <a:latin typeface="Century Gothic"/>
                <a:cs typeface="Century Gothic"/>
              </a:rPr>
              <a:t>a</a:t>
            </a:r>
            <a:r>
              <a:rPr sz="4400" spc="120" dirty="0">
                <a:latin typeface="Century Gothic"/>
                <a:cs typeface="Century Gothic"/>
              </a:rPr>
              <a:t>l</a:t>
            </a:r>
            <a:r>
              <a:rPr sz="4400" spc="-635" dirty="0">
                <a:latin typeface="Century Gothic"/>
                <a:cs typeface="Century Gothic"/>
              </a:rPr>
              <a:t>a</a:t>
            </a:r>
            <a:r>
              <a:rPr sz="4400" spc="-850" dirty="0">
                <a:latin typeface="Century Gothic"/>
                <a:cs typeface="Century Gothic"/>
              </a:rPr>
              <a:t>c</a:t>
            </a:r>
            <a:r>
              <a:rPr sz="4400" spc="120" dirty="0">
                <a:latin typeface="Century Gothic"/>
                <a:cs typeface="Century Gothic"/>
              </a:rPr>
              <a:t>i</a:t>
            </a:r>
            <a:r>
              <a:rPr sz="4400" spc="-440" dirty="0">
                <a:latin typeface="Century Gothic"/>
                <a:cs typeface="Century Gothic"/>
              </a:rPr>
              <a:t>ó</a:t>
            </a:r>
            <a:r>
              <a:rPr sz="4400" spc="-405" dirty="0">
                <a:latin typeface="Century Gothic"/>
                <a:cs typeface="Century Gothic"/>
              </a:rPr>
              <a:t>n</a:t>
            </a:r>
            <a:r>
              <a:rPr sz="4400" spc="50" dirty="0">
                <a:latin typeface="Century Gothic"/>
                <a:cs typeface="Century Gothic"/>
              </a:rPr>
              <a:t> </a:t>
            </a:r>
            <a:r>
              <a:rPr sz="4400" spc="-665" dirty="0">
                <a:latin typeface="Century Gothic"/>
                <a:cs typeface="Century Gothic"/>
              </a:rPr>
              <a:t>d</a:t>
            </a:r>
            <a:r>
              <a:rPr sz="4400" spc="-690" dirty="0">
                <a:latin typeface="Century Gothic"/>
                <a:cs typeface="Century Gothic"/>
              </a:rPr>
              <a:t>e</a:t>
            </a:r>
            <a:r>
              <a:rPr sz="4400" spc="55" dirty="0">
                <a:latin typeface="Century Gothic"/>
                <a:cs typeface="Century Gothic"/>
              </a:rPr>
              <a:t> </a:t>
            </a:r>
            <a:r>
              <a:rPr sz="4400" spc="-420" dirty="0">
                <a:latin typeface="Century Gothic"/>
                <a:cs typeface="Century Gothic"/>
              </a:rPr>
              <a:t>P</a:t>
            </a:r>
            <a:r>
              <a:rPr sz="4400" spc="-295" dirty="0">
                <a:latin typeface="Century Gothic"/>
                <a:cs typeface="Century Gothic"/>
              </a:rPr>
              <a:t>o</a:t>
            </a:r>
            <a:r>
              <a:rPr sz="4400" spc="-170" dirty="0">
                <a:latin typeface="Century Gothic"/>
                <a:cs typeface="Century Gothic"/>
              </a:rPr>
              <a:t>s</a:t>
            </a:r>
            <a:r>
              <a:rPr sz="4400" spc="-350" dirty="0">
                <a:latin typeface="Century Gothic"/>
                <a:cs typeface="Century Gothic"/>
              </a:rPr>
              <a:t>t</a:t>
            </a:r>
            <a:r>
              <a:rPr sz="4400" spc="-685" dirty="0">
                <a:latin typeface="Century Gothic"/>
                <a:cs typeface="Century Gothic"/>
              </a:rPr>
              <a:t>g</a:t>
            </a:r>
            <a:r>
              <a:rPr sz="4400" spc="50" dirty="0">
                <a:latin typeface="Century Gothic"/>
                <a:cs typeface="Century Gothic"/>
              </a:rPr>
              <a:t>r</a:t>
            </a:r>
            <a:r>
              <a:rPr sz="4400" spc="-409" dirty="0">
                <a:latin typeface="Century Gothic"/>
                <a:cs typeface="Century Gothic"/>
              </a:rPr>
              <a:t>e</a:t>
            </a:r>
            <a:r>
              <a:rPr sz="4400" spc="-310" dirty="0">
                <a:latin typeface="Century Gothic"/>
                <a:cs typeface="Century Gothic"/>
              </a:rPr>
              <a:t>S</a:t>
            </a:r>
            <a:r>
              <a:rPr sz="4400" spc="15" dirty="0">
                <a:latin typeface="Century Gothic"/>
                <a:cs typeface="Century Gothic"/>
              </a:rPr>
              <a:t>Q</a:t>
            </a:r>
            <a:r>
              <a:rPr sz="4400" spc="-225" dirty="0">
                <a:latin typeface="Century Gothic"/>
                <a:cs typeface="Century Gothic"/>
              </a:rPr>
              <a:t>L</a:t>
            </a:r>
            <a:endParaRPr sz="4400">
              <a:latin typeface="Century Gothic"/>
              <a:cs typeface="Century 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767830" y="4305300"/>
            <a:ext cx="2504439" cy="24790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46608"/>
            <a:ext cx="6245860" cy="4847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3913504">
              <a:lnSpc>
                <a:spcPct val="138900"/>
              </a:lnSpc>
            </a:pPr>
            <a:r>
              <a:rPr sz="3000" spc="40" dirty="0">
                <a:latin typeface="Century Gothic"/>
                <a:cs typeface="Century Gothic"/>
              </a:rPr>
              <a:t>1.</a:t>
            </a:r>
            <a:r>
              <a:rPr sz="3000" spc="-145" dirty="0">
                <a:latin typeface="Century Gothic"/>
                <a:cs typeface="Century Gothic"/>
              </a:rPr>
              <a:t>P</a:t>
            </a:r>
            <a:r>
              <a:rPr sz="3000" spc="-45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-300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. </a:t>
            </a:r>
            <a:r>
              <a:rPr sz="3000" spc="40" dirty="0">
                <a:latin typeface="Century Gothic"/>
                <a:cs typeface="Century Gothic"/>
              </a:rPr>
              <a:t>2.</a:t>
            </a:r>
            <a:r>
              <a:rPr sz="3000" spc="-125" dirty="0">
                <a:solidFill>
                  <a:srgbClr val="1B1B1B"/>
                </a:solidFill>
                <a:latin typeface="Century Gothic"/>
                <a:cs typeface="Century Gothic"/>
              </a:rPr>
              <a:t>Pr</a:t>
            </a:r>
            <a:r>
              <a:rPr sz="3000" spc="-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15" dirty="0">
                <a:solidFill>
                  <a:srgbClr val="1B1B1B"/>
                </a:solidFill>
                <a:latin typeface="Century Gothic"/>
                <a:cs typeface="Century Gothic"/>
              </a:rPr>
              <a:t>v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9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29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12700" marR="4588510">
              <a:lnSpc>
                <a:spcPts val="5000"/>
              </a:lnSpc>
              <a:spcBef>
                <a:spcPts val="390"/>
              </a:spcBef>
            </a:pPr>
            <a:r>
              <a:rPr sz="3000" spc="40" dirty="0">
                <a:latin typeface="Century Gothic"/>
                <a:cs typeface="Century Gothic"/>
              </a:rPr>
              <a:t>3.</a:t>
            </a:r>
            <a:r>
              <a:rPr sz="300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8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29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 </a:t>
            </a:r>
            <a:r>
              <a:rPr sz="3000" spc="40" dirty="0">
                <a:latin typeface="Century Gothic"/>
                <a:cs typeface="Century Gothic"/>
              </a:rPr>
              <a:t>4.</a:t>
            </a:r>
            <a:r>
              <a:rPr sz="3000" spc="-1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5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13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  <a:buFont typeface="Century Gothic"/>
              <a:buAutoNum type="arabicPeriod" startAt="5"/>
              <a:tabLst>
                <a:tab pos="342265" algn="l"/>
              </a:tabLst>
            </a:pPr>
            <a:r>
              <a:rPr sz="3000" spc="-7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15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39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114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300" dirty="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4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65" dirty="0">
                <a:solidFill>
                  <a:srgbClr val="1B1B1B"/>
                </a:solidFill>
                <a:latin typeface="Century Gothic"/>
                <a:cs typeface="Century Gothic"/>
              </a:rPr>
              <a:t>B</a:t>
            </a:r>
            <a:r>
              <a:rPr sz="3000" spc="-5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15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12700" marR="5080">
              <a:lnSpc>
                <a:spcPct val="138600"/>
              </a:lnSpc>
              <a:spcBef>
                <a:spcPts val="10"/>
              </a:spcBef>
              <a:buFont typeface="Century Gothic"/>
              <a:buAutoNum type="arabicPeriod" startAt="5"/>
              <a:tabLst>
                <a:tab pos="342265" algn="l"/>
              </a:tabLst>
            </a:pPr>
            <a:r>
              <a:rPr sz="3000" spc="-7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15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39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114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300" dirty="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4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0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32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8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29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40" dirty="0">
                <a:solidFill>
                  <a:srgbClr val="1B1B1B"/>
                </a:solidFill>
                <a:latin typeface="Century Gothic"/>
                <a:cs typeface="Century Gothic"/>
              </a:rPr>
              <a:t>F</a:t>
            </a:r>
            <a:r>
              <a:rPr sz="3000" spc="-355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3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6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 </a:t>
            </a:r>
            <a:r>
              <a:rPr sz="3000" spc="40" dirty="0">
                <a:latin typeface="Century Gothic"/>
                <a:cs typeface="Century Gothic"/>
              </a:rPr>
              <a:t>7.</a:t>
            </a:r>
            <a:r>
              <a:rPr sz="3000" spc="-300" dirty="0">
                <a:solidFill>
                  <a:srgbClr val="1B1B1B"/>
                </a:solidFill>
                <a:latin typeface="Century Gothic"/>
                <a:cs typeface="Century Gothic"/>
              </a:rPr>
              <a:t>Po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50" dirty="0">
                <a:solidFill>
                  <a:srgbClr val="1B1B1B"/>
                </a:solidFill>
                <a:latin typeface="Century Gothic"/>
                <a:cs typeface="Century Gothic"/>
              </a:rPr>
              <a:t>-I</a:t>
            </a:r>
            <a:r>
              <a:rPr sz="3000" spc="-8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39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114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300" dirty="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sz="3000" spc="-260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sz="3000" spc="40" dirty="0">
                <a:latin typeface="Century Gothic"/>
                <a:cs typeface="Century Gothic"/>
              </a:rPr>
              <a:t>8.</a:t>
            </a:r>
            <a:r>
              <a:rPr sz="3000" spc="-1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35" dirty="0">
                <a:solidFill>
                  <a:srgbClr val="1B1B1B"/>
                </a:solidFill>
                <a:latin typeface="Century Gothic"/>
                <a:cs typeface="Century Gothic"/>
              </a:rPr>
              <a:t>ci</a:t>
            </a:r>
            <a:r>
              <a:rPr sz="3000" spc="-355" dirty="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y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li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b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2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2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pa</a:t>
            </a:r>
            <a:r>
              <a:rPr sz="3000" spc="-39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114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46608"/>
            <a:ext cx="3823335" cy="2310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8700"/>
              </a:lnSpc>
            </a:pPr>
            <a:r>
              <a:rPr sz="3000" spc="40" dirty="0">
                <a:latin typeface="Century Gothic"/>
                <a:cs typeface="Century Gothic"/>
              </a:rPr>
              <a:t>9.</a:t>
            </a:r>
            <a:r>
              <a:rPr sz="3000" spc="-32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35" dirty="0">
                <a:solidFill>
                  <a:srgbClr val="1B1B1B"/>
                </a:solidFill>
                <a:latin typeface="Century Gothic"/>
                <a:cs typeface="Century Gothic"/>
              </a:rPr>
              <a:t>ci</a:t>
            </a:r>
            <a:r>
              <a:rPr sz="3000" spc="-355" dirty="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8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39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114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-170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10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2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r. </a:t>
            </a:r>
            <a:r>
              <a:rPr sz="3000" spc="50" dirty="0">
                <a:latin typeface="Century Gothic"/>
                <a:cs typeface="Century Gothic"/>
              </a:rPr>
              <a:t>10.</a:t>
            </a:r>
            <a:r>
              <a:rPr sz="3000" spc="-32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on</a:t>
            </a:r>
            <a:r>
              <a:rPr sz="3000" spc="-170" dirty="0">
                <a:solidFill>
                  <a:srgbClr val="1B1B1B"/>
                </a:solidFill>
                <a:latin typeface="Century Gothic"/>
                <a:cs typeface="Century Gothic"/>
              </a:rPr>
              <a:t>f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3000" spc="-155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7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39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114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ón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b</a:t>
            </a:r>
            <a:r>
              <a:rPr sz="3000" spc="-42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 </a:t>
            </a:r>
            <a:r>
              <a:rPr sz="3000" spc="50" dirty="0">
                <a:latin typeface="Century Gothic"/>
                <a:cs typeface="Century Gothic"/>
              </a:rPr>
              <a:t>11.</a:t>
            </a:r>
            <a:r>
              <a:rPr sz="3000" spc="-44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rr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430" dirty="0">
                <a:solidFill>
                  <a:srgbClr val="1B1B1B"/>
                </a:solidFill>
                <a:latin typeface="Century Gothic"/>
                <a:cs typeface="Century Gothic"/>
              </a:rPr>
              <a:t>q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3000" spc="-47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405" dirty="0">
                <a:solidFill>
                  <a:srgbClr val="1B1B1B"/>
                </a:solidFill>
                <a:latin typeface="Century Gothic"/>
                <a:cs typeface="Century Gothic"/>
              </a:rPr>
              <a:t>y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-365" dirty="0">
                <a:solidFill>
                  <a:srgbClr val="1B1B1B"/>
                </a:solidFill>
                <a:latin typeface="Century Gothic"/>
                <a:cs typeface="Century Gothic"/>
              </a:rPr>
              <a:t>Pa</a:t>
            </a:r>
            <a:r>
              <a:rPr sz="3000" spc="35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-45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sz="3000" spc="50" dirty="0">
                <a:latin typeface="Century Gothic"/>
                <a:cs typeface="Century Gothic"/>
              </a:rPr>
              <a:t>12.</a:t>
            </a:r>
            <a:r>
              <a:rPr sz="3000" spc="-32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3000" spc="-285" dirty="0">
                <a:solidFill>
                  <a:srgbClr val="1B1B1B"/>
                </a:solidFill>
                <a:latin typeface="Century Gothic"/>
                <a:cs typeface="Century Gothic"/>
              </a:rPr>
              <a:t>on</a:t>
            </a:r>
            <a:r>
              <a:rPr sz="30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3000" spc="-254" dirty="0">
                <a:solidFill>
                  <a:srgbClr val="1B1B1B"/>
                </a:solidFill>
                <a:latin typeface="Century Gothic"/>
                <a:cs typeface="Century Gothic"/>
              </a:rPr>
              <a:t>x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300" dirty="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4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27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3000" spc="-175" dirty="0">
                <a:solidFill>
                  <a:srgbClr val="1B1B1B"/>
                </a:solidFill>
                <a:latin typeface="Century Gothic"/>
                <a:cs typeface="Century Gothic"/>
              </a:rPr>
              <a:t>ic</a:t>
            </a:r>
            <a:r>
              <a:rPr sz="3000" spc="-7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3000" spc="-434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3000" spc="85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3000" spc="30" dirty="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8824595" cy="5304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215" algn="ctr">
              <a:lnSpc>
                <a:spcPct val="100000"/>
              </a:lnSpc>
            </a:pPr>
            <a:r>
              <a:rPr sz="4400" spc="-42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4400" spc="-555" dirty="0">
                <a:solidFill>
                  <a:srgbClr val="1B1B1B"/>
                </a:solidFill>
                <a:latin typeface="Century Gothic"/>
                <a:cs typeface="Century Gothic"/>
              </a:rPr>
              <a:t>ata</a:t>
            </a:r>
            <a:r>
              <a:rPr sz="4400" spc="-240" dirty="0">
                <a:solidFill>
                  <a:srgbClr val="1B1B1B"/>
                </a:solidFill>
                <a:latin typeface="Century Gothic"/>
                <a:cs typeface="Century Gothic"/>
              </a:rPr>
              <a:t>fo</a:t>
            </a:r>
            <a:r>
              <a:rPr sz="4400" spc="-14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-655" dirty="0">
                <a:solidFill>
                  <a:srgbClr val="1B1B1B"/>
                </a:solidFill>
                <a:latin typeface="Century Gothic"/>
                <a:cs typeface="Century Gothic"/>
              </a:rPr>
              <a:t>m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-3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endParaRPr sz="4400">
              <a:latin typeface="Century Gothic"/>
              <a:cs typeface="Century Gothic"/>
            </a:endParaRPr>
          </a:p>
          <a:p>
            <a:pPr marL="224790" indent="-212090">
              <a:lnSpc>
                <a:spcPct val="100000"/>
              </a:lnSpc>
              <a:spcBef>
                <a:spcPts val="3259"/>
              </a:spcBef>
              <a:buSzPct val="44067"/>
              <a:buFont typeface="MS Gothic"/>
              <a:buChar char="●"/>
              <a:tabLst>
                <a:tab pos="224790" algn="l"/>
              </a:tabLst>
            </a:pPr>
            <a:r>
              <a:rPr sz="2950" spc="-75" dirty="0">
                <a:latin typeface="Century Gothic"/>
                <a:cs typeface="Century Gothic"/>
              </a:rPr>
              <a:t>D</a:t>
            </a:r>
            <a:r>
              <a:rPr sz="2950" spc="-30" dirty="0">
                <a:latin typeface="Century Gothic"/>
                <a:cs typeface="Century Gothic"/>
              </a:rPr>
              <a:t>i</a:t>
            </a:r>
            <a:r>
              <a:rPr sz="2900" spc="-15" dirty="0">
                <a:latin typeface="Century Gothic"/>
                <a:cs typeface="Century Gothic"/>
              </a:rPr>
              <a:t>s</a:t>
            </a:r>
            <a:r>
              <a:rPr sz="2900" spc="-114" dirty="0">
                <a:latin typeface="Century Gothic"/>
                <a:cs typeface="Century Gothic"/>
              </a:rPr>
              <a:t>t</a:t>
            </a:r>
            <a:r>
              <a:rPr sz="2900" spc="-100" dirty="0">
                <a:latin typeface="Century Gothic"/>
                <a:cs typeface="Century Gothic"/>
              </a:rPr>
              <a:t>r</a:t>
            </a:r>
            <a:r>
              <a:rPr sz="2900" spc="80" dirty="0">
                <a:latin typeface="Century Gothic"/>
                <a:cs typeface="Century Gothic"/>
              </a:rPr>
              <a:t>i</a:t>
            </a:r>
            <a:r>
              <a:rPr sz="2950" spc="-420" dirty="0">
                <a:latin typeface="Century Gothic"/>
                <a:cs typeface="Century Gothic"/>
              </a:rPr>
              <a:t>b</a:t>
            </a:r>
            <a:r>
              <a:rPr sz="2950" spc="-265" dirty="0">
                <a:latin typeface="Century Gothic"/>
                <a:cs typeface="Century Gothic"/>
              </a:rPr>
              <a:t>u</a:t>
            </a:r>
            <a:r>
              <a:rPr sz="2950" spc="-570" dirty="0">
                <a:latin typeface="Century Gothic"/>
                <a:cs typeface="Century Gothic"/>
              </a:rPr>
              <a:t>c</a:t>
            </a:r>
            <a:r>
              <a:rPr sz="2950" spc="70" dirty="0">
                <a:latin typeface="Century Gothic"/>
                <a:cs typeface="Century Gothic"/>
              </a:rPr>
              <a:t>i</a:t>
            </a:r>
            <a:r>
              <a:rPr sz="2950" spc="-295" dirty="0">
                <a:latin typeface="Century Gothic"/>
                <a:cs typeface="Century Gothic"/>
              </a:rPr>
              <a:t>o</a:t>
            </a:r>
            <a:r>
              <a:rPr sz="2950" spc="-265" dirty="0">
                <a:latin typeface="Century Gothic"/>
                <a:cs typeface="Century Gothic"/>
              </a:rPr>
              <a:t>n</a:t>
            </a:r>
            <a:r>
              <a:rPr sz="2950" spc="-315" dirty="0">
                <a:latin typeface="Century Gothic"/>
                <a:cs typeface="Century Gothic"/>
              </a:rPr>
              <a:t>e</a:t>
            </a:r>
            <a:r>
              <a:rPr sz="2950" spc="-185" dirty="0">
                <a:latin typeface="Century Gothic"/>
                <a:cs typeface="Century Gothic"/>
              </a:rPr>
              <a:t>s</a:t>
            </a:r>
            <a:r>
              <a:rPr sz="2950" spc="30" dirty="0">
                <a:latin typeface="Century Gothic"/>
                <a:cs typeface="Century Gothic"/>
              </a:rPr>
              <a:t> </a:t>
            </a:r>
            <a:r>
              <a:rPr sz="2950" spc="-60" dirty="0">
                <a:latin typeface="Century Gothic"/>
                <a:cs typeface="Century Gothic"/>
              </a:rPr>
              <a:t>B</a:t>
            </a:r>
            <a:r>
              <a:rPr sz="2950" spc="-20" dirty="0">
                <a:latin typeface="Century Gothic"/>
                <a:cs typeface="Century Gothic"/>
              </a:rPr>
              <a:t>S</a:t>
            </a:r>
            <a:r>
              <a:rPr sz="2950" spc="-155" dirty="0">
                <a:latin typeface="Century Gothic"/>
                <a:cs typeface="Century Gothic"/>
              </a:rPr>
              <a:t>D</a:t>
            </a:r>
            <a:r>
              <a:rPr sz="2950" spc="25" dirty="0">
                <a:latin typeface="Century Gothic"/>
                <a:cs typeface="Century Gothic"/>
              </a:rPr>
              <a:t> </a:t>
            </a:r>
            <a:r>
              <a:rPr sz="2950" spc="-290" dirty="0">
                <a:latin typeface="Century Gothic"/>
                <a:cs typeface="Century Gothic"/>
              </a:rPr>
              <a:t>(</a:t>
            </a:r>
            <a:r>
              <a:rPr sz="2950" spc="35" dirty="0">
                <a:latin typeface="Century Gothic"/>
                <a:cs typeface="Century Gothic"/>
              </a:rPr>
              <a:t>F</a:t>
            </a:r>
            <a:r>
              <a:rPr sz="2950" spc="25" dirty="0">
                <a:latin typeface="Century Gothic"/>
                <a:cs typeface="Century Gothic"/>
              </a:rPr>
              <a:t>r</a:t>
            </a:r>
            <a:r>
              <a:rPr sz="2950" spc="-470" dirty="0">
                <a:latin typeface="Century Gothic"/>
                <a:cs typeface="Century Gothic"/>
              </a:rPr>
              <a:t>e</a:t>
            </a:r>
            <a:r>
              <a:rPr sz="2950" spc="-459" dirty="0">
                <a:latin typeface="Century Gothic"/>
                <a:cs typeface="Century Gothic"/>
              </a:rPr>
              <a:t>e</a:t>
            </a:r>
            <a:r>
              <a:rPr sz="2950" spc="-55" dirty="0">
                <a:latin typeface="Century Gothic"/>
                <a:cs typeface="Century Gothic"/>
              </a:rPr>
              <a:t>BS</a:t>
            </a:r>
            <a:r>
              <a:rPr sz="2950" spc="-95" dirty="0">
                <a:latin typeface="Century Gothic"/>
                <a:cs typeface="Century Gothic"/>
              </a:rPr>
              <a:t>D</a:t>
            </a:r>
            <a:r>
              <a:rPr sz="2950" spc="-35" dirty="0">
                <a:latin typeface="Century Gothic"/>
                <a:cs typeface="Century Gothic"/>
              </a:rPr>
              <a:t>,</a:t>
            </a:r>
            <a:r>
              <a:rPr sz="2950" spc="40" dirty="0">
                <a:latin typeface="Century Gothic"/>
                <a:cs typeface="Century Gothic"/>
              </a:rPr>
              <a:t> </a:t>
            </a:r>
            <a:r>
              <a:rPr sz="2950" spc="-5" dirty="0">
                <a:latin typeface="Century Gothic"/>
                <a:cs typeface="Century Gothic"/>
              </a:rPr>
              <a:t>O</a:t>
            </a:r>
            <a:r>
              <a:rPr sz="2950" spc="-465" dirty="0">
                <a:latin typeface="Century Gothic"/>
                <a:cs typeface="Century Gothic"/>
              </a:rPr>
              <a:t>p</a:t>
            </a:r>
            <a:r>
              <a:rPr sz="2950" spc="-440" dirty="0">
                <a:latin typeface="Century Gothic"/>
                <a:cs typeface="Century Gothic"/>
              </a:rPr>
              <a:t>e</a:t>
            </a:r>
            <a:r>
              <a:rPr sz="2950" spc="-130" dirty="0">
                <a:latin typeface="Century Gothic"/>
                <a:cs typeface="Century Gothic"/>
              </a:rPr>
              <a:t>nB</a:t>
            </a:r>
            <a:r>
              <a:rPr sz="2950" spc="-100" dirty="0">
                <a:latin typeface="Century Gothic"/>
                <a:cs typeface="Century Gothic"/>
              </a:rPr>
              <a:t>S</a:t>
            </a:r>
            <a:r>
              <a:rPr sz="2950" spc="-145" dirty="0">
                <a:latin typeface="Century Gothic"/>
                <a:cs typeface="Century Gothic"/>
              </a:rPr>
              <a:t>D).</a:t>
            </a:r>
            <a:endParaRPr sz="2950">
              <a:latin typeface="Century Gothic"/>
              <a:cs typeface="Century Gothic"/>
            </a:endParaRPr>
          </a:p>
          <a:p>
            <a:pPr marL="224790" indent="-212090">
              <a:lnSpc>
                <a:spcPct val="100000"/>
              </a:lnSpc>
              <a:spcBef>
                <a:spcPts val="840"/>
              </a:spcBef>
              <a:buSzPct val="44827"/>
              <a:buFont typeface="MS Gothic"/>
              <a:buChar char="●"/>
              <a:tabLst>
                <a:tab pos="224790" algn="l"/>
              </a:tabLst>
            </a:pPr>
            <a:r>
              <a:rPr sz="2900" spc="-30" dirty="0">
                <a:latin typeface="Century Gothic"/>
                <a:cs typeface="Century Gothic"/>
              </a:rPr>
              <a:t>D</a:t>
            </a:r>
            <a:r>
              <a:rPr sz="2900" spc="-20" dirty="0">
                <a:latin typeface="Century Gothic"/>
                <a:cs typeface="Century Gothic"/>
              </a:rPr>
              <a:t>i</a:t>
            </a:r>
            <a:r>
              <a:rPr sz="2900" spc="-15" dirty="0">
                <a:latin typeface="Century Gothic"/>
                <a:cs typeface="Century Gothic"/>
              </a:rPr>
              <a:t>s</a:t>
            </a:r>
            <a:r>
              <a:rPr sz="2900" spc="-114" dirty="0">
                <a:latin typeface="Century Gothic"/>
                <a:cs typeface="Century Gothic"/>
              </a:rPr>
              <a:t>t</a:t>
            </a:r>
            <a:r>
              <a:rPr sz="2900" spc="-100" dirty="0">
                <a:latin typeface="Century Gothic"/>
                <a:cs typeface="Century Gothic"/>
              </a:rPr>
              <a:t>r</a:t>
            </a:r>
            <a:r>
              <a:rPr sz="2900" spc="80" dirty="0">
                <a:latin typeface="Century Gothic"/>
                <a:cs typeface="Century Gothic"/>
              </a:rPr>
              <a:t>i</a:t>
            </a:r>
            <a:r>
              <a:rPr sz="2900" spc="-395" dirty="0">
                <a:latin typeface="Century Gothic"/>
                <a:cs typeface="Century Gothic"/>
              </a:rPr>
              <a:t>b</a:t>
            </a:r>
            <a:r>
              <a:rPr sz="2900" spc="-240" dirty="0">
                <a:latin typeface="Century Gothic"/>
                <a:cs typeface="Century Gothic"/>
              </a:rPr>
              <a:t>u</a:t>
            </a:r>
            <a:r>
              <a:rPr sz="2900" spc="-540" dirty="0">
                <a:latin typeface="Century Gothic"/>
                <a:cs typeface="Century Gothic"/>
              </a:rPr>
              <a:t>c</a:t>
            </a:r>
            <a:r>
              <a:rPr sz="2900" spc="80" dirty="0">
                <a:latin typeface="Century Gothic"/>
                <a:cs typeface="Century Gothic"/>
              </a:rPr>
              <a:t>i</a:t>
            </a:r>
            <a:r>
              <a:rPr sz="2900" spc="-275" dirty="0">
                <a:latin typeface="Century Gothic"/>
                <a:cs typeface="Century Gothic"/>
              </a:rPr>
              <a:t>o</a:t>
            </a:r>
            <a:r>
              <a:rPr sz="2900" spc="-245" dirty="0">
                <a:latin typeface="Century Gothic"/>
                <a:cs typeface="Century Gothic"/>
              </a:rPr>
              <a:t>n</a:t>
            </a:r>
            <a:r>
              <a:rPr sz="2900" spc="-290" dirty="0">
                <a:latin typeface="Century Gothic"/>
                <a:cs typeface="Century Gothic"/>
              </a:rPr>
              <a:t>e</a:t>
            </a:r>
            <a:r>
              <a:rPr sz="2900" spc="-170" dirty="0">
                <a:latin typeface="Century Gothic"/>
                <a:cs typeface="Century Gothic"/>
              </a:rPr>
              <a:t>s</a:t>
            </a:r>
            <a:r>
              <a:rPr sz="2900" spc="45" dirty="0">
                <a:latin typeface="Century Gothic"/>
                <a:cs typeface="Century Gothic"/>
              </a:rPr>
              <a:t> </a:t>
            </a:r>
            <a:r>
              <a:rPr sz="2900" spc="-60" dirty="0">
                <a:latin typeface="Century Gothic"/>
                <a:cs typeface="Century Gothic"/>
              </a:rPr>
              <a:t>G</a:t>
            </a:r>
            <a:r>
              <a:rPr sz="2900" spc="-40" dirty="0">
                <a:latin typeface="Century Gothic"/>
                <a:cs typeface="Century Gothic"/>
              </a:rPr>
              <a:t>N</a:t>
            </a:r>
            <a:r>
              <a:rPr sz="2900" spc="130" dirty="0">
                <a:latin typeface="Century Gothic"/>
                <a:cs typeface="Century Gothic"/>
              </a:rPr>
              <a:t>U</a:t>
            </a:r>
            <a:r>
              <a:rPr sz="2900" spc="-90" dirty="0">
                <a:latin typeface="Century Gothic"/>
                <a:cs typeface="Century Gothic"/>
              </a:rPr>
              <a:t>/</a:t>
            </a:r>
            <a:r>
              <a:rPr sz="2900" spc="-140" dirty="0">
                <a:latin typeface="Century Gothic"/>
                <a:cs typeface="Century Gothic"/>
              </a:rPr>
              <a:t>L</a:t>
            </a:r>
            <a:r>
              <a:rPr sz="2900" spc="80" dirty="0">
                <a:latin typeface="Century Gothic"/>
                <a:cs typeface="Century Gothic"/>
              </a:rPr>
              <a:t>i</a:t>
            </a:r>
            <a:r>
              <a:rPr sz="2900" spc="-245" dirty="0">
                <a:latin typeface="Century Gothic"/>
                <a:cs typeface="Century Gothic"/>
              </a:rPr>
              <a:t>n</a:t>
            </a:r>
            <a:r>
              <a:rPr sz="2900" spc="-155" dirty="0">
                <a:latin typeface="Century Gothic"/>
                <a:cs typeface="Century Gothic"/>
              </a:rPr>
              <a:t>ux.</a:t>
            </a:r>
            <a:endParaRPr sz="2900">
              <a:latin typeface="Century Gothic"/>
              <a:cs typeface="Century Gothic"/>
            </a:endParaRPr>
          </a:p>
          <a:p>
            <a:pPr marL="673100" lvl="1" indent="-212090">
              <a:lnSpc>
                <a:spcPct val="100000"/>
              </a:lnSpc>
              <a:spcBef>
                <a:spcPts val="860"/>
              </a:spcBef>
              <a:buSzPct val="44827"/>
              <a:buFont typeface="MS Gothic"/>
              <a:buChar char="●"/>
              <a:tabLst>
                <a:tab pos="673100" algn="l"/>
              </a:tabLst>
            </a:pPr>
            <a:r>
              <a:rPr sz="2900" spc="-229" dirty="0">
                <a:latin typeface="Century Gothic"/>
                <a:cs typeface="Century Gothic"/>
              </a:rPr>
              <a:t>R</a:t>
            </a:r>
            <a:r>
              <a:rPr sz="2900" spc="-430" dirty="0">
                <a:latin typeface="Century Gothic"/>
                <a:cs typeface="Century Gothic"/>
              </a:rPr>
              <a:t>e</a:t>
            </a:r>
            <a:r>
              <a:rPr sz="2900" spc="-400" dirty="0">
                <a:latin typeface="Century Gothic"/>
                <a:cs typeface="Century Gothic"/>
              </a:rPr>
              <a:t>d</a:t>
            </a:r>
            <a:r>
              <a:rPr sz="2900" spc="45" dirty="0">
                <a:latin typeface="Century Gothic"/>
                <a:cs typeface="Century Gothic"/>
              </a:rPr>
              <a:t> </a:t>
            </a:r>
            <a:r>
              <a:rPr sz="2900" spc="-245" dirty="0">
                <a:latin typeface="Century Gothic"/>
                <a:cs typeface="Century Gothic"/>
              </a:rPr>
              <a:t>Ha</a:t>
            </a:r>
            <a:r>
              <a:rPr sz="2900" spc="-110" dirty="0">
                <a:latin typeface="Century Gothic"/>
                <a:cs typeface="Century Gothic"/>
              </a:rPr>
              <a:t>t</a:t>
            </a:r>
            <a:r>
              <a:rPr sz="2900" spc="40" dirty="0">
                <a:latin typeface="Century Gothic"/>
                <a:cs typeface="Century Gothic"/>
              </a:rPr>
              <a:t>, </a:t>
            </a:r>
            <a:r>
              <a:rPr sz="2900" spc="-409" dirty="0">
                <a:latin typeface="Century Gothic"/>
                <a:cs typeface="Century Gothic"/>
              </a:rPr>
              <a:t>C</a:t>
            </a:r>
            <a:r>
              <a:rPr sz="2900" spc="-320" dirty="0">
                <a:latin typeface="Century Gothic"/>
                <a:cs typeface="Century Gothic"/>
              </a:rPr>
              <a:t>e</a:t>
            </a:r>
            <a:r>
              <a:rPr sz="2900" spc="-165" dirty="0">
                <a:latin typeface="Century Gothic"/>
                <a:cs typeface="Century Gothic"/>
              </a:rPr>
              <a:t>ntO</a:t>
            </a:r>
            <a:r>
              <a:rPr sz="2900" spc="5" dirty="0">
                <a:latin typeface="Century Gothic"/>
                <a:cs typeface="Century Gothic"/>
              </a:rPr>
              <a:t>S</a:t>
            </a:r>
            <a:r>
              <a:rPr sz="2900" spc="40" dirty="0">
                <a:latin typeface="Century Gothic"/>
                <a:cs typeface="Century Gothic"/>
              </a:rPr>
              <a:t>,</a:t>
            </a:r>
            <a:r>
              <a:rPr sz="2900" spc="55" dirty="0">
                <a:latin typeface="Century Gothic"/>
                <a:cs typeface="Century Gothic"/>
              </a:rPr>
              <a:t> </a:t>
            </a:r>
            <a:r>
              <a:rPr sz="2900" spc="-160" dirty="0">
                <a:latin typeface="Century Gothic"/>
                <a:cs typeface="Century Gothic"/>
              </a:rPr>
              <a:t>F</a:t>
            </a:r>
            <a:r>
              <a:rPr sz="2900" spc="-204" dirty="0">
                <a:latin typeface="Century Gothic"/>
                <a:cs typeface="Century Gothic"/>
              </a:rPr>
              <a:t>e</a:t>
            </a:r>
            <a:r>
              <a:rPr sz="2900" spc="-395" dirty="0">
                <a:latin typeface="Century Gothic"/>
                <a:cs typeface="Century Gothic"/>
              </a:rPr>
              <a:t>d</a:t>
            </a:r>
            <a:r>
              <a:rPr sz="2900" spc="-160" dirty="0">
                <a:latin typeface="Century Gothic"/>
                <a:cs typeface="Century Gothic"/>
              </a:rPr>
              <a:t>o</a:t>
            </a:r>
            <a:r>
              <a:rPr sz="2900" spc="-80" dirty="0">
                <a:latin typeface="Century Gothic"/>
                <a:cs typeface="Century Gothic"/>
              </a:rPr>
              <a:t>r</a:t>
            </a:r>
            <a:r>
              <a:rPr sz="2900" spc="-395" dirty="0">
                <a:latin typeface="Century Gothic"/>
                <a:cs typeface="Century Gothic"/>
              </a:rPr>
              <a:t>a</a:t>
            </a:r>
            <a:r>
              <a:rPr sz="2900" spc="40" dirty="0">
                <a:latin typeface="Century Gothic"/>
                <a:cs typeface="Century Gothic"/>
              </a:rPr>
              <a:t>, </a:t>
            </a:r>
            <a:r>
              <a:rPr sz="2900" spc="45" dirty="0">
                <a:latin typeface="Century Gothic"/>
                <a:cs typeface="Century Gothic"/>
              </a:rPr>
              <a:t>O</a:t>
            </a:r>
            <a:r>
              <a:rPr sz="2900" spc="50" dirty="0">
                <a:latin typeface="Century Gothic"/>
                <a:cs typeface="Century Gothic"/>
              </a:rPr>
              <a:t>r</a:t>
            </a:r>
            <a:r>
              <a:rPr sz="2900" spc="-480" dirty="0">
                <a:latin typeface="Century Gothic"/>
                <a:cs typeface="Century Gothic"/>
              </a:rPr>
              <a:t>a</a:t>
            </a:r>
            <a:r>
              <a:rPr sz="2900" spc="-450" dirty="0">
                <a:latin typeface="Century Gothic"/>
                <a:cs typeface="Century Gothic"/>
              </a:rPr>
              <a:t>c</a:t>
            </a:r>
            <a:r>
              <a:rPr sz="2900" spc="80" dirty="0">
                <a:latin typeface="Century Gothic"/>
                <a:cs typeface="Century Gothic"/>
              </a:rPr>
              <a:t>l</a:t>
            </a:r>
            <a:r>
              <a:rPr sz="2900" spc="-434" dirty="0">
                <a:latin typeface="Century Gothic"/>
                <a:cs typeface="Century Gothic"/>
              </a:rPr>
              <a:t>e</a:t>
            </a:r>
            <a:r>
              <a:rPr sz="2900" spc="40" dirty="0">
                <a:latin typeface="Century Gothic"/>
                <a:cs typeface="Century Gothic"/>
              </a:rPr>
              <a:t> </a:t>
            </a:r>
            <a:r>
              <a:rPr sz="2900" spc="-140" dirty="0">
                <a:latin typeface="Century Gothic"/>
                <a:cs typeface="Century Gothic"/>
              </a:rPr>
              <a:t>L</a:t>
            </a:r>
            <a:r>
              <a:rPr sz="2900" spc="90" dirty="0">
                <a:latin typeface="Century Gothic"/>
                <a:cs typeface="Century Gothic"/>
              </a:rPr>
              <a:t>i</a:t>
            </a:r>
            <a:r>
              <a:rPr sz="2900" spc="-260" dirty="0">
                <a:latin typeface="Century Gothic"/>
                <a:cs typeface="Century Gothic"/>
              </a:rPr>
              <a:t>nu</a:t>
            </a:r>
            <a:r>
              <a:rPr sz="2900" spc="-195" dirty="0">
                <a:latin typeface="Century Gothic"/>
                <a:cs typeface="Century Gothic"/>
              </a:rPr>
              <a:t>x</a:t>
            </a:r>
            <a:r>
              <a:rPr sz="2900" spc="60" dirty="0">
                <a:latin typeface="Century Gothic"/>
                <a:cs typeface="Century Gothic"/>
              </a:rPr>
              <a:t> </a:t>
            </a:r>
            <a:r>
              <a:rPr sz="2900" spc="-375" dirty="0">
                <a:latin typeface="Century Gothic"/>
                <a:cs typeface="Century Gothic"/>
              </a:rPr>
              <a:t>y</a:t>
            </a:r>
            <a:r>
              <a:rPr sz="2900" spc="45" dirty="0">
                <a:latin typeface="Century Gothic"/>
                <a:cs typeface="Century Gothic"/>
              </a:rPr>
              <a:t> </a:t>
            </a:r>
            <a:r>
              <a:rPr sz="2900" spc="-340" dirty="0">
                <a:latin typeface="Century Gothic"/>
                <a:cs typeface="Century Gothic"/>
              </a:rPr>
              <a:t>a</a:t>
            </a:r>
            <a:r>
              <a:rPr sz="2900" spc="-300" dirty="0">
                <a:latin typeface="Century Gothic"/>
                <a:cs typeface="Century Gothic"/>
              </a:rPr>
              <a:t>n</a:t>
            </a:r>
            <a:r>
              <a:rPr sz="2900" spc="-155" dirty="0">
                <a:latin typeface="Century Gothic"/>
                <a:cs typeface="Century Gothic"/>
              </a:rPr>
              <a:t>ál</a:t>
            </a:r>
            <a:r>
              <a:rPr sz="2900" spc="-330" dirty="0">
                <a:latin typeface="Century Gothic"/>
                <a:cs typeface="Century Gothic"/>
              </a:rPr>
              <a:t>og</a:t>
            </a:r>
            <a:r>
              <a:rPr sz="2900" spc="-204" dirty="0">
                <a:latin typeface="Century Gothic"/>
                <a:cs typeface="Century Gothic"/>
              </a:rPr>
              <a:t>as</a:t>
            </a:r>
            <a:r>
              <a:rPr sz="2900" spc="40" dirty="0">
                <a:latin typeface="Century Gothic"/>
                <a:cs typeface="Century Gothic"/>
              </a:rPr>
              <a:t>.</a:t>
            </a:r>
            <a:endParaRPr sz="2900">
              <a:latin typeface="Century Gothic"/>
              <a:cs typeface="Century Gothic"/>
            </a:endParaRPr>
          </a:p>
          <a:p>
            <a:pPr marL="673100" lvl="1" indent="-212090">
              <a:lnSpc>
                <a:spcPct val="100000"/>
              </a:lnSpc>
              <a:spcBef>
                <a:spcPts val="810"/>
              </a:spcBef>
              <a:buSzPct val="44067"/>
              <a:buFont typeface="MS Gothic"/>
              <a:buChar char="●"/>
              <a:tabLst>
                <a:tab pos="673100" algn="l"/>
              </a:tabLst>
            </a:pPr>
            <a:r>
              <a:rPr sz="2950" spc="-355" dirty="0">
                <a:latin typeface="Century Gothic"/>
                <a:cs typeface="Century Gothic"/>
              </a:rPr>
              <a:t>De</a:t>
            </a:r>
            <a:r>
              <a:rPr sz="2950" spc="-340" dirty="0">
                <a:latin typeface="Century Gothic"/>
                <a:cs typeface="Century Gothic"/>
              </a:rPr>
              <a:t>b</a:t>
            </a:r>
            <a:r>
              <a:rPr sz="2950" spc="70" dirty="0">
                <a:latin typeface="Century Gothic"/>
                <a:cs typeface="Century Gothic"/>
              </a:rPr>
              <a:t>i</a:t>
            </a:r>
            <a:r>
              <a:rPr sz="2950" spc="-440" dirty="0">
                <a:latin typeface="Century Gothic"/>
                <a:cs typeface="Century Gothic"/>
              </a:rPr>
              <a:t>a</a:t>
            </a:r>
            <a:r>
              <a:rPr sz="2950" spc="-270" dirty="0">
                <a:latin typeface="Century Gothic"/>
                <a:cs typeface="Century Gothic"/>
              </a:rPr>
              <a:t>n</a:t>
            </a:r>
            <a:r>
              <a:rPr sz="2950" spc="25" dirty="0">
                <a:latin typeface="Century Gothic"/>
                <a:cs typeface="Century Gothic"/>
              </a:rPr>
              <a:t> </a:t>
            </a:r>
            <a:r>
              <a:rPr sz="2950" spc="-175" dirty="0">
                <a:latin typeface="Century Gothic"/>
                <a:cs typeface="Century Gothic"/>
              </a:rPr>
              <a:t>G</a:t>
            </a:r>
            <a:r>
              <a:rPr sz="2950" spc="35" dirty="0">
                <a:latin typeface="Century Gothic"/>
                <a:cs typeface="Century Gothic"/>
              </a:rPr>
              <a:t>NU</a:t>
            </a:r>
            <a:r>
              <a:rPr sz="2950" spc="-120" dirty="0">
                <a:latin typeface="Century Gothic"/>
                <a:cs typeface="Century Gothic"/>
              </a:rPr>
              <a:t>/</a:t>
            </a:r>
            <a:r>
              <a:rPr sz="2950" spc="-155" dirty="0">
                <a:latin typeface="Century Gothic"/>
                <a:cs typeface="Century Gothic"/>
              </a:rPr>
              <a:t>L</a:t>
            </a:r>
            <a:r>
              <a:rPr sz="2950" spc="70" dirty="0">
                <a:latin typeface="Century Gothic"/>
                <a:cs typeface="Century Gothic"/>
              </a:rPr>
              <a:t>i</a:t>
            </a:r>
            <a:r>
              <a:rPr sz="2950" spc="-265" dirty="0">
                <a:latin typeface="Century Gothic"/>
                <a:cs typeface="Century Gothic"/>
              </a:rPr>
              <a:t>n</a:t>
            </a:r>
            <a:r>
              <a:rPr sz="2950" spc="-200" dirty="0">
                <a:latin typeface="Century Gothic"/>
                <a:cs typeface="Century Gothic"/>
              </a:rPr>
              <a:t>ux</a:t>
            </a:r>
            <a:r>
              <a:rPr sz="2950" spc="-100" dirty="0">
                <a:latin typeface="Century Gothic"/>
                <a:cs typeface="Century Gothic"/>
              </a:rPr>
              <a:t>,</a:t>
            </a:r>
            <a:r>
              <a:rPr sz="2950" spc="35" dirty="0">
                <a:latin typeface="Century Gothic"/>
                <a:cs typeface="Century Gothic"/>
              </a:rPr>
              <a:t> </a:t>
            </a:r>
            <a:r>
              <a:rPr sz="2950" spc="95" dirty="0">
                <a:latin typeface="Century Gothic"/>
                <a:cs typeface="Century Gothic"/>
              </a:rPr>
              <a:t>U</a:t>
            </a:r>
            <a:r>
              <a:rPr sz="2950" spc="-420" dirty="0">
                <a:latin typeface="Century Gothic"/>
                <a:cs typeface="Century Gothic"/>
              </a:rPr>
              <a:t>b</a:t>
            </a:r>
            <a:r>
              <a:rPr sz="2950" spc="-330" dirty="0">
                <a:latin typeface="Century Gothic"/>
                <a:cs typeface="Century Gothic"/>
              </a:rPr>
              <a:t>un</a:t>
            </a:r>
            <a:r>
              <a:rPr sz="2950" spc="-175" dirty="0">
                <a:latin typeface="Century Gothic"/>
                <a:cs typeface="Century Gothic"/>
              </a:rPr>
              <a:t>t</a:t>
            </a:r>
            <a:r>
              <a:rPr sz="2950" spc="-254" dirty="0">
                <a:latin typeface="Century Gothic"/>
                <a:cs typeface="Century Gothic"/>
              </a:rPr>
              <a:t>u</a:t>
            </a:r>
            <a:r>
              <a:rPr sz="2950" spc="30" dirty="0">
                <a:latin typeface="Century Gothic"/>
                <a:cs typeface="Century Gothic"/>
              </a:rPr>
              <a:t> </a:t>
            </a:r>
            <a:r>
              <a:rPr sz="2950" spc="-415" dirty="0">
                <a:latin typeface="Century Gothic"/>
                <a:cs typeface="Century Gothic"/>
              </a:rPr>
              <a:t>y</a:t>
            </a:r>
            <a:r>
              <a:rPr sz="2950" spc="35" dirty="0">
                <a:latin typeface="Century Gothic"/>
                <a:cs typeface="Century Gothic"/>
              </a:rPr>
              <a:t> </a:t>
            </a:r>
            <a:r>
              <a:rPr sz="2950" spc="-385" dirty="0">
                <a:latin typeface="Century Gothic"/>
                <a:cs typeface="Century Gothic"/>
              </a:rPr>
              <a:t>a</a:t>
            </a:r>
            <a:r>
              <a:rPr sz="2950" spc="-340" dirty="0">
                <a:latin typeface="Century Gothic"/>
                <a:cs typeface="Century Gothic"/>
              </a:rPr>
              <a:t>n</a:t>
            </a:r>
            <a:r>
              <a:rPr sz="2950" spc="-440" dirty="0">
                <a:latin typeface="Century Gothic"/>
                <a:cs typeface="Century Gothic"/>
              </a:rPr>
              <a:t>á</a:t>
            </a:r>
            <a:r>
              <a:rPr sz="2950" spc="70" dirty="0">
                <a:latin typeface="Century Gothic"/>
                <a:cs typeface="Century Gothic"/>
              </a:rPr>
              <a:t>l</a:t>
            </a:r>
            <a:r>
              <a:rPr sz="2950" spc="-355" dirty="0">
                <a:latin typeface="Century Gothic"/>
                <a:cs typeface="Century Gothic"/>
              </a:rPr>
              <a:t>og</a:t>
            </a:r>
            <a:r>
              <a:rPr sz="2950" spc="-240" dirty="0">
                <a:latin typeface="Century Gothic"/>
                <a:cs typeface="Century Gothic"/>
              </a:rPr>
              <a:t>as</a:t>
            </a:r>
            <a:r>
              <a:rPr sz="2950" spc="20" dirty="0">
                <a:latin typeface="Century Gothic"/>
                <a:cs typeface="Century Gothic"/>
              </a:rPr>
              <a:t>.</a:t>
            </a:r>
            <a:endParaRPr sz="2950">
              <a:latin typeface="Century Gothic"/>
              <a:cs typeface="Century Gothic"/>
            </a:endParaRPr>
          </a:p>
          <a:p>
            <a:pPr marL="673100" lvl="1" indent="-212090">
              <a:lnSpc>
                <a:spcPct val="100000"/>
              </a:lnSpc>
              <a:spcBef>
                <a:spcPts val="800"/>
              </a:spcBef>
              <a:buSzPct val="44067"/>
              <a:buFont typeface="MS Gothic"/>
              <a:buChar char="●"/>
              <a:tabLst>
                <a:tab pos="673100" algn="l"/>
              </a:tabLst>
            </a:pPr>
            <a:r>
              <a:rPr sz="2950" spc="-20" dirty="0">
                <a:latin typeface="Century Gothic"/>
                <a:cs typeface="Century Gothic"/>
              </a:rPr>
              <a:t>S</a:t>
            </a:r>
            <a:r>
              <a:rPr sz="2950" spc="-185" dirty="0">
                <a:latin typeface="Century Gothic"/>
                <a:cs typeface="Century Gothic"/>
              </a:rPr>
              <a:t>u</a:t>
            </a:r>
            <a:r>
              <a:rPr sz="2950" spc="-114" dirty="0">
                <a:latin typeface="Century Gothic"/>
                <a:cs typeface="Century Gothic"/>
              </a:rPr>
              <a:t>s</a:t>
            </a:r>
            <a:r>
              <a:rPr sz="2950" spc="-465" dirty="0">
                <a:latin typeface="Century Gothic"/>
                <a:cs typeface="Century Gothic"/>
              </a:rPr>
              <a:t>e</a:t>
            </a:r>
            <a:r>
              <a:rPr sz="2950" spc="25" dirty="0">
                <a:latin typeface="Century Gothic"/>
                <a:cs typeface="Century Gothic"/>
              </a:rPr>
              <a:t> </a:t>
            </a:r>
            <a:r>
              <a:rPr sz="2950" spc="-415" dirty="0">
                <a:latin typeface="Century Gothic"/>
                <a:cs typeface="Century Gothic"/>
              </a:rPr>
              <a:t>y</a:t>
            </a:r>
            <a:r>
              <a:rPr sz="2950" spc="30" dirty="0">
                <a:latin typeface="Century Gothic"/>
                <a:cs typeface="Century Gothic"/>
              </a:rPr>
              <a:t> </a:t>
            </a:r>
            <a:r>
              <a:rPr sz="2950" spc="-5" dirty="0">
                <a:latin typeface="Century Gothic"/>
                <a:cs typeface="Century Gothic"/>
              </a:rPr>
              <a:t>O</a:t>
            </a:r>
            <a:r>
              <a:rPr sz="2950" spc="-420" dirty="0">
                <a:latin typeface="Century Gothic"/>
                <a:cs typeface="Century Gothic"/>
              </a:rPr>
              <a:t>p</a:t>
            </a:r>
            <a:r>
              <a:rPr sz="2950" spc="-390" dirty="0">
                <a:latin typeface="Century Gothic"/>
                <a:cs typeface="Century Gothic"/>
              </a:rPr>
              <a:t>e</a:t>
            </a:r>
            <a:r>
              <a:rPr sz="2950" spc="-355" dirty="0">
                <a:latin typeface="Century Gothic"/>
                <a:cs typeface="Century Gothic"/>
              </a:rPr>
              <a:t>n</a:t>
            </a:r>
            <a:r>
              <a:rPr sz="2950" spc="-20" dirty="0">
                <a:latin typeface="Century Gothic"/>
                <a:cs typeface="Century Gothic"/>
              </a:rPr>
              <a:t>S</a:t>
            </a:r>
            <a:r>
              <a:rPr sz="2950" spc="-185" dirty="0">
                <a:latin typeface="Century Gothic"/>
                <a:cs typeface="Century Gothic"/>
              </a:rPr>
              <a:t>u</a:t>
            </a:r>
            <a:r>
              <a:rPr sz="2950" spc="-114" dirty="0">
                <a:latin typeface="Century Gothic"/>
                <a:cs typeface="Century Gothic"/>
              </a:rPr>
              <a:t>s</a:t>
            </a:r>
            <a:r>
              <a:rPr sz="2950" spc="-225" dirty="0">
                <a:latin typeface="Century Gothic"/>
                <a:cs typeface="Century Gothic"/>
              </a:rPr>
              <a:t>e.</a:t>
            </a:r>
            <a:endParaRPr sz="2950">
              <a:latin typeface="Century Gothic"/>
              <a:cs typeface="Century Gothic"/>
            </a:endParaRPr>
          </a:p>
          <a:p>
            <a:pPr marL="224790" indent="-212090">
              <a:lnSpc>
                <a:spcPct val="100000"/>
              </a:lnSpc>
              <a:spcBef>
                <a:spcPts val="790"/>
              </a:spcBef>
              <a:buSzPct val="44067"/>
              <a:buFont typeface="MS Gothic"/>
              <a:buChar char="●"/>
              <a:tabLst>
                <a:tab pos="224790" algn="l"/>
              </a:tabLst>
            </a:pPr>
            <a:r>
              <a:rPr sz="2950" spc="-275" dirty="0">
                <a:latin typeface="Century Gothic"/>
                <a:cs typeface="Century Gothic"/>
              </a:rPr>
              <a:t>M</a:t>
            </a:r>
            <a:r>
              <a:rPr sz="2950" spc="-440" dirty="0">
                <a:latin typeface="Century Gothic"/>
                <a:cs typeface="Century Gothic"/>
              </a:rPr>
              <a:t>a</a:t>
            </a:r>
            <a:r>
              <a:rPr sz="2950" spc="-300" dirty="0">
                <a:latin typeface="Century Gothic"/>
                <a:cs typeface="Century Gothic"/>
              </a:rPr>
              <a:t>cO</a:t>
            </a:r>
            <a:r>
              <a:rPr sz="2950" spc="-15" dirty="0">
                <a:latin typeface="Century Gothic"/>
                <a:cs typeface="Century Gothic"/>
              </a:rPr>
              <a:t>S</a:t>
            </a:r>
            <a:r>
              <a:rPr sz="2950" spc="25" dirty="0">
                <a:latin typeface="Century Gothic"/>
                <a:cs typeface="Century Gothic"/>
              </a:rPr>
              <a:t> </a:t>
            </a:r>
            <a:r>
              <a:rPr sz="2950" spc="-380" dirty="0">
                <a:latin typeface="Century Gothic"/>
                <a:cs typeface="Century Gothic"/>
              </a:rPr>
              <a:t>X</a:t>
            </a:r>
            <a:r>
              <a:rPr sz="2950" spc="20" dirty="0">
                <a:latin typeface="Century Gothic"/>
                <a:cs typeface="Century Gothic"/>
              </a:rPr>
              <a:t>.</a:t>
            </a:r>
            <a:endParaRPr sz="2950">
              <a:latin typeface="Century Gothic"/>
              <a:cs typeface="Century Gothic"/>
            </a:endParaRPr>
          </a:p>
          <a:p>
            <a:pPr marL="224790" indent="-212090">
              <a:lnSpc>
                <a:spcPct val="100000"/>
              </a:lnSpc>
              <a:spcBef>
                <a:spcPts val="850"/>
              </a:spcBef>
              <a:buSzPct val="44827"/>
              <a:buFont typeface="MS Gothic"/>
              <a:buChar char="●"/>
              <a:tabLst>
                <a:tab pos="224790" algn="l"/>
              </a:tabLst>
            </a:pPr>
            <a:r>
              <a:rPr sz="2900" spc="-65" dirty="0">
                <a:latin typeface="Century Gothic"/>
                <a:cs typeface="Century Gothic"/>
              </a:rPr>
              <a:t>W</a:t>
            </a:r>
            <a:r>
              <a:rPr sz="2900" spc="-25" dirty="0">
                <a:latin typeface="Century Gothic"/>
                <a:cs typeface="Century Gothic"/>
              </a:rPr>
              <a:t>i</a:t>
            </a:r>
            <a:r>
              <a:rPr sz="2900" spc="-245" dirty="0">
                <a:latin typeface="Century Gothic"/>
                <a:cs typeface="Century Gothic"/>
              </a:rPr>
              <a:t>n</a:t>
            </a:r>
            <a:r>
              <a:rPr sz="2900" spc="-340" dirty="0">
                <a:latin typeface="Century Gothic"/>
                <a:cs typeface="Century Gothic"/>
              </a:rPr>
              <a:t>d</a:t>
            </a:r>
            <a:r>
              <a:rPr sz="2900" spc="-320" dirty="0">
                <a:latin typeface="Century Gothic"/>
                <a:cs typeface="Century Gothic"/>
              </a:rPr>
              <a:t>o</a:t>
            </a:r>
            <a:r>
              <a:rPr sz="2900" spc="-509" dirty="0">
                <a:latin typeface="Century Gothic"/>
                <a:cs typeface="Century Gothic"/>
              </a:rPr>
              <a:t>w</a:t>
            </a:r>
            <a:r>
              <a:rPr sz="2900" spc="-15" dirty="0">
                <a:latin typeface="Century Gothic"/>
                <a:cs typeface="Century Gothic"/>
              </a:rPr>
              <a:t>s</a:t>
            </a:r>
            <a:r>
              <a:rPr sz="2900" spc="50" dirty="0">
                <a:latin typeface="Century Gothic"/>
                <a:cs typeface="Century Gothic"/>
              </a:rPr>
              <a:t> </a:t>
            </a:r>
            <a:r>
              <a:rPr sz="2900" spc="75" dirty="0">
                <a:latin typeface="Century Gothic"/>
                <a:cs typeface="Century Gothic"/>
              </a:rPr>
              <a:t>3</a:t>
            </a:r>
            <a:r>
              <a:rPr sz="2900" spc="80" dirty="0">
                <a:latin typeface="Century Gothic"/>
                <a:cs typeface="Century Gothic"/>
              </a:rPr>
              <a:t>2</a:t>
            </a:r>
            <a:r>
              <a:rPr sz="2900" spc="40" dirty="0">
                <a:latin typeface="Century Gothic"/>
                <a:cs typeface="Century Gothic"/>
              </a:rPr>
              <a:t> </a:t>
            </a:r>
            <a:r>
              <a:rPr sz="2900" spc="-375" dirty="0">
                <a:latin typeface="Century Gothic"/>
                <a:cs typeface="Century Gothic"/>
              </a:rPr>
              <a:t>y</a:t>
            </a:r>
            <a:r>
              <a:rPr sz="2900" spc="45" dirty="0">
                <a:latin typeface="Century Gothic"/>
                <a:cs typeface="Century Gothic"/>
              </a:rPr>
              <a:t> </a:t>
            </a:r>
            <a:r>
              <a:rPr sz="2900" spc="75" dirty="0">
                <a:latin typeface="Century Gothic"/>
                <a:cs typeface="Century Gothic"/>
              </a:rPr>
              <a:t>6</a:t>
            </a:r>
            <a:r>
              <a:rPr sz="2900" spc="80" dirty="0">
                <a:latin typeface="Century Gothic"/>
                <a:cs typeface="Century Gothic"/>
              </a:rPr>
              <a:t>4</a:t>
            </a:r>
            <a:r>
              <a:rPr sz="2900" spc="45" dirty="0">
                <a:latin typeface="Century Gothic"/>
                <a:cs typeface="Century Gothic"/>
              </a:rPr>
              <a:t> </a:t>
            </a:r>
            <a:r>
              <a:rPr sz="2900" spc="-155" dirty="0">
                <a:latin typeface="Century Gothic"/>
                <a:cs typeface="Century Gothic"/>
              </a:rPr>
              <a:t>bi</a:t>
            </a:r>
            <a:r>
              <a:rPr sz="2900" spc="-135" dirty="0">
                <a:latin typeface="Century Gothic"/>
                <a:cs typeface="Century Gothic"/>
              </a:rPr>
              <a:t>t</a:t>
            </a:r>
            <a:r>
              <a:rPr sz="2900" spc="-150" dirty="0">
                <a:latin typeface="Century Gothic"/>
                <a:cs typeface="Century Gothic"/>
              </a:rPr>
              <a:t>s</a:t>
            </a:r>
            <a:r>
              <a:rPr sz="2900" spc="40" dirty="0">
                <a:latin typeface="Century Gothic"/>
                <a:cs typeface="Century Gothic"/>
              </a:rPr>
              <a:t>.</a:t>
            </a:r>
            <a:endParaRPr sz="2900">
              <a:latin typeface="Century Gothic"/>
              <a:cs typeface="Century Gothic"/>
            </a:endParaRPr>
          </a:p>
          <a:p>
            <a:pPr marL="224790" indent="-212090">
              <a:lnSpc>
                <a:spcPct val="100000"/>
              </a:lnSpc>
              <a:spcBef>
                <a:spcPts val="860"/>
              </a:spcBef>
              <a:buSzPct val="44827"/>
              <a:buFont typeface="MS Gothic"/>
              <a:buChar char="●"/>
              <a:tabLst>
                <a:tab pos="224790" algn="l"/>
              </a:tabLst>
            </a:pPr>
            <a:r>
              <a:rPr sz="2900" spc="5" dirty="0">
                <a:latin typeface="Century Gothic"/>
                <a:cs typeface="Century Gothic"/>
              </a:rPr>
              <a:t>S</a:t>
            </a:r>
            <a:r>
              <a:rPr sz="2900" spc="-265" dirty="0">
                <a:latin typeface="Century Gothic"/>
                <a:cs typeface="Century Gothic"/>
              </a:rPr>
              <a:t>o</a:t>
            </a:r>
            <a:r>
              <a:rPr sz="2900" spc="80" dirty="0">
                <a:latin typeface="Century Gothic"/>
                <a:cs typeface="Century Gothic"/>
              </a:rPr>
              <a:t>l</a:t>
            </a:r>
            <a:r>
              <a:rPr sz="2900" spc="-395" dirty="0">
                <a:latin typeface="Century Gothic"/>
                <a:cs typeface="Century Gothic"/>
              </a:rPr>
              <a:t>a</a:t>
            </a:r>
            <a:r>
              <a:rPr sz="2900" spc="40" dirty="0">
                <a:latin typeface="Century Gothic"/>
                <a:cs typeface="Century Gothic"/>
              </a:rPr>
              <a:t>r</a:t>
            </a:r>
            <a:r>
              <a:rPr sz="2900" spc="80" dirty="0">
                <a:latin typeface="Century Gothic"/>
                <a:cs typeface="Century Gothic"/>
              </a:rPr>
              <a:t>i</a:t>
            </a:r>
            <a:r>
              <a:rPr sz="2900" spc="-15" dirty="0">
                <a:latin typeface="Century Gothic"/>
                <a:cs typeface="Century Gothic"/>
              </a:rPr>
              <a:t>s</a:t>
            </a:r>
            <a:r>
              <a:rPr sz="2900" spc="40" dirty="0">
                <a:latin typeface="Century Gothic"/>
                <a:cs typeface="Century Gothic"/>
              </a:rPr>
              <a:t>.</a:t>
            </a:r>
            <a:endParaRPr sz="29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9185275" cy="3908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56845" algn="ctr">
              <a:lnSpc>
                <a:spcPct val="100000"/>
              </a:lnSpc>
            </a:pPr>
            <a:r>
              <a:rPr sz="4400" spc="-235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4400" spc="-114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325" dirty="0">
                <a:solidFill>
                  <a:srgbClr val="1B1B1B"/>
                </a:solidFill>
                <a:latin typeface="Century Gothic"/>
                <a:cs typeface="Century Gothic"/>
              </a:rPr>
              <a:t>v</a:t>
            </a:r>
            <a:r>
              <a:rPr sz="4400" spc="-114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235" dirty="0">
                <a:solidFill>
                  <a:srgbClr val="1B1B1B"/>
                </a:solidFill>
                <a:latin typeface="Century Gothic"/>
                <a:cs typeface="Century Gothic"/>
              </a:rPr>
              <a:t>gios</a:t>
            </a:r>
            <a:endParaRPr sz="4400">
              <a:latin typeface="Century Gothic"/>
              <a:cs typeface="Century Gothic"/>
            </a:endParaRPr>
          </a:p>
          <a:p>
            <a:pPr marL="12700" marR="771525">
              <a:lnSpc>
                <a:spcPts val="3570"/>
              </a:lnSpc>
              <a:spcBef>
                <a:spcPts val="3410"/>
              </a:spcBef>
            </a:pPr>
            <a:r>
              <a:rPr sz="3000" spc="-300" dirty="0">
                <a:latin typeface="Century Gothic"/>
                <a:cs typeface="Century Gothic"/>
              </a:rPr>
              <a:t>Po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dirty="0">
                <a:latin typeface="Century Gothic"/>
                <a:cs typeface="Century Gothic"/>
              </a:rPr>
              <a:t>SQ</a:t>
            </a:r>
            <a:r>
              <a:rPr sz="3000" spc="-155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459" dirty="0">
                <a:latin typeface="Century Gothic"/>
                <a:cs typeface="Century Gothic"/>
              </a:rPr>
              <a:t>m</a:t>
            </a:r>
            <a:r>
              <a:rPr sz="3000" spc="-31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59" dirty="0">
                <a:latin typeface="Century Gothic"/>
                <a:cs typeface="Century Gothic"/>
              </a:rPr>
              <a:t>m</a:t>
            </a:r>
            <a:r>
              <a:rPr sz="3000" spc="-315" dirty="0">
                <a:latin typeface="Century Gothic"/>
                <a:cs typeface="Century Gothic"/>
              </a:rPr>
              <a:t>o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55" dirty="0">
                <a:latin typeface="Century Gothic"/>
                <a:cs typeface="Century Gothic"/>
              </a:rPr>
              <a:t>i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95" dirty="0">
                <a:latin typeface="Century Gothic"/>
                <a:cs typeface="Century Gothic"/>
              </a:rPr>
              <a:t>U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65" dirty="0">
                <a:latin typeface="Century Gothic"/>
                <a:cs typeface="Century Gothic"/>
              </a:rPr>
              <a:t>x</a:t>
            </a:r>
            <a:r>
              <a:rPr sz="3000" spc="-100" dirty="0">
                <a:latin typeface="Century Gothic"/>
                <a:cs typeface="Century Gothic"/>
              </a:rPr>
              <a:t>/</a:t>
            </a:r>
            <a:r>
              <a:rPr sz="3000" spc="-50" dirty="0">
                <a:latin typeface="Century Gothic"/>
                <a:cs typeface="Century Gothic"/>
              </a:rPr>
              <a:t>L</a:t>
            </a:r>
            <a:r>
              <a:rPr sz="3000" spc="-15" dirty="0">
                <a:latin typeface="Century Gothic"/>
                <a:cs typeface="Century Gothic"/>
              </a:rPr>
              <a:t>i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260" dirty="0">
                <a:latin typeface="Century Gothic"/>
                <a:cs typeface="Century Gothic"/>
              </a:rPr>
              <a:t>x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12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380" dirty="0">
                <a:latin typeface="Century Gothic"/>
                <a:cs typeface="Century Gothic"/>
              </a:rPr>
              <a:t>v</a:t>
            </a:r>
            <a:r>
              <a:rPr sz="3000" spc="-175" dirty="0">
                <a:latin typeface="Century Gothic"/>
                <a:cs typeface="Century Gothic"/>
              </a:rPr>
              <a:t>ic</a:t>
            </a:r>
            <a:r>
              <a:rPr sz="3000" spc="-75" dirty="0">
                <a:latin typeface="Century Gothic"/>
                <a:cs typeface="Century Gothic"/>
              </a:rPr>
              <a:t>i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95" dirty="0">
                <a:latin typeface="Century Gothic"/>
                <a:cs typeface="Century Gothic"/>
              </a:rPr>
              <a:t>W</a:t>
            </a:r>
            <a:r>
              <a:rPr sz="3000" spc="-15" dirty="0">
                <a:latin typeface="Century Gothic"/>
                <a:cs typeface="Century Gothic"/>
              </a:rPr>
              <a:t>i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05" dirty="0">
                <a:latin typeface="Century Gothic"/>
                <a:cs typeface="Century Gothic"/>
              </a:rPr>
              <a:t>w</a:t>
            </a:r>
            <a:r>
              <a:rPr sz="3000" spc="-190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4"/>
              </a:spcBef>
            </a:pPr>
            <a:endParaRPr sz="4250">
              <a:latin typeface="Times New Roman"/>
              <a:cs typeface="Times New Roman"/>
            </a:endParaRPr>
          </a:p>
          <a:p>
            <a:pPr marL="12700" marR="5080">
              <a:lnSpc>
                <a:spcPct val="99300"/>
              </a:lnSpc>
            </a:pPr>
            <a:r>
              <a:rPr sz="3000" spc="204" dirty="0">
                <a:latin typeface="Century Gothic"/>
                <a:cs typeface="Century Gothic"/>
              </a:rPr>
              <a:t>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300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p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530" dirty="0">
                <a:latin typeface="Century Gothic"/>
                <a:cs typeface="Century Gothic"/>
              </a:rPr>
              <a:t>c</a:t>
            </a:r>
            <a:r>
              <a:rPr sz="3000" spc="-52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05" dirty="0">
                <a:latin typeface="Century Gothic"/>
                <a:cs typeface="Century Gothic"/>
              </a:rPr>
              <a:t>y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455" dirty="0">
                <a:latin typeface="Century Gothic"/>
                <a:cs typeface="Century Gothic"/>
              </a:rPr>
              <a:t>c</a:t>
            </a:r>
            <a:r>
              <a:rPr sz="3000" spc="-425" dirty="0">
                <a:latin typeface="Century Gothic"/>
                <a:cs typeface="Century Gothic"/>
              </a:rPr>
              <a:t>h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380" dirty="0">
                <a:latin typeface="Century Gothic"/>
                <a:cs typeface="Century Gothic"/>
              </a:rPr>
              <a:t>v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28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300" dirty="0">
                <a:latin typeface="Century Gothic"/>
                <a:cs typeface="Century Gothic"/>
              </a:rPr>
              <a:t>Po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dirty="0">
                <a:latin typeface="Century Gothic"/>
                <a:cs typeface="Century Gothic"/>
              </a:rPr>
              <a:t>SQ</a:t>
            </a:r>
            <a:r>
              <a:rPr sz="3000" spc="-155" dirty="0">
                <a:latin typeface="Century Gothic"/>
                <a:cs typeface="Century Gothic"/>
              </a:rPr>
              <a:t>L</a:t>
            </a:r>
            <a:r>
              <a:rPr sz="3000" spc="-95" dirty="0">
                <a:latin typeface="Century Gothic"/>
                <a:cs typeface="Century Gothic"/>
              </a:rPr>
              <a:t> 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30" dirty="0">
                <a:latin typeface="Century Gothic"/>
                <a:cs typeface="Century Gothic"/>
              </a:rPr>
              <a:t>b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p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530" dirty="0">
                <a:latin typeface="Century Gothic"/>
                <a:cs typeface="Century Gothic"/>
              </a:rPr>
              <a:t>c</a:t>
            </a:r>
            <a:r>
              <a:rPr sz="3000" spc="-52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170" dirty="0">
                <a:latin typeface="Century Gothic"/>
                <a:cs typeface="Century Gothic"/>
              </a:rPr>
              <a:t>u</a:t>
            </a:r>
            <a:r>
              <a:rPr sz="3000" spc="-105" dirty="0">
                <a:latin typeface="Century Gothic"/>
                <a:cs typeface="Century Gothic"/>
              </a:rPr>
              <a:t>s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55" dirty="0">
                <a:latin typeface="Century Gothic"/>
                <a:cs typeface="Century Gothic"/>
              </a:rPr>
              <a:t>i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dirty="0">
                <a:latin typeface="Century Gothic"/>
                <a:cs typeface="Century Gothic"/>
              </a:rPr>
              <a:t>S</a:t>
            </a:r>
            <a:r>
              <a:rPr sz="3000" spc="15" dirty="0">
                <a:latin typeface="Century Gothic"/>
                <a:cs typeface="Century Gothic"/>
              </a:rPr>
              <a:t>i</a:t>
            </a:r>
            <a:r>
              <a:rPr sz="3000" spc="50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dirty="0">
                <a:latin typeface="Century Gothic"/>
                <a:cs typeface="Century Gothic"/>
              </a:rPr>
              <a:t>O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85" dirty="0">
                <a:latin typeface="Century Gothic"/>
                <a:cs typeface="Century Gothic"/>
              </a:rPr>
              <a:t>i</a:t>
            </a:r>
            <a:r>
              <a:rPr sz="3000" spc="-215" dirty="0">
                <a:latin typeface="Century Gothic"/>
                <a:cs typeface="Century Gothic"/>
              </a:rPr>
              <a:t>v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20" dirty="0">
                <a:latin typeface="Century Gothic"/>
                <a:cs typeface="Century Gothic"/>
              </a:rPr>
              <a:t>(</a:t>
            </a:r>
            <a:r>
              <a:rPr sz="3000" spc="-350" dirty="0">
                <a:latin typeface="Century Gothic"/>
                <a:cs typeface="Century Gothic"/>
              </a:rPr>
              <a:t>n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125" dirty="0">
                <a:latin typeface="Century Gothic"/>
                <a:cs typeface="Century Gothic"/>
              </a:rPr>
              <a:t> 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30" dirty="0">
                <a:latin typeface="Century Gothic"/>
                <a:cs typeface="Century Gothic"/>
              </a:rPr>
              <a:t>q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95" dirty="0">
                <a:latin typeface="Century Gothic"/>
                <a:cs typeface="Century Gothic"/>
              </a:rPr>
              <a:t>i</a:t>
            </a:r>
            <a:r>
              <a:rPr sz="3000" spc="-29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p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380" dirty="0">
                <a:latin typeface="Century Gothic"/>
                <a:cs typeface="Century Gothic"/>
              </a:rPr>
              <a:t>v</a:t>
            </a:r>
            <a:r>
              <a:rPr sz="3000" spc="75" dirty="0">
                <a:latin typeface="Century Gothic"/>
                <a:cs typeface="Century Gothic"/>
              </a:rPr>
              <a:t>i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-55" dirty="0">
                <a:latin typeface="Century Gothic"/>
                <a:cs typeface="Century Gothic"/>
              </a:rPr>
              <a:t>i</a:t>
            </a:r>
            <a:r>
              <a:rPr sz="3000" spc="-150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310" dirty="0">
                <a:latin typeface="Century Gothic"/>
                <a:cs typeface="Century Gothic"/>
              </a:rPr>
              <a:t>)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9031605" cy="3453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3175" algn="ctr">
              <a:lnSpc>
                <a:spcPct val="100000"/>
              </a:lnSpc>
            </a:pPr>
            <a:r>
              <a:rPr sz="4400" spc="-235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4400" spc="-114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325" dirty="0">
                <a:solidFill>
                  <a:srgbClr val="1B1B1B"/>
                </a:solidFill>
                <a:latin typeface="Century Gothic"/>
                <a:cs typeface="Century Gothic"/>
              </a:rPr>
              <a:t>v</a:t>
            </a:r>
            <a:r>
              <a:rPr sz="4400" spc="-114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235" dirty="0">
                <a:solidFill>
                  <a:srgbClr val="1B1B1B"/>
                </a:solidFill>
                <a:latin typeface="Century Gothic"/>
                <a:cs typeface="Century Gothic"/>
              </a:rPr>
              <a:t>gios</a:t>
            </a:r>
            <a:endParaRPr sz="4400">
              <a:latin typeface="Century Gothic"/>
              <a:cs typeface="Century Gothic"/>
            </a:endParaRPr>
          </a:p>
          <a:p>
            <a:pPr marL="12700" marR="5080">
              <a:lnSpc>
                <a:spcPts val="3570"/>
              </a:lnSpc>
              <a:spcBef>
                <a:spcPts val="3410"/>
              </a:spcBef>
            </a:pPr>
            <a:r>
              <a:rPr sz="3000" spc="-300" dirty="0">
                <a:latin typeface="Century Gothic"/>
                <a:cs typeface="Century Gothic"/>
              </a:rPr>
              <a:t>Po</a:t>
            </a:r>
            <a:r>
              <a:rPr sz="3000" spc="35" dirty="0">
                <a:latin typeface="Century Gothic"/>
                <a:cs typeface="Century Gothic"/>
              </a:rPr>
              <a:t>r 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185" dirty="0">
                <a:latin typeface="Century Gothic"/>
                <a:cs typeface="Century Gothic"/>
              </a:rPr>
              <a:t>z</a:t>
            </a:r>
            <a:r>
              <a:rPr sz="3000" spc="-270" dirty="0">
                <a:latin typeface="Century Gothic"/>
                <a:cs typeface="Century Gothic"/>
              </a:rPr>
              <a:t>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30" dirty="0">
                <a:latin typeface="Century Gothic"/>
                <a:cs typeface="Century Gothic"/>
              </a:rPr>
              <a:t>,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170" dirty="0">
                <a:latin typeface="Century Gothic"/>
                <a:cs typeface="Century Gothic"/>
              </a:rPr>
              <a:t>u</a:t>
            </a:r>
            <a:r>
              <a:rPr sz="3000" spc="-105" dirty="0">
                <a:latin typeface="Century Gothic"/>
                <a:cs typeface="Century Gothic"/>
              </a:rPr>
              <a:t>s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dirty="0">
                <a:latin typeface="Century Gothic"/>
                <a:cs typeface="Century Gothic"/>
              </a:rPr>
              <a:t>S</a:t>
            </a:r>
            <a:r>
              <a:rPr sz="3000" spc="15" dirty="0">
                <a:latin typeface="Century Gothic"/>
                <a:cs typeface="Century Gothic"/>
              </a:rPr>
              <a:t>i</a:t>
            </a:r>
            <a:r>
              <a:rPr sz="3000" spc="50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45" dirty="0">
                <a:latin typeface="Century Gothic"/>
                <a:cs typeface="Century Gothic"/>
              </a:rPr>
              <a:t>ma</a:t>
            </a:r>
            <a:r>
              <a:rPr sz="3000" spc="-155" dirty="0">
                <a:latin typeface="Century Gothic"/>
                <a:cs typeface="Century Gothic"/>
              </a:rPr>
              <a:t> </a:t>
            </a:r>
            <a:r>
              <a:rPr sz="3000" dirty="0">
                <a:latin typeface="Century Gothic"/>
                <a:cs typeface="Century Gothic"/>
              </a:rPr>
              <a:t>O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85" dirty="0">
                <a:latin typeface="Century Gothic"/>
                <a:cs typeface="Century Gothic"/>
              </a:rPr>
              <a:t>i</a:t>
            </a:r>
            <a:r>
              <a:rPr sz="3000" spc="-215" dirty="0">
                <a:latin typeface="Century Gothic"/>
                <a:cs typeface="Century Gothic"/>
              </a:rPr>
              <a:t>v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85" dirty="0">
                <a:latin typeface="Century Gothic"/>
                <a:cs typeface="Century Gothic"/>
              </a:rPr>
              <a:t>no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30" dirty="0">
                <a:latin typeface="Century Gothic"/>
                <a:cs typeface="Century Gothic"/>
              </a:rPr>
              <a:t>b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oo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65" dirty="0">
                <a:latin typeface="Century Gothic"/>
                <a:cs typeface="Century Gothic"/>
              </a:rPr>
              <a:t>u</a:t>
            </a:r>
            <a:r>
              <a:rPr sz="3000" spc="-245" dirty="0">
                <a:latin typeface="Century Gothic"/>
                <a:cs typeface="Century Gothic"/>
              </a:rPr>
              <a:t>n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40" dirty="0">
                <a:latin typeface="Century Gothic"/>
                <a:cs typeface="Century Gothic"/>
              </a:rPr>
              <a:t>cu</a:t>
            </a:r>
            <a:r>
              <a:rPr sz="3000" spc="-450" dirty="0">
                <a:latin typeface="Century Gothic"/>
                <a:cs typeface="Century Gothic"/>
              </a:rPr>
              <a:t>e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315" dirty="0">
                <a:latin typeface="Century Gothic"/>
                <a:cs typeface="Century Gothic"/>
              </a:rPr>
              <a:t>m</a:t>
            </a:r>
            <a:r>
              <a:rPr sz="3000" spc="-65" dirty="0">
                <a:latin typeface="Century Gothic"/>
                <a:cs typeface="Century Gothic"/>
              </a:rPr>
              <a:t>i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325" dirty="0">
                <a:latin typeface="Century Gothic"/>
                <a:cs typeface="Century Gothic"/>
              </a:rPr>
              <a:t>v</a:t>
            </a:r>
            <a:r>
              <a:rPr sz="3000" spc="-37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"/>
              </a:spcBef>
            </a:pPr>
            <a:endParaRPr sz="4350">
              <a:latin typeface="Times New Roman"/>
              <a:cs typeface="Times New Roman"/>
            </a:endParaRPr>
          </a:p>
          <a:p>
            <a:pPr marL="12700" marR="12065">
              <a:lnSpc>
                <a:spcPts val="3570"/>
              </a:lnSpc>
            </a:pPr>
            <a:r>
              <a:rPr sz="3000" spc="-80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170" dirty="0">
                <a:latin typeface="Century Gothic"/>
                <a:cs typeface="Century Gothic"/>
              </a:rPr>
              <a:t>u</a:t>
            </a:r>
            <a:r>
              <a:rPr sz="3000" spc="-95" dirty="0">
                <a:latin typeface="Century Gothic"/>
                <a:cs typeface="Century Gothic"/>
              </a:rPr>
              <a:t>s</a:t>
            </a:r>
            <a:r>
              <a:rPr sz="3000" spc="-335" dirty="0">
                <a:latin typeface="Century Gothic"/>
                <a:cs typeface="Century Gothic"/>
              </a:rPr>
              <a:t>u</a:t>
            </a:r>
            <a:r>
              <a:rPr sz="3000" spc="-370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dirty="0">
                <a:latin typeface="Century Gothic"/>
                <a:cs typeface="Century Gothic"/>
              </a:rPr>
              <a:t>S</a:t>
            </a:r>
            <a:r>
              <a:rPr sz="3000" spc="15" dirty="0">
                <a:latin typeface="Century Gothic"/>
                <a:cs typeface="Century Gothic"/>
              </a:rPr>
              <a:t>i</a:t>
            </a:r>
            <a:r>
              <a:rPr sz="3000" spc="4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515" dirty="0">
                <a:latin typeface="Century Gothic"/>
                <a:cs typeface="Century Gothic"/>
              </a:rPr>
              <a:t>m</a:t>
            </a:r>
            <a:r>
              <a:rPr sz="3000" spc="-370" dirty="0">
                <a:latin typeface="Century Gothic"/>
                <a:cs typeface="Century Gothic"/>
              </a:rPr>
              <a:t>a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dirty="0">
                <a:latin typeface="Century Gothic"/>
                <a:cs typeface="Century Gothic"/>
              </a:rPr>
              <a:t>O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380" dirty="0">
                <a:latin typeface="Century Gothic"/>
                <a:cs typeface="Century Gothic"/>
              </a:rPr>
              <a:t>v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390" dirty="0">
                <a:latin typeface="Century Gothic"/>
                <a:cs typeface="Century Gothic"/>
              </a:rPr>
              <a:t>g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285" dirty="0">
                <a:latin typeface="Century Gothic"/>
                <a:cs typeface="Century Gothic"/>
              </a:rPr>
              <a:t>no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-200" dirty="0">
                <a:latin typeface="Century Gothic"/>
                <a:cs typeface="Century Gothic"/>
              </a:rPr>
              <a:t> 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35" dirty="0">
                <a:latin typeface="Century Gothic"/>
                <a:cs typeface="Century Gothic"/>
              </a:rPr>
              <a:t>ci</a:t>
            </a:r>
            <a:r>
              <a:rPr sz="3000" spc="-355" dirty="0">
                <a:latin typeface="Century Gothic"/>
                <a:cs typeface="Century Gothic"/>
              </a:rPr>
              <a:t>ó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40" dirty="0">
                <a:latin typeface="Century Gothic"/>
                <a:cs typeface="Century Gothic"/>
              </a:rPr>
              <a:t>cu</a:t>
            </a:r>
            <a:r>
              <a:rPr sz="3000" spc="-450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170" dirty="0">
                <a:latin typeface="Century Gothic"/>
                <a:cs typeface="Century Gothic"/>
              </a:rPr>
              <a:t>u</a:t>
            </a:r>
            <a:r>
              <a:rPr sz="3000" spc="-95" dirty="0">
                <a:latin typeface="Century Gothic"/>
                <a:cs typeface="Century Gothic"/>
              </a:rPr>
              <a:t>s</a:t>
            </a:r>
            <a:r>
              <a:rPr sz="3000" spc="-335" dirty="0">
                <a:latin typeface="Century Gothic"/>
                <a:cs typeface="Century Gothic"/>
              </a:rPr>
              <a:t>u</a:t>
            </a:r>
            <a:r>
              <a:rPr sz="3000" spc="-370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ba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5732145" cy="4868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76650">
              <a:lnSpc>
                <a:spcPct val="100000"/>
              </a:lnSpc>
            </a:pPr>
            <a:r>
              <a:rPr sz="4400" spc="1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59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4400" spc="-560" dirty="0">
                <a:solidFill>
                  <a:srgbClr val="1B1B1B"/>
                </a:solidFill>
                <a:latin typeface="Century Gothic"/>
                <a:cs typeface="Century Gothic"/>
              </a:rPr>
              <a:t>en</a:t>
            </a:r>
            <a:endParaRPr sz="4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269"/>
              </a:spcBef>
            </a:pPr>
            <a:r>
              <a:rPr sz="3000" b="1" spc="240" dirty="0">
                <a:latin typeface="Tahoma"/>
                <a:cs typeface="Tahoma"/>
              </a:rPr>
              <a:t>O</a:t>
            </a:r>
            <a:r>
              <a:rPr sz="3000" b="1" spc="10" dirty="0">
                <a:latin typeface="Tahoma"/>
                <a:cs typeface="Tahoma"/>
              </a:rPr>
              <a:t>r</a:t>
            </a:r>
            <a:r>
              <a:rPr sz="3000" b="1" spc="40" dirty="0">
                <a:latin typeface="Tahoma"/>
                <a:cs typeface="Tahoma"/>
              </a:rPr>
              <a:t>ig</a:t>
            </a:r>
            <a:r>
              <a:rPr sz="3000" b="1" spc="35" dirty="0">
                <a:latin typeface="Tahoma"/>
                <a:cs typeface="Tahoma"/>
              </a:rPr>
              <a:t>en</a:t>
            </a:r>
            <a:r>
              <a:rPr sz="3000" b="1" spc="45" dirty="0">
                <a:latin typeface="Tahoma"/>
                <a:cs typeface="Tahoma"/>
              </a:rPr>
              <a:t> </a:t>
            </a:r>
            <a:r>
              <a:rPr sz="3000" b="1" spc="-50" dirty="0">
                <a:latin typeface="Tahoma"/>
                <a:cs typeface="Tahoma"/>
              </a:rPr>
              <a:t>B</a:t>
            </a:r>
            <a:r>
              <a:rPr sz="3000" b="1" spc="15" dirty="0">
                <a:latin typeface="Tahoma"/>
                <a:cs typeface="Tahoma"/>
              </a:rPr>
              <a:t>i</a:t>
            </a:r>
            <a:r>
              <a:rPr sz="3000" b="1" spc="25" dirty="0">
                <a:latin typeface="Tahoma"/>
                <a:cs typeface="Tahoma"/>
              </a:rPr>
              <a:t>n</a:t>
            </a:r>
            <a:r>
              <a:rPr sz="3000" b="1" spc="85" dirty="0">
                <a:latin typeface="Tahoma"/>
                <a:cs typeface="Tahoma"/>
              </a:rPr>
              <a:t>ar</a:t>
            </a:r>
            <a:r>
              <a:rPr sz="3000" b="1" spc="40" dirty="0">
                <a:latin typeface="Tahoma"/>
                <a:cs typeface="Tahoma"/>
              </a:rPr>
              <a:t>i</a:t>
            </a:r>
            <a:r>
              <a:rPr sz="3000" b="1" spc="-10" dirty="0">
                <a:latin typeface="Tahoma"/>
                <a:cs typeface="Tahoma"/>
              </a:rPr>
              <a:t>o</a:t>
            </a:r>
            <a:r>
              <a:rPr sz="3000" b="1" spc="-70" dirty="0">
                <a:latin typeface="Tahoma"/>
                <a:cs typeface="Tahoma"/>
              </a:rPr>
              <a:t>:</a:t>
            </a:r>
            <a:endParaRPr sz="3000">
              <a:latin typeface="Tahoma"/>
              <a:cs typeface="Tahoma"/>
            </a:endParaRPr>
          </a:p>
          <a:p>
            <a:pPr marL="1206500" indent="-736600">
              <a:lnSpc>
                <a:spcPct val="100000"/>
              </a:lnSpc>
              <a:spcBef>
                <a:spcPts val="1120"/>
              </a:spcBef>
              <a:buFont typeface="Wingdings"/>
              <a:buChar char=""/>
              <a:tabLst>
                <a:tab pos="1206500" algn="l"/>
              </a:tabLst>
            </a:pPr>
            <a:r>
              <a:rPr sz="3000" spc="-70" dirty="0">
                <a:latin typeface="Century Gothic"/>
                <a:cs typeface="Century Gothic"/>
              </a:rPr>
              <a:t>I</a:t>
            </a:r>
            <a:r>
              <a:rPr sz="3000" spc="-165" dirty="0">
                <a:latin typeface="Century Gothic"/>
                <a:cs typeface="Century Gothic"/>
              </a:rPr>
              <a:t>n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265" dirty="0">
                <a:latin typeface="Century Gothic"/>
                <a:cs typeface="Century Gothic"/>
              </a:rPr>
              <a:t>u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175" dirty="0">
                <a:latin typeface="Century Gothic"/>
                <a:cs typeface="Century Gothic"/>
              </a:rPr>
              <a:t>cl</a:t>
            </a:r>
            <a:r>
              <a:rPr sz="3000" spc="-80" dirty="0">
                <a:latin typeface="Century Gothic"/>
                <a:cs typeface="Century Gothic"/>
              </a:rPr>
              <a:t>i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1206500" indent="-736600">
              <a:lnSpc>
                <a:spcPct val="100000"/>
              </a:lnSpc>
              <a:spcBef>
                <a:spcPts val="830"/>
              </a:spcBef>
              <a:buFont typeface="Wingdings"/>
              <a:buChar char=""/>
              <a:tabLst>
                <a:tab pos="1206500" algn="l"/>
              </a:tabLst>
            </a:pPr>
            <a:r>
              <a:rPr sz="3000" spc="-355" dirty="0">
                <a:latin typeface="Century Gothic"/>
                <a:cs typeface="Century Gothic"/>
              </a:rPr>
              <a:t>R</a:t>
            </a:r>
            <a:r>
              <a:rPr sz="3000" spc="-370" dirty="0">
                <a:latin typeface="Century Gothic"/>
                <a:cs typeface="Century Gothic"/>
              </a:rPr>
              <a:t>e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45" dirty="0">
                <a:latin typeface="Century Gothic"/>
                <a:cs typeface="Century Gothic"/>
              </a:rPr>
              <a:t>H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95" dirty="0">
                <a:latin typeface="Century Gothic"/>
                <a:cs typeface="Century Gothic"/>
              </a:rPr>
              <a:t>(</a:t>
            </a:r>
            <a:r>
              <a:rPr sz="3000" spc="-254" dirty="0">
                <a:latin typeface="Century Gothic"/>
                <a:cs typeface="Century Gothic"/>
              </a:rPr>
              <a:t>R</a:t>
            </a:r>
            <a:r>
              <a:rPr sz="3000" spc="-275" dirty="0">
                <a:latin typeface="Century Gothic"/>
                <a:cs typeface="Century Gothic"/>
              </a:rPr>
              <a:t>PM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675" dirty="0">
                <a:latin typeface="Century Gothic"/>
                <a:cs typeface="Century Gothic"/>
              </a:rPr>
              <a:t>+</a:t>
            </a:r>
            <a:r>
              <a:rPr sz="3000" spc="-315" dirty="0">
                <a:latin typeface="Century Gothic"/>
                <a:cs typeface="Century Gothic"/>
              </a:rPr>
              <a:t>yu</a:t>
            </a:r>
            <a:r>
              <a:rPr sz="3000" spc="-505" dirty="0">
                <a:latin typeface="Century Gothic"/>
                <a:cs typeface="Century Gothic"/>
              </a:rPr>
              <a:t>m</a:t>
            </a:r>
            <a:r>
              <a:rPr sz="3000" spc="-145" dirty="0">
                <a:latin typeface="Century Gothic"/>
                <a:cs typeface="Century Gothic"/>
              </a:rPr>
              <a:t>).</a:t>
            </a:r>
            <a:endParaRPr sz="3000">
              <a:latin typeface="Century Gothic"/>
              <a:cs typeface="Century Gothic"/>
            </a:endParaRPr>
          </a:p>
          <a:p>
            <a:pPr marL="1206500" indent="-736600">
              <a:lnSpc>
                <a:spcPct val="100000"/>
              </a:lnSpc>
              <a:spcBef>
                <a:spcPts val="830"/>
              </a:spcBef>
              <a:buFont typeface="Wingdings"/>
              <a:buChar char=""/>
              <a:tabLst>
                <a:tab pos="1206500" algn="l"/>
              </a:tabLst>
            </a:pPr>
            <a:r>
              <a:rPr sz="3000" spc="-155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30" dirty="0">
                <a:latin typeface="Century Gothic"/>
                <a:cs typeface="Century Gothic"/>
              </a:rPr>
              <a:t>b</a:t>
            </a:r>
            <a:r>
              <a:rPr sz="3000" spc="-85" dirty="0">
                <a:latin typeface="Century Gothic"/>
                <a:cs typeface="Century Gothic"/>
              </a:rPr>
              <a:t>i</a:t>
            </a:r>
            <a:r>
              <a:rPr sz="3000" spc="-254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5" dirty="0">
                <a:latin typeface="Century Gothic"/>
                <a:cs typeface="Century Gothic"/>
              </a:rPr>
              <a:t>/</a:t>
            </a:r>
            <a:r>
              <a:rPr sz="3000" dirty="0">
                <a:latin typeface="Century Gothic"/>
                <a:cs typeface="Century Gothic"/>
              </a:rPr>
              <a:t>U</a:t>
            </a:r>
            <a:r>
              <a:rPr sz="3000" spc="-430" dirty="0">
                <a:latin typeface="Century Gothic"/>
                <a:cs typeface="Century Gothic"/>
              </a:rPr>
              <a:t>b</a:t>
            </a:r>
            <a:r>
              <a:rPr sz="3000" spc="-265" dirty="0">
                <a:latin typeface="Century Gothic"/>
                <a:cs typeface="Century Gothic"/>
              </a:rPr>
              <a:t>u</a:t>
            </a:r>
            <a:r>
              <a:rPr sz="3000" spc="-245" dirty="0">
                <a:latin typeface="Century Gothic"/>
                <a:cs typeface="Century Gothic"/>
              </a:rPr>
              <a:t>n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260" dirty="0">
                <a:latin typeface="Century Gothic"/>
                <a:cs typeface="Century Gothic"/>
              </a:rPr>
              <a:t>u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310" dirty="0">
                <a:latin typeface="Century Gothic"/>
                <a:cs typeface="Century Gothic"/>
              </a:rPr>
              <a:t>(</a:t>
            </a:r>
            <a:r>
              <a:rPr sz="3000" spc="-155" dirty="0">
                <a:latin typeface="Century Gothic"/>
                <a:cs typeface="Century Gothic"/>
              </a:rPr>
              <a:t>D</a:t>
            </a:r>
            <a:r>
              <a:rPr sz="3000" spc="-80" dirty="0">
                <a:latin typeface="Century Gothic"/>
                <a:cs typeface="Century Gothic"/>
              </a:rPr>
              <a:t>E</a:t>
            </a:r>
            <a:r>
              <a:rPr sz="3000" spc="-70" dirty="0">
                <a:latin typeface="Century Gothic"/>
                <a:cs typeface="Century Gothic"/>
              </a:rPr>
              <a:t>B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675" dirty="0">
                <a:latin typeface="Century Gothic"/>
                <a:cs typeface="Century Gothic"/>
              </a:rPr>
              <a:t>+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15" dirty="0">
                <a:latin typeface="Century Gothic"/>
                <a:cs typeface="Century Gothic"/>
              </a:rPr>
              <a:t>p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310" dirty="0">
                <a:latin typeface="Century Gothic"/>
                <a:cs typeface="Century Gothic"/>
              </a:rPr>
              <a:t>)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1206500" indent="-736600">
              <a:lnSpc>
                <a:spcPct val="100000"/>
              </a:lnSpc>
              <a:spcBef>
                <a:spcPts val="819"/>
              </a:spcBef>
              <a:buFont typeface="Wingdings"/>
              <a:buChar char=""/>
              <a:tabLst>
                <a:tab pos="1206500" algn="l"/>
              </a:tabLst>
            </a:pPr>
            <a:r>
              <a:rPr sz="3000" spc="40" dirty="0">
                <a:latin typeface="Century Gothic"/>
                <a:cs typeface="Century Gothic"/>
              </a:rPr>
              <a:t>F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ee</a:t>
            </a:r>
            <a:r>
              <a:rPr sz="3000" spc="-65" dirty="0">
                <a:latin typeface="Century Gothic"/>
                <a:cs typeface="Century Gothic"/>
              </a:rPr>
              <a:t>B</a:t>
            </a:r>
            <a:r>
              <a:rPr sz="3000" dirty="0">
                <a:latin typeface="Century Gothic"/>
                <a:cs typeface="Century Gothic"/>
              </a:rPr>
              <a:t>S</a:t>
            </a:r>
            <a:r>
              <a:rPr sz="3000" spc="-160" dirty="0">
                <a:latin typeface="Century Gothic"/>
                <a:cs typeface="Century Gothic"/>
              </a:rPr>
              <a:t>D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1206500" indent="-736600">
              <a:lnSpc>
                <a:spcPct val="100000"/>
              </a:lnSpc>
              <a:spcBef>
                <a:spcPts val="830"/>
              </a:spcBef>
              <a:buFont typeface="Wingdings"/>
              <a:buChar char=""/>
              <a:tabLst>
                <a:tab pos="1206500" algn="l"/>
              </a:tabLst>
            </a:pPr>
            <a:r>
              <a:rPr sz="3000" dirty="0">
                <a:latin typeface="Century Gothic"/>
                <a:cs typeface="Century Gothic"/>
              </a:rPr>
              <a:t>S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85" dirty="0">
                <a:latin typeface="Century Gothic"/>
                <a:cs typeface="Century Gothic"/>
              </a:rPr>
              <a:t>l</a:t>
            </a:r>
            <a:r>
              <a:rPr sz="3000" spc="-254" dirty="0">
                <a:latin typeface="Century Gothic"/>
                <a:cs typeface="Century Gothic"/>
              </a:rPr>
              <a:t>a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p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15" dirty="0">
                <a:latin typeface="Century Gothic"/>
                <a:cs typeface="Century Gothic"/>
              </a:rPr>
              <a:t>c</a:t>
            </a:r>
            <a:r>
              <a:rPr sz="3000" spc="-375" dirty="0">
                <a:latin typeface="Century Gothic"/>
                <a:cs typeface="Century Gothic"/>
              </a:rPr>
              <a:t>ka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1206500" indent="-736600">
              <a:lnSpc>
                <a:spcPct val="100000"/>
              </a:lnSpc>
              <a:spcBef>
                <a:spcPts val="830"/>
              </a:spcBef>
              <a:buFont typeface="Wingdings"/>
              <a:buChar char=""/>
              <a:tabLst>
                <a:tab pos="1206500" algn="l"/>
              </a:tabLst>
            </a:pPr>
            <a:r>
              <a:rPr sz="3000" spc="-70" dirty="0">
                <a:latin typeface="Century Gothic"/>
                <a:cs typeface="Century Gothic"/>
              </a:rPr>
              <a:t>I</a:t>
            </a:r>
            <a:r>
              <a:rPr sz="3000" spc="-165" dirty="0">
                <a:latin typeface="Century Gothic"/>
                <a:cs typeface="Century Gothic"/>
              </a:rPr>
              <a:t>n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04" dirty="0">
                <a:latin typeface="Century Gothic"/>
                <a:cs typeface="Century Gothic"/>
              </a:rPr>
              <a:t>W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575" dirty="0">
                <a:latin typeface="Century Gothic"/>
                <a:cs typeface="Century Gothic"/>
              </a:rPr>
              <a:t>w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7352665" cy="20567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76650">
              <a:lnSpc>
                <a:spcPct val="100000"/>
              </a:lnSpc>
            </a:pPr>
            <a:r>
              <a:rPr sz="4400" spc="1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59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4400" spc="-560" dirty="0">
                <a:solidFill>
                  <a:srgbClr val="1B1B1B"/>
                </a:solidFill>
                <a:latin typeface="Century Gothic"/>
                <a:cs typeface="Century Gothic"/>
              </a:rPr>
              <a:t>en</a:t>
            </a:r>
            <a:endParaRPr sz="4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269"/>
              </a:spcBef>
            </a:pPr>
            <a:r>
              <a:rPr sz="3000" b="1" spc="240" dirty="0">
                <a:latin typeface="Tahoma"/>
                <a:cs typeface="Tahoma"/>
              </a:rPr>
              <a:t>O</a:t>
            </a:r>
            <a:r>
              <a:rPr sz="3000" b="1" spc="10" dirty="0">
                <a:latin typeface="Tahoma"/>
                <a:cs typeface="Tahoma"/>
              </a:rPr>
              <a:t>r</a:t>
            </a:r>
            <a:r>
              <a:rPr sz="3000" b="1" spc="40" dirty="0">
                <a:latin typeface="Tahoma"/>
                <a:cs typeface="Tahoma"/>
              </a:rPr>
              <a:t>ig</a:t>
            </a:r>
            <a:r>
              <a:rPr sz="3000" b="1" spc="35" dirty="0">
                <a:latin typeface="Tahoma"/>
                <a:cs typeface="Tahoma"/>
              </a:rPr>
              <a:t>en</a:t>
            </a:r>
            <a:r>
              <a:rPr sz="3000" b="1" spc="45" dirty="0">
                <a:latin typeface="Tahoma"/>
                <a:cs typeface="Tahoma"/>
              </a:rPr>
              <a:t> </a:t>
            </a:r>
            <a:r>
              <a:rPr sz="3000" b="1" spc="-120" dirty="0">
                <a:latin typeface="Tahoma"/>
                <a:cs typeface="Tahoma"/>
              </a:rPr>
              <a:t>C</a:t>
            </a:r>
            <a:r>
              <a:rPr sz="3000" b="1" spc="-10" dirty="0">
                <a:latin typeface="Tahoma"/>
                <a:cs typeface="Tahoma"/>
              </a:rPr>
              <a:t>ó</a:t>
            </a:r>
            <a:r>
              <a:rPr sz="3000" b="1" spc="70" dirty="0">
                <a:latin typeface="Tahoma"/>
                <a:cs typeface="Tahoma"/>
              </a:rPr>
              <a:t>d</a:t>
            </a:r>
            <a:r>
              <a:rPr sz="3000" b="1" spc="25" dirty="0">
                <a:latin typeface="Tahoma"/>
                <a:cs typeface="Tahoma"/>
              </a:rPr>
              <a:t>i</a:t>
            </a:r>
            <a:r>
              <a:rPr sz="3000" b="1" spc="30" dirty="0">
                <a:latin typeface="Tahoma"/>
                <a:cs typeface="Tahoma"/>
              </a:rPr>
              <a:t>g</a:t>
            </a:r>
            <a:r>
              <a:rPr sz="3000" b="1" spc="35" dirty="0">
                <a:latin typeface="Tahoma"/>
                <a:cs typeface="Tahoma"/>
              </a:rPr>
              <a:t>o</a:t>
            </a:r>
            <a:r>
              <a:rPr sz="3000" b="1" spc="45" dirty="0">
                <a:latin typeface="Tahoma"/>
                <a:cs typeface="Tahoma"/>
              </a:rPr>
              <a:t> </a:t>
            </a:r>
            <a:r>
              <a:rPr sz="3000" b="1" spc="-45" dirty="0">
                <a:latin typeface="Tahoma"/>
                <a:cs typeface="Tahoma"/>
              </a:rPr>
              <a:t>Fu</a:t>
            </a:r>
            <a:r>
              <a:rPr sz="3000" b="1" spc="-55" dirty="0">
                <a:latin typeface="Tahoma"/>
                <a:cs typeface="Tahoma"/>
              </a:rPr>
              <a:t>e</a:t>
            </a:r>
            <a:r>
              <a:rPr sz="3000" b="1" spc="25" dirty="0">
                <a:latin typeface="Tahoma"/>
                <a:cs typeface="Tahoma"/>
              </a:rPr>
              <a:t>n</a:t>
            </a:r>
            <a:r>
              <a:rPr sz="3000" b="1" spc="-65" dirty="0">
                <a:latin typeface="Tahoma"/>
                <a:cs typeface="Tahoma"/>
              </a:rPr>
              <a:t>t</a:t>
            </a:r>
            <a:r>
              <a:rPr sz="3000" b="1" spc="-105" dirty="0">
                <a:latin typeface="Tahoma"/>
                <a:cs typeface="Tahoma"/>
              </a:rPr>
              <a:t>e</a:t>
            </a:r>
            <a:r>
              <a:rPr sz="3000" b="1" spc="-70" dirty="0">
                <a:latin typeface="Tahoma"/>
                <a:cs typeface="Tahoma"/>
              </a:rPr>
              <a:t>:</a:t>
            </a:r>
            <a:endParaRPr sz="3000">
              <a:latin typeface="Tahoma"/>
              <a:cs typeface="Tahoma"/>
            </a:endParaRPr>
          </a:p>
          <a:p>
            <a:pPr marL="685800" indent="-215900">
              <a:lnSpc>
                <a:spcPct val="100000"/>
              </a:lnSpc>
              <a:spcBef>
                <a:spcPts val="1120"/>
              </a:spcBef>
              <a:buSzPct val="45000"/>
              <a:buFont typeface="MS Gothic"/>
              <a:buChar char="●"/>
              <a:tabLst>
                <a:tab pos="685800" algn="l"/>
              </a:tabLst>
            </a:pPr>
            <a:r>
              <a:rPr sz="3000" spc="-320" dirty="0">
                <a:latin typeface="Century Gothic"/>
                <a:cs typeface="Century Gothic"/>
              </a:rPr>
              <a:t>C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85" dirty="0">
                <a:latin typeface="Century Gothic"/>
                <a:cs typeface="Century Gothic"/>
              </a:rPr>
              <a:t>l</a:t>
            </a:r>
            <a:r>
              <a:rPr sz="3000" spc="-270" dirty="0">
                <a:latin typeface="Century Gothic"/>
                <a:cs typeface="Century Gothic"/>
              </a:rPr>
              <a:t>a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40" dirty="0">
                <a:latin typeface="Century Gothic"/>
                <a:cs typeface="Century Gothic"/>
              </a:rPr>
              <a:t>A</a:t>
            </a:r>
            <a:r>
              <a:rPr sz="3000" dirty="0">
                <a:latin typeface="Century Gothic"/>
                <a:cs typeface="Century Gothic"/>
              </a:rPr>
              <a:t>NS</a:t>
            </a:r>
            <a:r>
              <a:rPr sz="3000" spc="45" dirty="0">
                <a:latin typeface="Century Gothic"/>
                <a:cs typeface="Century Gothic"/>
              </a:rPr>
              <a:t>I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320" dirty="0">
                <a:latin typeface="Century Gothic"/>
                <a:cs typeface="Century Gothic"/>
              </a:rPr>
              <a:t>C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50" dirty="0">
                <a:latin typeface="Century Gothic"/>
                <a:cs typeface="Century Gothic"/>
              </a:rPr>
              <a:t>(</a:t>
            </a:r>
            <a:r>
              <a:rPr sz="3000" spc="-445" dirty="0">
                <a:latin typeface="Century Gothic"/>
                <a:cs typeface="Century Gothic"/>
              </a:rPr>
              <a:t>g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585" dirty="0">
                <a:latin typeface="Century Gothic"/>
                <a:cs typeface="Century Gothic"/>
              </a:rPr>
              <a:t>c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150" dirty="0">
                <a:latin typeface="Century Gothic"/>
                <a:cs typeface="Century Gothic"/>
              </a:rPr>
              <a:t>LL</a:t>
            </a:r>
            <a:r>
              <a:rPr sz="3000" spc="-325" dirty="0">
                <a:latin typeface="Century Gothic"/>
                <a:cs typeface="Century Gothic"/>
              </a:rPr>
              <a:t>V</a:t>
            </a:r>
            <a:r>
              <a:rPr sz="3000" spc="-415" dirty="0">
                <a:latin typeface="Century Gothic"/>
                <a:cs typeface="Century Gothic"/>
              </a:rPr>
              <a:t>M</a:t>
            </a:r>
            <a:r>
              <a:rPr sz="3000" spc="675" dirty="0">
                <a:latin typeface="Century Gothic"/>
                <a:cs typeface="Century Gothic"/>
              </a:rPr>
              <a:t>+</a:t>
            </a:r>
            <a:r>
              <a:rPr sz="3000" spc="-395" dirty="0">
                <a:latin typeface="Century Gothic"/>
                <a:cs typeface="Century Gothic"/>
              </a:rPr>
              <a:t>c</a:t>
            </a:r>
            <a:r>
              <a:rPr sz="3000" spc="-114" dirty="0">
                <a:latin typeface="Century Gothic"/>
                <a:cs typeface="Century Gothic"/>
              </a:rPr>
              <a:t>l</a:t>
            </a:r>
            <a:r>
              <a:rPr sz="3000" spc="-440" dirty="0">
                <a:latin typeface="Century Gothic"/>
                <a:cs typeface="Century Gothic"/>
              </a:rPr>
              <a:t>a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-145" dirty="0">
                <a:latin typeface="Century Gothic"/>
                <a:cs typeface="Century Gothic"/>
              </a:rPr>
              <a:t>).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8382634" cy="3528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0080" algn="ctr">
              <a:lnSpc>
                <a:spcPct val="100000"/>
              </a:lnSpc>
            </a:pPr>
            <a:r>
              <a:rPr sz="4400" spc="-21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3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18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11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20" dirty="0">
                <a:solidFill>
                  <a:srgbClr val="1B1B1B"/>
                </a:solidFill>
                <a:latin typeface="Century Gothic"/>
                <a:cs typeface="Century Gothic"/>
              </a:rPr>
              <a:t>no</a:t>
            </a:r>
            <a:endParaRPr sz="4400">
              <a:latin typeface="Century Gothic"/>
              <a:cs typeface="Century Gothic"/>
            </a:endParaRPr>
          </a:p>
          <a:p>
            <a:pPr marL="12700" marR="5080">
              <a:lnSpc>
                <a:spcPts val="3590"/>
              </a:lnSpc>
              <a:spcBef>
                <a:spcPts val="3395"/>
              </a:spcBef>
            </a:pPr>
            <a:r>
              <a:rPr sz="3000" b="1" spc="-120" dirty="0">
                <a:latin typeface="Tahoma"/>
                <a:cs typeface="Tahoma"/>
              </a:rPr>
              <a:t>C</a:t>
            </a:r>
            <a:r>
              <a:rPr sz="3000" b="1" spc="140" dirty="0">
                <a:latin typeface="Tahoma"/>
                <a:cs typeface="Tahoma"/>
              </a:rPr>
              <a:t>ada</a:t>
            </a:r>
            <a:r>
              <a:rPr sz="3000" b="1" spc="50" dirty="0">
                <a:latin typeface="Tahoma"/>
                <a:cs typeface="Tahoma"/>
              </a:rPr>
              <a:t> </a:t>
            </a:r>
            <a:r>
              <a:rPr sz="3000" b="1" spc="-60" dirty="0">
                <a:latin typeface="Tahoma"/>
                <a:cs typeface="Tahoma"/>
              </a:rPr>
              <a:t>ins</a:t>
            </a:r>
            <a:r>
              <a:rPr sz="3000" b="1" spc="-65" dirty="0">
                <a:latin typeface="Tahoma"/>
                <a:cs typeface="Tahoma"/>
              </a:rPr>
              <a:t>t</a:t>
            </a:r>
            <a:r>
              <a:rPr sz="3000" b="1" spc="25" dirty="0">
                <a:latin typeface="Tahoma"/>
                <a:cs typeface="Tahoma"/>
              </a:rPr>
              <a:t>anci</a:t>
            </a:r>
            <a:r>
              <a:rPr sz="3000" b="1" spc="35" dirty="0">
                <a:latin typeface="Tahoma"/>
                <a:cs typeface="Tahoma"/>
              </a:rPr>
              <a:t>a</a:t>
            </a:r>
            <a:r>
              <a:rPr sz="3000" b="1" spc="40" dirty="0">
                <a:latin typeface="Tahoma"/>
                <a:cs typeface="Tahoma"/>
              </a:rPr>
              <a:t> </a:t>
            </a:r>
            <a:r>
              <a:rPr sz="3000" b="1" spc="50" dirty="0">
                <a:latin typeface="Tahoma"/>
                <a:cs typeface="Tahoma"/>
              </a:rPr>
              <a:t>de</a:t>
            </a:r>
            <a:r>
              <a:rPr sz="3000" b="1" spc="45" dirty="0">
                <a:latin typeface="Tahoma"/>
                <a:cs typeface="Tahoma"/>
              </a:rPr>
              <a:t> </a:t>
            </a:r>
            <a:r>
              <a:rPr sz="3000" b="1" spc="-45" dirty="0">
                <a:latin typeface="Tahoma"/>
                <a:cs typeface="Tahoma"/>
              </a:rPr>
              <a:t>P</a:t>
            </a:r>
            <a:r>
              <a:rPr sz="3000" b="1" spc="-50" dirty="0">
                <a:latin typeface="Tahoma"/>
                <a:cs typeface="Tahoma"/>
              </a:rPr>
              <a:t>o</a:t>
            </a:r>
            <a:r>
              <a:rPr sz="3000" b="1" spc="-55" dirty="0">
                <a:latin typeface="Tahoma"/>
                <a:cs typeface="Tahoma"/>
              </a:rPr>
              <a:t>stg</a:t>
            </a:r>
            <a:r>
              <a:rPr sz="3000" b="1" spc="-50" dirty="0">
                <a:latin typeface="Tahoma"/>
                <a:cs typeface="Tahoma"/>
              </a:rPr>
              <a:t>r</a:t>
            </a:r>
            <a:r>
              <a:rPr sz="3000" b="1" spc="20" dirty="0">
                <a:latin typeface="Tahoma"/>
                <a:cs typeface="Tahoma"/>
              </a:rPr>
              <a:t>e</a:t>
            </a:r>
            <a:r>
              <a:rPr sz="3000" b="1" spc="-180" dirty="0">
                <a:latin typeface="Tahoma"/>
                <a:cs typeface="Tahoma"/>
              </a:rPr>
              <a:t>S</a:t>
            </a:r>
            <a:r>
              <a:rPr sz="3000" b="1" spc="240" dirty="0">
                <a:latin typeface="Tahoma"/>
                <a:cs typeface="Tahoma"/>
              </a:rPr>
              <a:t>Q</a:t>
            </a:r>
            <a:r>
              <a:rPr sz="3000" b="1" spc="-125" dirty="0">
                <a:latin typeface="Tahoma"/>
                <a:cs typeface="Tahoma"/>
              </a:rPr>
              <a:t>L</a:t>
            </a:r>
            <a:r>
              <a:rPr sz="3000" b="1" spc="50" dirty="0">
                <a:latin typeface="Tahoma"/>
                <a:cs typeface="Tahoma"/>
              </a:rPr>
              <a:t> </a:t>
            </a:r>
            <a:r>
              <a:rPr sz="3000" b="1" spc="-45" dirty="0">
                <a:latin typeface="Tahoma"/>
                <a:cs typeface="Tahoma"/>
              </a:rPr>
              <a:t>s</a:t>
            </a:r>
            <a:r>
              <a:rPr sz="3000" b="1" spc="-40" dirty="0">
                <a:latin typeface="Tahoma"/>
                <a:cs typeface="Tahoma"/>
              </a:rPr>
              <a:t>e</a:t>
            </a:r>
            <a:r>
              <a:rPr sz="3000" b="1" spc="50" dirty="0">
                <a:latin typeface="Tahoma"/>
                <a:cs typeface="Tahoma"/>
              </a:rPr>
              <a:t> de</a:t>
            </a:r>
            <a:r>
              <a:rPr sz="3000" b="1" spc="40" dirty="0">
                <a:latin typeface="Tahoma"/>
                <a:cs typeface="Tahoma"/>
              </a:rPr>
              <a:t>n</a:t>
            </a:r>
            <a:r>
              <a:rPr sz="3000" b="1" spc="-10" dirty="0">
                <a:latin typeface="Tahoma"/>
                <a:cs typeface="Tahoma"/>
              </a:rPr>
              <a:t>o</a:t>
            </a:r>
            <a:r>
              <a:rPr sz="3000" b="1" spc="-50" dirty="0">
                <a:latin typeface="Tahoma"/>
                <a:cs typeface="Tahoma"/>
              </a:rPr>
              <a:t>m</a:t>
            </a:r>
            <a:r>
              <a:rPr sz="3000" b="1" spc="75" dirty="0">
                <a:latin typeface="Tahoma"/>
                <a:cs typeface="Tahoma"/>
              </a:rPr>
              <a:t>ina</a:t>
            </a:r>
            <a:r>
              <a:rPr sz="3000" b="1" spc="40" dirty="0">
                <a:latin typeface="Tahoma"/>
                <a:cs typeface="Tahoma"/>
              </a:rPr>
              <a:t> </a:t>
            </a:r>
            <a:r>
              <a:rPr sz="3000" b="1" spc="220" dirty="0">
                <a:latin typeface="Tahoma"/>
                <a:cs typeface="Tahoma"/>
              </a:rPr>
              <a:t>“</a:t>
            </a:r>
            <a:r>
              <a:rPr sz="3000" b="1" spc="-120" dirty="0">
                <a:latin typeface="Tahoma"/>
                <a:cs typeface="Tahoma"/>
              </a:rPr>
              <a:t>c</a:t>
            </a:r>
            <a:r>
              <a:rPr sz="3000" b="1" spc="-75" dirty="0">
                <a:latin typeface="Tahoma"/>
                <a:cs typeface="Tahoma"/>
              </a:rPr>
              <a:t>l</a:t>
            </a:r>
            <a:r>
              <a:rPr sz="3000" b="1" spc="-130" dirty="0">
                <a:latin typeface="Tahoma"/>
                <a:cs typeface="Tahoma"/>
              </a:rPr>
              <a:t>us</a:t>
            </a:r>
            <a:r>
              <a:rPr sz="3000" b="1" spc="-100" dirty="0">
                <a:latin typeface="Tahoma"/>
                <a:cs typeface="Tahoma"/>
              </a:rPr>
              <a:t>t</a:t>
            </a:r>
            <a:r>
              <a:rPr sz="3000" b="1" spc="30" dirty="0">
                <a:latin typeface="Tahoma"/>
                <a:cs typeface="Tahoma"/>
              </a:rPr>
              <a:t>e</a:t>
            </a:r>
            <a:r>
              <a:rPr sz="3000" b="1" spc="10" dirty="0">
                <a:latin typeface="Tahoma"/>
                <a:cs typeface="Tahoma"/>
              </a:rPr>
              <a:t>r</a:t>
            </a:r>
            <a:r>
              <a:rPr sz="3000" b="1" spc="210" dirty="0">
                <a:latin typeface="Tahoma"/>
                <a:cs typeface="Tahoma"/>
              </a:rPr>
              <a:t>”</a:t>
            </a:r>
            <a:r>
              <a:rPr sz="3000" b="1" spc="-10" dirty="0">
                <a:latin typeface="Tahoma"/>
                <a:cs typeface="Tahoma"/>
              </a:rPr>
              <a:t>.</a:t>
            </a:r>
            <a:endParaRPr sz="3000">
              <a:latin typeface="Tahoma"/>
              <a:cs typeface="Tahoma"/>
            </a:endParaRPr>
          </a:p>
          <a:p>
            <a:pPr marL="971550" marR="15240" indent="-501650">
              <a:lnSpc>
                <a:spcPts val="3579"/>
              </a:lnSpc>
              <a:spcBef>
                <a:spcPts val="1135"/>
              </a:spcBef>
              <a:buSzPct val="45000"/>
              <a:buFont typeface="MS Gothic"/>
              <a:buChar char="●"/>
              <a:tabLst>
                <a:tab pos="685800" algn="l"/>
              </a:tabLst>
            </a:pPr>
            <a:r>
              <a:rPr sz="3000" spc="-320" dirty="0">
                <a:latin typeface="Century Gothic"/>
                <a:cs typeface="Century Gothic"/>
              </a:rPr>
              <a:t>C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265" dirty="0">
                <a:latin typeface="Century Gothic"/>
                <a:cs typeface="Century Gothic"/>
              </a:rPr>
              <a:t>u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34" dirty="0">
                <a:latin typeface="Century Gothic"/>
                <a:cs typeface="Century Gothic"/>
              </a:rPr>
              <a:t>ct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q</a:t>
            </a:r>
            <a:r>
              <a:rPr sz="3000" spc="-355" dirty="0">
                <a:latin typeface="Century Gothic"/>
                <a:cs typeface="Century Gothic"/>
              </a:rPr>
              <a:t>u</a:t>
            </a:r>
            <a:r>
              <a:rPr sz="3000" spc="-37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275" dirty="0">
                <a:latin typeface="Century Gothic"/>
                <a:cs typeface="Century Gothic"/>
              </a:rPr>
              <a:t>nt</a:t>
            </a:r>
            <a:r>
              <a:rPr sz="3000" spc="-95" dirty="0">
                <a:latin typeface="Century Gothic"/>
                <a:cs typeface="Century Gothic"/>
              </a:rPr>
              <a:t>i</a:t>
            </a:r>
            <a:r>
              <a:rPr sz="3000" spc="-290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-200" dirty="0">
                <a:latin typeface="Century Gothic"/>
                <a:cs typeface="Century Gothic"/>
              </a:rPr>
              <a:t> 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55" dirty="0">
                <a:latin typeface="Century Gothic"/>
                <a:cs typeface="Century Gothic"/>
              </a:rPr>
              <a:t>l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05" dirty="0">
                <a:latin typeface="Century Gothic"/>
                <a:cs typeface="Century Gothic"/>
              </a:rPr>
              <a:t>y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55" dirty="0">
                <a:latin typeface="Century Gothic"/>
                <a:cs typeface="Century Gothic"/>
              </a:rPr>
              <a:t>c</a:t>
            </a:r>
            <a:r>
              <a:rPr sz="3000" spc="-425" dirty="0">
                <a:latin typeface="Century Gothic"/>
                <a:cs typeface="Century Gothic"/>
              </a:rPr>
              <a:t>h</a:t>
            </a:r>
            <a:r>
              <a:rPr sz="3000" spc="-85" dirty="0">
                <a:latin typeface="Century Gothic"/>
                <a:cs typeface="Century Gothic"/>
              </a:rPr>
              <a:t>i</a:t>
            </a:r>
            <a:r>
              <a:rPr sz="3000" spc="-215" dirty="0">
                <a:latin typeface="Century Gothic"/>
                <a:cs typeface="Century Gothic"/>
              </a:rPr>
              <a:t>v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-155" dirty="0">
                <a:latin typeface="Century Gothic"/>
                <a:cs typeface="Century Gothic"/>
              </a:rPr>
              <a:t>u</a:t>
            </a:r>
            <a:r>
              <a:rPr sz="3000" spc="-7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395" dirty="0">
                <a:latin typeface="Century Gothic"/>
                <a:cs typeface="Century Gothic"/>
              </a:rPr>
              <a:t>c</a:t>
            </a:r>
            <a:r>
              <a:rPr sz="3000" spc="-114" dirty="0">
                <a:latin typeface="Century Gothic"/>
                <a:cs typeface="Century Gothic"/>
              </a:rPr>
              <a:t>i</a:t>
            </a:r>
            <a:r>
              <a:rPr sz="3000" spc="-285" dirty="0">
                <a:latin typeface="Century Gothic"/>
                <a:cs typeface="Century Gothic"/>
              </a:rPr>
              <a:t>ón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685800" indent="-215900">
              <a:lnSpc>
                <a:spcPct val="100000"/>
              </a:lnSpc>
              <a:spcBef>
                <a:spcPts val="700"/>
              </a:spcBef>
              <a:buSzPct val="45000"/>
              <a:buFont typeface="MS Gothic"/>
              <a:buChar char="●"/>
              <a:tabLst>
                <a:tab pos="685800" algn="l"/>
              </a:tabLst>
            </a:pPr>
            <a:r>
              <a:rPr sz="3000" spc="95" dirty="0">
                <a:latin typeface="Century Gothic"/>
                <a:cs typeface="Century Gothic"/>
              </a:rPr>
              <a:t>U</a:t>
            </a:r>
            <a:r>
              <a:rPr sz="3000" spc="-285" dirty="0">
                <a:latin typeface="Century Gothic"/>
                <a:cs typeface="Century Gothic"/>
              </a:rPr>
              <a:t>no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05" dirty="0">
                <a:latin typeface="Century Gothic"/>
                <a:cs typeface="Century Gothic"/>
              </a:rPr>
              <a:t>y</a:t>
            </a:r>
            <a:r>
              <a:rPr sz="3000" spc="50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ó</a:t>
            </a:r>
            <a:r>
              <a:rPr sz="3000" spc="-55" dirty="0">
                <a:latin typeface="Century Gothic"/>
                <a:cs typeface="Century Gothic"/>
              </a:rPr>
              <a:t>l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55" dirty="0">
                <a:latin typeface="Century Gothic"/>
                <a:cs typeface="Century Gothic"/>
              </a:rPr>
              <a:t> </a:t>
            </a:r>
            <a:r>
              <a:rPr sz="3000" spc="-245" dirty="0">
                <a:latin typeface="Century Gothic"/>
                <a:cs typeface="Century Gothic"/>
              </a:rPr>
              <a:t>u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80" dirty="0">
                <a:latin typeface="Century Gothic"/>
                <a:cs typeface="Century Gothic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p</a:t>
            </a:r>
            <a:r>
              <a:rPr sz="3000" spc="-285" dirty="0">
                <a:latin typeface="Century Gothic"/>
                <a:cs typeface="Century Gothic"/>
              </a:rPr>
              <a:t>o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m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59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7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509" dirty="0">
                <a:latin typeface="Century Gothic"/>
                <a:cs typeface="Century Gothic"/>
              </a:rPr>
              <a:t>c</a:t>
            </a:r>
            <a:r>
              <a:rPr sz="3000" spc="-535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170" dirty="0">
                <a:latin typeface="Century Gothic"/>
                <a:cs typeface="Century Gothic"/>
              </a:rPr>
              <a:t>u</a:t>
            </a:r>
            <a:r>
              <a:rPr sz="3000" spc="-10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0" dirty="0">
                <a:latin typeface="Century Gothic"/>
                <a:cs typeface="Century Gothic"/>
              </a:rPr>
              <a:t>r.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8328025" cy="3075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4690" algn="ctr">
              <a:lnSpc>
                <a:spcPct val="100000"/>
              </a:lnSpc>
            </a:pPr>
            <a:r>
              <a:rPr sz="4400" spc="-21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3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18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11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20" dirty="0">
                <a:solidFill>
                  <a:srgbClr val="1B1B1B"/>
                </a:solidFill>
                <a:latin typeface="Century Gothic"/>
                <a:cs typeface="Century Gothic"/>
              </a:rPr>
              <a:t>no</a:t>
            </a:r>
            <a:endParaRPr sz="4400">
              <a:latin typeface="Century Gothic"/>
              <a:cs typeface="Century Gothic"/>
            </a:endParaRPr>
          </a:p>
          <a:p>
            <a:pPr marL="12700" marR="5080">
              <a:lnSpc>
                <a:spcPts val="3590"/>
              </a:lnSpc>
              <a:spcBef>
                <a:spcPts val="3395"/>
              </a:spcBef>
            </a:pPr>
            <a:r>
              <a:rPr sz="3000" b="1" spc="-180" dirty="0">
                <a:latin typeface="Tahoma"/>
                <a:cs typeface="Tahoma"/>
              </a:rPr>
              <a:t>S</a:t>
            </a:r>
            <a:r>
              <a:rPr sz="3000" b="1" spc="35" dirty="0">
                <a:latin typeface="Tahoma"/>
                <a:cs typeface="Tahoma"/>
              </a:rPr>
              <a:t>e</a:t>
            </a:r>
            <a:r>
              <a:rPr sz="3000" b="1" spc="45" dirty="0">
                <a:latin typeface="Tahoma"/>
                <a:cs typeface="Tahoma"/>
              </a:rPr>
              <a:t> </a:t>
            </a:r>
            <a:r>
              <a:rPr sz="3000" b="1" spc="30" dirty="0">
                <a:latin typeface="Tahoma"/>
                <a:cs typeface="Tahoma"/>
              </a:rPr>
              <a:t>pu</a:t>
            </a:r>
            <a:r>
              <a:rPr sz="3000" b="1" spc="20" dirty="0">
                <a:latin typeface="Tahoma"/>
                <a:cs typeface="Tahoma"/>
              </a:rPr>
              <a:t>e</a:t>
            </a:r>
            <a:r>
              <a:rPr sz="3000" b="1" spc="50" dirty="0">
                <a:latin typeface="Tahoma"/>
                <a:cs typeface="Tahoma"/>
              </a:rPr>
              <a:t>de</a:t>
            </a:r>
            <a:r>
              <a:rPr sz="3000" b="1" spc="45" dirty="0">
                <a:latin typeface="Tahoma"/>
                <a:cs typeface="Tahoma"/>
              </a:rPr>
              <a:t> </a:t>
            </a:r>
            <a:r>
              <a:rPr sz="3000" b="1" spc="10" dirty="0">
                <a:latin typeface="Tahoma"/>
                <a:cs typeface="Tahoma"/>
              </a:rPr>
              <a:t>hac</a:t>
            </a:r>
            <a:r>
              <a:rPr sz="3000" b="1" spc="5" dirty="0">
                <a:latin typeface="Tahoma"/>
                <a:cs typeface="Tahoma"/>
              </a:rPr>
              <a:t>e</a:t>
            </a:r>
            <a:r>
              <a:rPr sz="3000" b="1" spc="25" dirty="0">
                <a:latin typeface="Tahoma"/>
                <a:cs typeface="Tahoma"/>
              </a:rPr>
              <a:t>r</a:t>
            </a:r>
            <a:r>
              <a:rPr sz="3000" b="1" spc="45" dirty="0">
                <a:latin typeface="Tahoma"/>
                <a:cs typeface="Tahoma"/>
              </a:rPr>
              <a:t> </a:t>
            </a:r>
            <a:r>
              <a:rPr sz="3000" b="1" spc="10" dirty="0">
                <a:latin typeface="Tahoma"/>
                <a:cs typeface="Tahoma"/>
              </a:rPr>
              <a:t>r</a:t>
            </a:r>
            <a:r>
              <a:rPr sz="3000" b="1" spc="-35" dirty="0">
                <a:latin typeface="Tahoma"/>
                <a:cs typeface="Tahoma"/>
              </a:rPr>
              <a:t>ef</a:t>
            </a:r>
            <a:r>
              <a:rPr sz="3000" b="1" spc="30" dirty="0">
                <a:latin typeface="Tahoma"/>
                <a:cs typeface="Tahoma"/>
              </a:rPr>
              <a:t>e</a:t>
            </a:r>
            <a:r>
              <a:rPr sz="3000" b="1" spc="15" dirty="0">
                <a:latin typeface="Tahoma"/>
                <a:cs typeface="Tahoma"/>
              </a:rPr>
              <a:t>re</a:t>
            </a:r>
            <a:r>
              <a:rPr sz="3000" b="1" spc="-60" dirty="0">
                <a:latin typeface="Tahoma"/>
                <a:cs typeface="Tahoma"/>
              </a:rPr>
              <a:t>nc</a:t>
            </a:r>
            <a:r>
              <a:rPr sz="3000" b="1" spc="-40" dirty="0">
                <a:latin typeface="Tahoma"/>
                <a:cs typeface="Tahoma"/>
              </a:rPr>
              <a:t>i</a:t>
            </a:r>
            <a:r>
              <a:rPr sz="3000" b="1" spc="175" dirty="0">
                <a:latin typeface="Tahoma"/>
                <a:cs typeface="Tahoma"/>
              </a:rPr>
              <a:t>a</a:t>
            </a:r>
            <a:r>
              <a:rPr sz="3000" b="1" spc="55" dirty="0">
                <a:latin typeface="Tahoma"/>
                <a:cs typeface="Tahoma"/>
              </a:rPr>
              <a:t> </a:t>
            </a:r>
            <a:r>
              <a:rPr sz="3000" b="1" spc="120" dirty="0">
                <a:latin typeface="Tahoma"/>
                <a:cs typeface="Tahoma"/>
              </a:rPr>
              <a:t>a</a:t>
            </a:r>
            <a:r>
              <a:rPr sz="3000" b="1" spc="60" dirty="0">
                <a:latin typeface="Tahoma"/>
                <a:cs typeface="Tahoma"/>
              </a:rPr>
              <a:t>l</a:t>
            </a:r>
            <a:r>
              <a:rPr sz="3000" b="1" spc="50" dirty="0">
                <a:latin typeface="Tahoma"/>
                <a:cs typeface="Tahoma"/>
              </a:rPr>
              <a:t> </a:t>
            </a:r>
            <a:r>
              <a:rPr sz="3000" b="1" spc="-70" dirty="0">
                <a:latin typeface="Tahoma"/>
                <a:cs typeface="Tahoma"/>
              </a:rPr>
              <a:t>cl</a:t>
            </a:r>
            <a:r>
              <a:rPr sz="3000" b="1" spc="-110" dirty="0">
                <a:latin typeface="Tahoma"/>
                <a:cs typeface="Tahoma"/>
              </a:rPr>
              <a:t>u</a:t>
            </a:r>
            <a:r>
              <a:rPr sz="3000" b="1" spc="-90" dirty="0">
                <a:latin typeface="Tahoma"/>
                <a:cs typeface="Tahoma"/>
              </a:rPr>
              <a:t>st</a:t>
            </a:r>
            <a:r>
              <a:rPr sz="3000" b="1" spc="-120" dirty="0">
                <a:latin typeface="Tahoma"/>
                <a:cs typeface="Tahoma"/>
              </a:rPr>
              <a:t>e</a:t>
            </a:r>
            <a:r>
              <a:rPr sz="3000" b="1" spc="25" dirty="0">
                <a:latin typeface="Tahoma"/>
                <a:cs typeface="Tahoma"/>
              </a:rPr>
              <a:t>r</a:t>
            </a:r>
            <a:r>
              <a:rPr sz="3000" b="1" spc="45" dirty="0">
                <a:latin typeface="Tahoma"/>
                <a:cs typeface="Tahoma"/>
              </a:rPr>
              <a:t> </a:t>
            </a:r>
            <a:r>
              <a:rPr sz="3000" b="1" spc="50" dirty="0">
                <a:latin typeface="Tahoma"/>
                <a:cs typeface="Tahoma"/>
              </a:rPr>
              <a:t>de</a:t>
            </a:r>
            <a:r>
              <a:rPr sz="3000" b="1" spc="45" dirty="0">
                <a:latin typeface="Tahoma"/>
                <a:cs typeface="Tahoma"/>
              </a:rPr>
              <a:t> </a:t>
            </a:r>
            <a:r>
              <a:rPr sz="3000" b="1" spc="30" dirty="0">
                <a:latin typeface="Tahoma"/>
                <a:cs typeface="Tahoma"/>
              </a:rPr>
              <a:t>d</a:t>
            </a:r>
            <a:r>
              <a:rPr sz="3000" b="1" spc="25" dirty="0">
                <a:latin typeface="Tahoma"/>
                <a:cs typeface="Tahoma"/>
              </a:rPr>
              <a:t>o</a:t>
            </a:r>
            <a:r>
              <a:rPr sz="3000" b="1" spc="-110" dirty="0">
                <a:latin typeface="Tahoma"/>
                <a:cs typeface="Tahoma"/>
              </a:rPr>
              <a:t>s</a:t>
            </a:r>
            <a:r>
              <a:rPr sz="3000" b="1" spc="-65" dirty="0">
                <a:latin typeface="Tahoma"/>
                <a:cs typeface="Tahoma"/>
              </a:rPr>
              <a:t> </a:t>
            </a:r>
            <a:r>
              <a:rPr sz="3000" b="1" spc="-35" dirty="0">
                <a:latin typeface="Tahoma"/>
                <a:cs typeface="Tahoma"/>
              </a:rPr>
              <a:t>m</a:t>
            </a:r>
            <a:r>
              <a:rPr sz="3000" b="1" spc="80" dirty="0">
                <a:latin typeface="Tahoma"/>
                <a:cs typeface="Tahoma"/>
              </a:rPr>
              <a:t>a</a:t>
            </a:r>
            <a:r>
              <a:rPr sz="3000" b="1" spc="85" dirty="0">
                <a:latin typeface="Tahoma"/>
                <a:cs typeface="Tahoma"/>
              </a:rPr>
              <a:t>n</a:t>
            </a:r>
            <a:r>
              <a:rPr sz="3000" b="1" spc="30" dirty="0">
                <a:latin typeface="Tahoma"/>
                <a:cs typeface="Tahoma"/>
              </a:rPr>
              <a:t>e</a:t>
            </a:r>
            <a:r>
              <a:rPr sz="3000" b="1" spc="10" dirty="0">
                <a:latin typeface="Tahoma"/>
                <a:cs typeface="Tahoma"/>
              </a:rPr>
              <a:t>r</a:t>
            </a:r>
            <a:r>
              <a:rPr sz="3000" b="1" spc="-5" dirty="0">
                <a:latin typeface="Tahoma"/>
                <a:cs typeface="Tahoma"/>
              </a:rPr>
              <a:t>as:</a:t>
            </a:r>
            <a:endParaRPr sz="3000">
              <a:latin typeface="Tahoma"/>
              <a:cs typeface="Tahoma"/>
            </a:endParaRPr>
          </a:p>
          <a:p>
            <a:pPr marL="685800" indent="-215900">
              <a:lnSpc>
                <a:spcPct val="100000"/>
              </a:lnSpc>
              <a:spcBef>
                <a:spcPts val="1000"/>
              </a:spcBef>
              <a:buSzPct val="45000"/>
              <a:buFont typeface="MS Gothic"/>
              <a:buChar char="●"/>
              <a:tabLst>
                <a:tab pos="685800" algn="l"/>
              </a:tabLst>
            </a:pPr>
            <a:r>
              <a:rPr sz="3000" spc="-300" dirty="0">
                <a:latin typeface="Century Gothic"/>
                <a:cs typeface="Century Gothic"/>
              </a:rPr>
              <a:t>Po</a:t>
            </a:r>
            <a:r>
              <a:rPr sz="3000" spc="35" dirty="0">
                <a:latin typeface="Century Gothic"/>
                <a:cs typeface="Century Gothic"/>
              </a:rPr>
              <a:t>r </a:t>
            </a:r>
            <a:r>
              <a:rPr sz="3000" spc="-85" dirty="0">
                <a:latin typeface="Century Gothic"/>
                <a:cs typeface="Century Gothic"/>
              </a:rPr>
              <a:t>l</a:t>
            </a:r>
            <a:r>
              <a:rPr sz="3000" spc="-270" dirty="0">
                <a:latin typeface="Century Gothic"/>
                <a:cs typeface="Century Gothic"/>
              </a:rPr>
              <a:t>a</a:t>
            </a:r>
            <a:r>
              <a:rPr sz="3000" spc="55" dirty="0">
                <a:latin typeface="Century Gothic"/>
                <a:cs typeface="Century Gothic"/>
              </a:rPr>
              <a:t> 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409" dirty="0">
                <a:latin typeface="Century Gothic"/>
                <a:cs typeface="Century Gothic"/>
              </a:rPr>
              <a:t>b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509" dirty="0">
                <a:latin typeface="Century Gothic"/>
                <a:cs typeface="Century Gothic"/>
              </a:rPr>
              <a:t>c</a:t>
            </a:r>
            <a:r>
              <a:rPr sz="3000" spc="-515" dirty="0">
                <a:latin typeface="Century Gothic"/>
                <a:cs typeface="Century Gothic"/>
              </a:rPr>
              <a:t>a</a:t>
            </a:r>
            <a:r>
              <a:rPr sz="3000" spc="-580" dirty="0">
                <a:latin typeface="Century Gothic"/>
                <a:cs typeface="Century Gothic"/>
              </a:rPr>
              <a:t>c</a:t>
            </a:r>
            <a:r>
              <a:rPr sz="3000" spc="-55" dirty="0">
                <a:latin typeface="Century Gothic"/>
                <a:cs typeface="Century Gothic"/>
              </a:rPr>
              <a:t>i</a:t>
            </a:r>
            <a:r>
              <a:rPr sz="3000" spc="-140" dirty="0">
                <a:latin typeface="Century Gothic"/>
                <a:cs typeface="Century Gothic"/>
              </a:rPr>
              <a:t>ó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70" dirty="0">
                <a:latin typeface="Century Gothic"/>
                <a:cs typeface="Century Gothic"/>
              </a:rPr>
              <a:t> 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25" dirty="0">
                <a:latin typeface="Century Gothic"/>
                <a:cs typeface="Century Gothic"/>
              </a:rPr>
              <a:t> 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40" dirty="0">
                <a:latin typeface="Century Gothic"/>
                <a:cs typeface="Century Gothic"/>
              </a:rPr>
              <a:t>i</a:t>
            </a:r>
            <a:r>
              <a:rPr sz="3000" spc="70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34" dirty="0">
                <a:latin typeface="Century Gothic"/>
                <a:cs typeface="Century Gothic"/>
              </a:rPr>
              <a:t>ct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300" dirty="0">
                <a:latin typeface="Century Gothic"/>
                <a:cs typeface="Century Gothic"/>
              </a:rPr>
              <a:t>o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685800" indent="-215900">
              <a:lnSpc>
                <a:spcPct val="100000"/>
              </a:lnSpc>
              <a:spcBef>
                <a:spcPts val="830"/>
              </a:spcBef>
              <a:buSzPct val="45000"/>
              <a:buFont typeface="MS Gothic"/>
              <a:buChar char="●"/>
              <a:tabLst>
                <a:tab pos="685800" algn="l"/>
              </a:tabLst>
            </a:pPr>
            <a:r>
              <a:rPr sz="3000" spc="-300" dirty="0">
                <a:latin typeface="Century Gothic"/>
                <a:cs typeface="Century Gothic"/>
              </a:rPr>
              <a:t>Po</a:t>
            </a:r>
            <a:r>
              <a:rPr sz="3000" spc="35" dirty="0">
                <a:latin typeface="Century Gothic"/>
                <a:cs typeface="Century Gothic"/>
              </a:rPr>
              <a:t>r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280" dirty="0">
                <a:latin typeface="Century Gothic"/>
                <a:cs typeface="Century Gothic"/>
              </a:rPr>
              <a:t>ú</a:t>
            </a:r>
            <a:r>
              <a:rPr sz="3000" spc="-420" dirty="0">
                <a:latin typeface="Century Gothic"/>
                <a:cs typeface="Century Gothic"/>
              </a:rPr>
              <a:t>m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85" dirty="0">
                <a:latin typeface="Century Gothic"/>
                <a:cs typeface="Century Gothic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p</a:t>
            </a:r>
            <a:r>
              <a:rPr sz="3000" spc="-245" dirty="0">
                <a:latin typeface="Century Gothic"/>
                <a:cs typeface="Century Gothic"/>
              </a:rPr>
              <a:t>u</a:t>
            </a:r>
            <a:r>
              <a:rPr sz="3000" spc="-459" dirty="0">
                <a:latin typeface="Century Gothic"/>
                <a:cs typeface="Century Gothic"/>
              </a:rPr>
              <a:t>e</a:t>
            </a:r>
            <a:r>
              <a:rPr sz="3000" spc="45" dirty="0">
                <a:latin typeface="Century Gothic"/>
                <a:cs typeface="Century Gothic"/>
              </a:rPr>
              <a:t>r</a:t>
            </a:r>
            <a:r>
              <a:rPr sz="3000" spc="-265" dirty="0">
                <a:latin typeface="Century Gothic"/>
                <a:cs typeface="Century Gothic"/>
              </a:rPr>
              <a:t>to</a:t>
            </a:r>
            <a:r>
              <a:rPr sz="3000" i="1" spc="5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8458835" cy="4091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63880" algn="ctr">
              <a:lnSpc>
                <a:spcPct val="100000"/>
              </a:lnSpc>
            </a:pPr>
            <a:r>
              <a:rPr sz="4400" spc="-21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3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18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11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20" dirty="0">
                <a:solidFill>
                  <a:srgbClr val="1B1B1B"/>
                </a:solidFill>
                <a:latin typeface="Century Gothic"/>
                <a:cs typeface="Century Gothic"/>
              </a:rPr>
              <a:t>no</a:t>
            </a:r>
            <a:endParaRPr sz="4400">
              <a:latin typeface="Century Gothic"/>
              <a:cs typeface="Century Gothic"/>
            </a:endParaRPr>
          </a:p>
          <a:p>
            <a:pPr marL="12700" marR="492759">
              <a:lnSpc>
                <a:spcPts val="3590"/>
              </a:lnSpc>
              <a:spcBef>
                <a:spcPts val="3395"/>
              </a:spcBef>
            </a:pPr>
            <a:r>
              <a:rPr sz="3000" b="1" spc="100" dirty="0">
                <a:latin typeface="Tahoma"/>
                <a:cs typeface="Tahoma"/>
              </a:rPr>
              <a:t>U</a:t>
            </a:r>
            <a:r>
              <a:rPr sz="3000" b="1" spc="35" dirty="0">
                <a:latin typeface="Tahoma"/>
                <a:cs typeface="Tahoma"/>
              </a:rPr>
              <a:t>n</a:t>
            </a:r>
            <a:r>
              <a:rPr sz="3000" b="1" spc="45" dirty="0">
                <a:latin typeface="Tahoma"/>
                <a:cs typeface="Tahoma"/>
              </a:rPr>
              <a:t> </a:t>
            </a:r>
            <a:r>
              <a:rPr sz="3000" b="1" spc="-5" dirty="0">
                <a:latin typeface="Tahoma"/>
                <a:cs typeface="Tahoma"/>
              </a:rPr>
              <a:t>ú</a:t>
            </a:r>
            <a:r>
              <a:rPr sz="3000" b="1" spc="-10" dirty="0">
                <a:latin typeface="Tahoma"/>
                <a:cs typeface="Tahoma"/>
              </a:rPr>
              <a:t>n</a:t>
            </a:r>
            <a:r>
              <a:rPr sz="3000" b="1" spc="-60" dirty="0">
                <a:latin typeface="Tahoma"/>
                <a:cs typeface="Tahoma"/>
              </a:rPr>
              <a:t>ico</a:t>
            </a:r>
            <a:r>
              <a:rPr sz="3000" b="1" spc="45" dirty="0">
                <a:latin typeface="Tahoma"/>
                <a:cs typeface="Tahoma"/>
              </a:rPr>
              <a:t> </a:t>
            </a:r>
            <a:r>
              <a:rPr sz="3000" b="1" spc="-40" dirty="0">
                <a:latin typeface="Tahoma"/>
                <a:cs typeface="Tahoma"/>
              </a:rPr>
              <a:t>s</a:t>
            </a:r>
            <a:r>
              <a:rPr sz="3000" b="1" spc="-55" dirty="0">
                <a:latin typeface="Tahoma"/>
                <a:cs typeface="Tahoma"/>
              </a:rPr>
              <a:t>e</a:t>
            </a:r>
            <a:r>
              <a:rPr sz="3000" b="1" spc="10" dirty="0">
                <a:latin typeface="Tahoma"/>
                <a:cs typeface="Tahoma"/>
              </a:rPr>
              <a:t>r</a:t>
            </a:r>
            <a:r>
              <a:rPr sz="3000" b="1" spc="-50" dirty="0">
                <a:latin typeface="Tahoma"/>
                <a:cs typeface="Tahoma"/>
              </a:rPr>
              <a:t>v</a:t>
            </a:r>
            <a:r>
              <a:rPr sz="3000" b="1" spc="15" dirty="0">
                <a:latin typeface="Tahoma"/>
                <a:cs typeface="Tahoma"/>
              </a:rPr>
              <a:t>i</a:t>
            </a:r>
            <a:r>
              <a:rPr sz="3000" b="1" spc="30" dirty="0">
                <a:latin typeface="Tahoma"/>
                <a:cs typeface="Tahoma"/>
              </a:rPr>
              <a:t>d</a:t>
            </a:r>
            <a:r>
              <a:rPr sz="3000" b="1" spc="25" dirty="0">
                <a:latin typeface="Tahoma"/>
                <a:cs typeface="Tahoma"/>
              </a:rPr>
              <a:t>or</a:t>
            </a:r>
            <a:r>
              <a:rPr sz="3000" b="1" spc="45" dirty="0">
                <a:latin typeface="Tahoma"/>
                <a:cs typeface="Tahoma"/>
              </a:rPr>
              <a:t> </a:t>
            </a:r>
            <a:r>
              <a:rPr sz="3000" b="1" spc="-300" dirty="0">
                <a:latin typeface="Tahoma"/>
                <a:cs typeface="Tahoma"/>
              </a:rPr>
              <a:t>(</a:t>
            </a:r>
            <a:r>
              <a:rPr sz="3000" b="1" spc="-50" dirty="0">
                <a:latin typeface="Tahoma"/>
                <a:cs typeface="Tahoma"/>
              </a:rPr>
              <a:t>m</a:t>
            </a:r>
            <a:r>
              <a:rPr sz="3000" b="1" spc="65" dirty="0">
                <a:latin typeface="Tahoma"/>
                <a:cs typeface="Tahoma"/>
              </a:rPr>
              <a:t>áqu</a:t>
            </a:r>
            <a:r>
              <a:rPr sz="3000" b="1" spc="25" dirty="0">
                <a:latin typeface="Tahoma"/>
                <a:cs typeface="Tahoma"/>
              </a:rPr>
              <a:t>i</a:t>
            </a:r>
            <a:r>
              <a:rPr sz="3000" b="1" spc="-45" dirty="0">
                <a:latin typeface="Tahoma"/>
                <a:cs typeface="Tahoma"/>
              </a:rPr>
              <a:t>na</a:t>
            </a:r>
            <a:r>
              <a:rPr sz="3000" b="1" spc="-30" dirty="0">
                <a:latin typeface="Tahoma"/>
                <a:cs typeface="Tahoma"/>
              </a:rPr>
              <a:t>)</a:t>
            </a:r>
            <a:r>
              <a:rPr sz="3000" b="1" spc="40" dirty="0">
                <a:latin typeface="Tahoma"/>
                <a:cs typeface="Tahoma"/>
              </a:rPr>
              <a:t> </a:t>
            </a:r>
            <a:r>
              <a:rPr sz="3000" b="1" spc="30" dirty="0">
                <a:latin typeface="Tahoma"/>
                <a:cs typeface="Tahoma"/>
              </a:rPr>
              <a:t>pu</a:t>
            </a:r>
            <a:r>
              <a:rPr sz="3000" b="1" spc="20" dirty="0">
                <a:latin typeface="Tahoma"/>
                <a:cs typeface="Tahoma"/>
              </a:rPr>
              <a:t>e</a:t>
            </a:r>
            <a:r>
              <a:rPr sz="3000" b="1" spc="50" dirty="0">
                <a:latin typeface="Tahoma"/>
                <a:cs typeface="Tahoma"/>
              </a:rPr>
              <a:t>de</a:t>
            </a:r>
            <a:r>
              <a:rPr sz="3000" b="1" spc="45" dirty="0">
                <a:latin typeface="Tahoma"/>
                <a:cs typeface="Tahoma"/>
              </a:rPr>
              <a:t> </a:t>
            </a:r>
            <a:r>
              <a:rPr sz="3000" b="1" spc="-65" dirty="0">
                <a:latin typeface="Tahoma"/>
                <a:cs typeface="Tahoma"/>
              </a:rPr>
              <a:t>t</a:t>
            </a:r>
            <a:r>
              <a:rPr sz="3000" b="1" spc="-105" dirty="0">
                <a:latin typeface="Tahoma"/>
                <a:cs typeface="Tahoma"/>
              </a:rPr>
              <a:t>e</a:t>
            </a:r>
            <a:r>
              <a:rPr sz="3000" b="1" spc="30" dirty="0">
                <a:latin typeface="Tahoma"/>
                <a:cs typeface="Tahoma"/>
              </a:rPr>
              <a:t>n</a:t>
            </a:r>
            <a:r>
              <a:rPr sz="3000" b="1" spc="20" dirty="0">
                <a:latin typeface="Tahoma"/>
                <a:cs typeface="Tahoma"/>
              </a:rPr>
              <a:t>e</a:t>
            </a:r>
            <a:r>
              <a:rPr sz="3000" b="1" spc="25" dirty="0">
                <a:latin typeface="Tahoma"/>
                <a:cs typeface="Tahoma"/>
              </a:rPr>
              <a:t>r</a:t>
            </a:r>
            <a:r>
              <a:rPr sz="3000" b="1" spc="15" dirty="0">
                <a:latin typeface="Tahoma"/>
                <a:cs typeface="Tahoma"/>
              </a:rPr>
              <a:t> </a:t>
            </a:r>
            <a:r>
              <a:rPr sz="3000" b="1" spc="-35" dirty="0">
                <a:latin typeface="Tahoma"/>
                <a:cs typeface="Tahoma"/>
              </a:rPr>
              <a:t>m</a:t>
            </a:r>
            <a:r>
              <a:rPr sz="3000" b="1" spc="-55" dirty="0">
                <a:latin typeface="Tahoma"/>
                <a:cs typeface="Tahoma"/>
              </a:rPr>
              <a:t>u</a:t>
            </a:r>
            <a:r>
              <a:rPr sz="3000" b="1" spc="-50" dirty="0">
                <a:latin typeface="Tahoma"/>
                <a:cs typeface="Tahoma"/>
              </a:rPr>
              <a:t>cha</a:t>
            </a:r>
            <a:r>
              <a:rPr sz="3000" b="1" spc="-35" dirty="0">
                <a:latin typeface="Tahoma"/>
                <a:cs typeface="Tahoma"/>
              </a:rPr>
              <a:t>s</a:t>
            </a:r>
            <a:r>
              <a:rPr sz="3000" b="1" spc="55" dirty="0">
                <a:latin typeface="Tahoma"/>
                <a:cs typeface="Tahoma"/>
              </a:rPr>
              <a:t> </a:t>
            </a:r>
            <a:r>
              <a:rPr sz="3000" b="1" spc="-60" dirty="0">
                <a:latin typeface="Tahoma"/>
                <a:cs typeface="Tahoma"/>
              </a:rPr>
              <a:t>ins</a:t>
            </a:r>
            <a:r>
              <a:rPr sz="3000" b="1" spc="-65" dirty="0">
                <a:latin typeface="Tahoma"/>
                <a:cs typeface="Tahoma"/>
              </a:rPr>
              <a:t>t</a:t>
            </a:r>
            <a:r>
              <a:rPr sz="3000" b="1" spc="20" dirty="0">
                <a:latin typeface="Tahoma"/>
                <a:cs typeface="Tahoma"/>
              </a:rPr>
              <a:t>alacio</a:t>
            </a:r>
            <a:r>
              <a:rPr sz="3000" b="1" spc="25" dirty="0">
                <a:latin typeface="Tahoma"/>
                <a:cs typeface="Tahoma"/>
              </a:rPr>
              <a:t>n</a:t>
            </a:r>
            <a:r>
              <a:rPr sz="3000" b="1" spc="20" dirty="0">
                <a:latin typeface="Tahoma"/>
                <a:cs typeface="Tahoma"/>
              </a:rPr>
              <a:t>e</a:t>
            </a:r>
            <a:r>
              <a:rPr sz="3000" b="1" spc="-105" dirty="0">
                <a:latin typeface="Tahoma"/>
                <a:cs typeface="Tahoma"/>
              </a:rPr>
              <a:t>s</a:t>
            </a:r>
            <a:r>
              <a:rPr sz="3000" b="1" spc="-10" dirty="0">
                <a:latin typeface="Tahoma"/>
                <a:cs typeface="Tahoma"/>
              </a:rPr>
              <a:t>.</a:t>
            </a:r>
            <a:endParaRPr sz="3000">
              <a:latin typeface="Tahoma"/>
              <a:cs typeface="Tahoma"/>
            </a:endParaRPr>
          </a:p>
          <a:p>
            <a:pPr marL="971550" marR="351790" indent="-501650">
              <a:lnSpc>
                <a:spcPts val="3579"/>
              </a:lnSpc>
              <a:spcBef>
                <a:spcPts val="1135"/>
              </a:spcBef>
              <a:buSzPct val="45000"/>
              <a:buFont typeface="MS Gothic"/>
              <a:buChar char="●"/>
              <a:tabLst>
                <a:tab pos="685800" algn="l"/>
              </a:tabLst>
            </a:pPr>
            <a:r>
              <a:rPr sz="3000" dirty="0">
                <a:latin typeface="Century Gothic"/>
                <a:cs typeface="Century Gothic"/>
              </a:rPr>
              <a:t>S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455" dirty="0">
                <a:latin typeface="Century Gothic"/>
                <a:cs typeface="Century Gothic"/>
              </a:rPr>
              <a:t>e</a:t>
            </a:r>
            <a:r>
              <a:rPr sz="3000" spc="-459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375" dirty="0">
                <a:latin typeface="Century Gothic"/>
                <a:cs typeface="Century Gothic"/>
              </a:rPr>
              <a:t>c</a:t>
            </a:r>
            <a:r>
              <a:rPr sz="3000" spc="-17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135" dirty="0">
                <a:latin typeface="Century Gothic"/>
                <a:cs typeface="Century Gothic"/>
              </a:rPr>
              <a:t>ú</a:t>
            </a:r>
            <a:r>
              <a:rPr sz="3000" spc="-40" dirty="0">
                <a:latin typeface="Century Gothic"/>
                <a:cs typeface="Century Gothic"/>
              </a:rPr>
              <a:t>l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395" dirty="0">
                <a:latin typeface="Century Gothic"/>
                <a:cs typeface="Century Gothic"/>
              </a:rPr>
              <a:t>c</a:t>
            </a:r>
            <a:r>
              <a:rPr sz="3000" spc="-114" dirty="0">
                <a:latin typeface="Century Gothic"/>
                <a:cs typeface="Century Gothic"/>
              </a:rPr>
              <a:t>l</a:t>
            </a:r>
            <a:r>
              <a:rPr sz="3000" spc="-170" dirty="0">
                <a:latin typeface="Century Gothic"/>
                <a:cs typeface="Century Gothic"/>
              </a:rPr>
              <a:t>u</a:t>
            </a:r>
            <a:r>
              <a:rPr sz="3000" spc="-10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300" dirty="0">
                <a:latin typeface="Century Gothic"/>
                <a:cs typeface="Century Gothic"/>
              </a:rPr>
              <a:t>e</a:t>
            </a:r>
            <a:r>
              <a:rPr sz="3000" spc="-140" dirty="0">
                <a:latin typeface="Century Gothic"/>
                <a:cs typeface="Century Gothic"/>
              </a:rPr>
              <a:t>r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355" dirty="0">
                <a:latin typeface="Century Gothic"/>
                <a:cs typeface="Century Gothic"/>
              </a:rPr>
              <a:t>u</a:t>
            </a:r>
            <a:r>
              <a:rPr sz="3000" spc="-195" dirty="0">
                <a:latin typeface="Century Gothic"/>
                <a:cs typeface="Century Gothic"/>
              </a:rPr>
              <a:t>t</a:t>
            </a:r>
            <a:r>
              <a:rPr sz="3000" spc="75" dirty="0">
                <a:latin typeface="Century Gothic"/>
                <a:cs typeface="Century Gothic"/>
              </a:rPr>
              <a:t>i</a:t>
            </a:r>
            <a:r>
              <a:rPr sz="3000" spc="85" dirty="0">
                <a:latin typeface="Century Gothic"/>
                <a:cs typeface="Century Gothic"/>
              </a:rPr>
              <a:t>li</a:t>
            </a:r>
            <a:r>
              <a:rPr sz="3000" spc="-225" dirty="0">
                <a:latin typeface="Century Gothic"/>
                <a:cs typeface="Century Gothic"/>
              </a:rPr>
              <a:t>z</a:t>
            </a:r>
            <a:r>
              <a:rPr sz="3000" spc="-350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114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50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d</a:t>
            </a:r>
            <a:r>
              <a:rPr sz="3000" spc="-400" dirty="0">
                <a:latin typeface="Century Gothic"/>
                <a:cs typeface="Century Gothic"/>
              </a:rPr>
              <a:t>b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685800" indent="-215900">
              <a:lnSpc>
                <a:spcPct val="100000"/>
              </a:lnSpc>
              <a:spcBef>
                <a:spcPts val="700"/>
              </a:spcBef>
              <a:buSzPct val="45000"/>
              <a:buFont typeface="MS Gothic"/>
              <a:buChar char="●"/>
              <a:tabLst>
                <a:tab pos="685800" algn="l"/>
              </a:tabLst>
            </a:pPr>
            <a:r>
              <a:rPr sz="3000" spc="-270" dirty="0">
                <a:latin typeface="Century Gothic"/>
                <a:cs typeface="Century Gothic"/>
              </a:rPr>
              <a:t>Pu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</a:t>
            </a:r>
            <a:r>
              <a:rPr sz="3000" spc="-445" dirty="0">
                <a:latin typeface="Century Gothic"/>
                <a:cs typeface="Century Gothic"/>
              </a:rPr>
              <a:t>o</a:t>
            </a:r>
            <a:r>
              <a:rPr sz="3000" spc="-515" dirty="0">
                <a:latin typeface="Century Gothic"/>
                <a:cs typeface="Century Gothic"/>
              </a:rPr>
              <a:t>m</a:t>
            </a:r>
            <a:r>
              <a:rPr sz="3000" spc="-370" dirty="0">
                <a:latin typeface="Century Gothic"/>
                <a:cs typeface="Century Gothic"/>
              </a:rPr>
              <a:t>p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40" dirty="0">
                <a:latin typeface="Century Gothic"/>
                <a:cs typeface="Century Gothic"/>
              </a:rPr>
              <a:t>i</a:t>
            </a:r>
            <a:r>
              <a:rPr sz="3000" spc="70" dirty="0">
                <a:latin typeface="Century Gothic"/>
                <a:cs typeface="Century Gothic"/>
              </a:rPr>
              <a:t>r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100" dirty="0">
                <a:latin typeface="Century Gothic"/>
                <a:cs typeface="Century Gothic"/>
              </a:rPr>
              <a:t>j</a:t>
            </a:r>
            <a:r>
              <a:rPr sz="3000" spc="-290" dirty="0">
                <a:latin typeface="Century Gothic"/>
                <a:cs typeface="Century Gothic"/>
              </a:rPr>
              <a:t>e</a:t>
            </a:r>
            <a:r>
              <a:rPr sz="3000" spc="-440" dirty="0">
                <a:latin typeface="Century Gothic"/>
                <a:cs typeface="Century Gothic"/>
              </a:rPr>
              <a:t>cu</a:t>
            </a:r>
            <a:r>
              <a:rPr sz="3000" spc="-235" dirty="0">
                <a:latin typeface="Century Gothic"/>
                <a:cs typeface="Century Gothic"/>
              </a:rPr>
              <a:t>t</a:t>
            </a:r>
            <a:r>
              <a:rPr sz="3000" spc="-430" dirty="0">
                <a:latin typeface="Century Gothic"/>
                <a:cs typeface="Century Gothic"/>
              </a:rPr>
              <a:t>ab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310" dirty="0">
                <a:latin typeface="Century Gothic"/>
                <a:cs typeface="Century Gothic"/>
              </a:rPr>
              <a:t>(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85" dirty="0">
                <a:latin typeface="Century Gothic"/>
                <a:cs typeface="Century Gothic"/>
              </a:rPr>
              <a:t>l</a:t>
            </a:r>
            <a:r>
              <a:rPr sz="3000" spc="-254" dirty="0">
                <a:latin typeface="Century Gothic"/>
                <a:cs typeface="Century Gothic"/>
              </a:rPr>
              <a:t>a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85" dirty="0">
                <a:latin typeface="Century Gothic"/>
                <a:cs typeface="Century Gothic"/>
              </a:rPr>
              <a:t>ón</a:t>
            </a:r>
            <a:r>
              <a:rPr sz="3000" spc="-145" dirty="0">
                <a:latin typeface="Century Gothic"/>
                <a:cs typeface="Century Gothic"/>
              </a:rPr>
              <a:t>).</a:t>
            </a:r>
            <a:endParaRPr sz="3000">
              <a:latin typeface="Century Gothic"/>
              <a:cs typeface="Century Gothic"/>
            </a:endParaRPr>
          </a:p>
          <a:p>
            <a:pPr marL="685800" indent="-215900">
              <a:lnSpc>
                <a:spcPct val="100000"/>
              </a:lnSpc>
              <a:spcBef>
                <a:spcPts val="830"/>
              </a:spcBef>
              <a:buSzPct val="45000"/>
              <a:buFont typeface="MS Gothic"/>
              <a:buChar char="●"/>
              <a:tabLst>
                <a:tab pos="685800" algn="l"/>
              </a:tabLst>
            </a:pPr>
            <a:r>
              <a:rPr sz="3000" spc="-320" dirty="0">
                <a:latin typeface="Century Gothic"/>
                <a:cs typeface="Century Gothic"/>
              </a:rPr>
              <a:t>C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p</a:t>
            </a:r>
            <a:r>
              <a:rPr sz="3000" spc="-300" dirty="0">
                <a:latin typeface="Century Gothic"/>
                <a:cs typeface="Century Gothic"/>
              </a:rPr>
              <a:t>o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90" dirty="0">
                <a:latin typeface="Century Gothic"/>
                <a:cs typeface="Century Gothic"/>
              </a:rPr>
              <a:t>: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70" dirty="0">
                <a:latin typeface="Century Gothic"/>
                <a:cs typeface="Century Gothic"/>
              </a:rPr>
              <a:t> </a:t>
            </a:r>
            <a:r>
              <a:rPr sz="3000" spc="90" dirty="0">
                <a:latin typeface="Century Gothic"/>
                <a:cs typeface="Century Gothic"/>
              </a:rPr>
              <a:t>$</a:t>
            </a:r>
            <a:r>
              <a:rPr sz="3000" spc="-280" dirty="0">
                <a:latin typeface="Century Gothic"/>
                <a:cs typeface="Century Gothic"/>
              </a:rPr>
              <a:t>P</a:t>
            </a:r>
            <a:r>
              <a:rPr sz="3000" spc="-170" dirty="0">
                <a:latin typeface="Century Gothic"/>
                <a:cs typeface="Century Gothic"/>
              </a:rPr>
              <a:t>G</a:t>
            </a:r>
            <a:r>
              <a:rPr sz="3000" spc="-145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210" dirty="0">
                <a:latin typeface="Century Gothic"/>
                <a:cs typeface="Century Gothic"/>
              </a:rPr>
              <a:t>T</a:t>
            </a:r>
            <a:r>
              <a:rPr sz="3000" spc="-445" dirty="0">
                <a:latin typeface="Century Gothic"/>
                <a:cs typeface="Century Gothic"/>
              </a:rPr>
              <a:t>A</a:t>
            </a:r>
            <a:r>
              <a:rPr sz="3000" spc="80" dirty="0">
                <a:latin typeface="Century Gothic"/>
                <a:cs typeface="Century Gothic"/>
              </a:rPr>
              <a:t> </a:t>
            </a:r>
            <a:r>
              <a:rPr sz="3000" spc="-405" dirty="0">
                <a:latin typeface="Century Gothic"/>
                <a:cs typeface="Century Gothic"/>
              </a:rPr>
              <a:t>y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65" dirty="0">
                <a:latin typeface="Century Gothic"/>
                <a:cs typeface="Century Gothic"/>
              </a:rPr>
              <a:t>u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90" dirty="0">
                <a:latin typeface="Century Gothic"/>
                <a:cs typeface="Century Gothic"/>
              </a:rPr>
              <a:t>$</a:t>
            </a:r>
            <a:r>
              <a:rPr sz="3000" spc="-280" dirty="0">
                <a:latin typeface="Century Gothic"/>
                <a:cs typeface="Century Gothic"/>
              </a:rPr>
              <a:t>P</a:t>
            </a:r>
            <a:r>
              <a:rPr sz="3000" spc="-170" dirty="0">
                <a:latin typeface="Century Gothic"/>
                <a:cs typeface="Century Gothic"/>
              </a:rPr>
              <a:t>G</a:t>
            </a:r>
            <a:r>
              <a:rPr sz="3000" spc="-280" dirty="0">
                <a:latin typeface="Century Gothic"/>
                <a:cs typeface="Century Gothic"/>
              </a:rPr>
              <a:t>P</a:t>
            </a:r>
            <a:r>
              <a:rPr sz="3000" spc="30" dirty="0">
                <a:latin typeface="Century Gothic"/>
                <a:cs typeface="Century Gothic"/>
              </a:rPr>
              <a:t>O</a:t>
            </a:r>
            <a:r>
              <a:rPr sz="3000" spc="-254" dirty="0">
                <a:latin typeface="Century Gothic"/>
                <a:cs typeface="Century Gothic"/>
              </a:rPr>
              <a:t>R</a:t>
            </a:r>
            <a:r>
              <a:rPr sz="3000" spc="235" dirty="0">
                <a:latin typeface="Century Gothic"/>
                <a:cs typeface="Century Gothic"/>
              </a:rPr>
              <a:t>T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8982075" cy="300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5930">
              <a:lnSpc>
                <a:spcPct val="100000"/>
              </a:lnSpc>
            </a:pPr>
            <a:r>
              <a:rPr sz="4400" spc="6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39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3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35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69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-57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18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40" dirty="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6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66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44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27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66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4400" spc="-69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5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95" dirty="0">
                <a:solidFill>
                  <a:srgbClr val="1B1B1B"/>
                </a:solidFill>
                <a:latin typeface="Century Gothic"/>
                <a:cs typeface="Century Gothic"/>
              </a:rPr>
              <a:t>B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17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6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55" dirty="0">
                <a:solidFill>
                  <a:srgbClr val="1B1B1B"/>
                </a:solidFill>
                <a:latin typeface="Century Gothic"/>
                <a:cs typeface="Century Gothic"/>
              </a:rPr>
              <a:t>- </a:t>
            </a:r>
            <a:r>
              <a:rPr sz="4400" spc="95" dirty="0">
                <a:solidFill>
                  <a:srgbClr val="1B1B1B"/>
                </a:solidFill>
                <a:latin typeface="Century Gothic"/>
                <a:cs typeface="Century Gothic"/>
              </a:rPr>
              <a:t>1</a:t>
            </a:r>
            <a:r>
              <a:rPr sz="4400" spc="4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85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li</a:t>
            </a:r>
            <a:r>
              <a:rPr sz="4400" spc="-540" dirty="0">
                <a:solidFill>
                  <a:srgbClr val="1B1B1B"/>
                </a:solidFill>
                <a:latin typeface="Century Gothic"/>
                <a:cs typeface="Century Gothic"/>
              </a:rPr>
              <a:t>ck</a:t>
            </a:r>
            <a:endParaRPr sz="4400">
              <a:latin typeface="Century Gothic"/>
              <a:cs typeface="Century Gothic"/>
            </a:endParaRPr>
          </a:p>
          <a:p>
            <a:pPr marL="12700" marR="5080">
              <a:lnSpc>
                <a:spcPts val="3570"/>
              </a:lnSpc>
              <a:spcBef>
                <a:spcPts val="3410"/>
              </a:spcBef>
            </a:pPr>
            <a:r>
              <a:rPr sz="3000" spc="-80" dirty="0">
                <a:latin typeface="Century Gothic"/>
                <a:cs typeface="Century Gothic"/>
              </a:rPr>
              <a:t>E</a:t>
            </a:r>
            <a:r>
              <a:rPr sz="3000" spc="-254" dirty="0">
                <a:latin typeface="Century Gothic"/>
                <a:cs typeface="Century Gothic"/>
              </a:rPr>
              <a:t>x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265" dirty="0">
                <a:latin typeface="Century Gothic"/>
                <a:cs typeface="Century Gothic"/>
              </a:rPr>
              <a:t>u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55" dirty="0">
                <a:latin typeface="Century Gothic"/>
                <a:cs typeface="Century Gothic"/>
              </a:rPr>
              <a:t>i</a:t>
            </a:r>
            <a:r>
              <a:rPr sz="3000" spc="-150" dirty="0">
                <a:latin typeface="Century Gothic"/>
                <a:cs typeface="Century Gothic"/>
              </a:rPr>
              <a:t>n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375" dirty="0">
                <a:latin typeface="Century Gothic"/>
                <a:cs typeface="Century Gothic"/>
              </a:rPr>
              <a:t>c</a:t>
            </a:r>
            <a:r>
              <a:rPr sz="3000" spc="-17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120" dirty="0">
                <a:latin typeface="Century Gothic"/>
                <a:cs typeface="Century Gothic"/>
              </a:rPr>
              <a:t> </a:t>
            </a:r>
            <a:r>
              <a:rPr sz="3000" spc="-8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E</a:t>
            </a:r>
            <a:r>
              <a:rPr sz="3000" spc="-27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n</a:t>
            </a:r>
            <a:r>
              <a:rPr sz="3000" spc="-28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t</a:t>
            </a:r>
            <a:r>
              <a:rPr sz="3000" spc="-46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e</a:t>
            </a:r>
            <a:r>
              <a:rPr sz="3000" spc="3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r</a:t>
            </a:r>
            <a:r>
              <a:rPr sz="3000" spc="-43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p</a:t>
            </a:r>
            <a:r>
              <a:rPr sz="3000" spc="3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r</a:t>
            </a:r>
            <a:r>
              <a:rPr sz="3000" spc="8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i</a:t>
            </a:r>
            <a:r>
              <a:rPr sz="3000" spc="-2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s</a:t>
            </a:r>
            <a:r>
              <a:rPr sz="3000" spc="-46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e</a:t>
            </a:r>
            <a:r>
              <a:rPr sz="3000" spc="-15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D</a:t>
            </a:r>
            <a:r>
              <a:rPr sz="3000" spc="-7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B</a:t>
            </a:r>
            <a:r>
              <a:rPr sz="3000" spc="7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p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150" dirty="0">
                <a:latin typeface="Century Gothic"/>
                <a:cs typeface="Century Gothic"/>
              </a:rPr>
              <a:t>L</a:t>
            </a:r>
            <a:r>
              <a:rPr sz="3000" spc="-55" dirty="0">
                <a:latin typeface="Century Gothic"/>
                <a:cs typeface="Century Gothic"/>
              </a:rPr>
              <a:t>i</a:t>
            </a:r>
            <a:r>
              <a:rPr sz="3000" spc="-135" dirty="0">
                <a:latin typeface="Century Gothic"/>
                <a:cs typeface="Century Gothic"/>
              </a:rPr>
              <a:t>n</a:t>
            </a:r>
            <a:r>
              <a:rPr sz="3000" spc="-270" dirty="0">
                <a:latin typeface="Century Gothic"/>
                <a:cs typeface="Century Gothic"/>
              </a:rPr>
              <a:t>ux</a:t>
            </a:r>
            <a:r>
              <a:rPr sz="3000" spc="-140" dirty="0">
                <a:latin typeface="Century Gothic"/>
                <a:cs typeface="Century Gothic"/>
              </a:rPr>
              <a:t> </a:t>
            </a:r>
            <a:r>
              <a:rPr sz="3000" spc="60" dirty="0">
                <a:latin typeface="Century Gothic"/>
                <a:cs typeface="Century Gothic"/>
              </a:rPr>
              <a:t>3</a:t>
            </a:r>
            <a:r>
              <a:rPr sz="3000" spc="65" dirty="0">
                <a:latin typeface="Century Gothic"/>
                <a:cs typeface="Century Gothic"/>
              </a:rPr>
              <a:t>2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b</a:t>
            </a:r>
            <a:r>
              <a:rPr sz="3000" spc="-80" dirty="0">
                <a:latin typeface="Century Gothic"/>
                <a:cs typeface="Century Gothic"/>
              </a:rPr>
              <a:t>i</a:t>
            </a:r>
            <a:r>
              <a:rPr sz="3000" spc="-125" dirty="0">
                <a:latin typeface="Century Gothic"/>
                <a:cs typeface="Century Gothic"/>
              </a:rPr>
              <a:t>t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05" dirty="0">
                <a:latin typeface="Century Gothic"/>
                <a:cs typeface="Century Gothic"/>
              </a:rPr>
              <a:t>y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60" dirty="0">
                <a:latin typeface="Century Gothic"/>
                <a:cs typeface="Century Gothic"/>
              </a:rPr>
              <a:t>6</a:t>
            </a:r>
            <a:r>
              <a:rPr sz="3000" spc="65" dirty="0">
                <a:latin typeface="Century Gothic"/>
                <a:cs typeface="Century Gothic"/>
              </a:rPr>
              <a:t>4</a:t>
            </a:r>
            <a:r>
              <a:rPr sz="3000" spc="2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b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, </a:t>
            </a:r>
            <a:r>
              <a:rPr sz="3000" spc="-204" dirty="0">
                <a:latin typeface="Century Gothic"/>
                <a:cs typeface="Century Gothic"/>
              </a:rPr>
              <a:t>W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05" dirty="0">
                <a:latin typeface="Century Gothic"/>
                <a:cs typeface="Century Gothic"/>
              </a:rPr>
              <a:t>w</a:t>
            </a:r>
            <a:r>
              <a:rPr sz="3000" spc="-190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60" dirty="0">
                <a:latin typeface="Century Gothic"/>
                <a:cs typeface="Century Gothic"/>
              </a:rPr>
              <a:t>3</a:t>
            </a:r>
            <a:r>
              <a:rPr sz="3000" spc="65" dirty="0">
                <a:latin typeface="Century Gothic"/>
                <a:cs typeface="Century Gothic"/>
              </a:rPr>
              <a:t>2</a:t>
            </a:r>
            <a:r>
              <a:rPr sz="3000" spc="2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b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05" dirty="0">
                <a:latin typeface="Century Gothic"/>
                <a:cs typeface="Century Gothic"/>
              </a:rPr>
              <a:t>y</a:t>
            </a:r>
            <a:r>
              <a:rPr sz="3000" spc="25" dirty="0">
                <a:latin typeface="Century Gothic"/>
                <a:cs typeface="Century Gothic"/>
              </a:rPr>
              <a:t> </a:t>
            </a:r>
            <a:r>
              <a:rPr sz="3000" spc="60" dirty="0">
                <a:latin typeface="Century Gothic"/>
                <a:cs typeface="Century Gothic"/>
              </a:rPr>
              <a:t>6</a:t>
            </a:r>
            <a:r>
              <a:rPr sz="3000" spc="65" dirty="0">
                <a:latin typeface="Century Gothic"/>
                <a:cs typeface="Century Gothic"/>
              </a:rPr>
              <a:t>4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b</a:t>
            </a:r>
            <a:r>
              <a:rPr sz="3000" spc="-80" dirty="0">
                <a:latin typeface="Century Gothic"/>
                <a:cs typeface="Century Gothic"/>
              </a:rPr>
              <a:t>i</a:t>
            </a:r>
            <a:r>
              <a:rPr sz="3000" spc="-125" dirty="0">
                <a:latin typeface="Century Gothic"/>
                <a:cs typeface="Century Gothic"/>
              </a:rPr>
              <a:t>t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05" dirty="0">
                <a:latin typeface="Century Gothic"/>
                <a:cs typeface="Century Gothic"/>
              </a:rPr>
              <a:t>y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90" dirty="0">
                <a:latin typeface="Century Gothic"/>
                <a:cs typeface="Century Gothic"/>
              </a:rPr>
              <a:t>M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585" dirty="0">
                <a:latin typeface="Century Gothic"/>
                <a:cs typeface="Century Gothic"/>
              </a:rPr>
              <a:t>c</a:t>
            </a:r>
            <a:r>
              <a:rPr sz="3000" spc="25" dirty="0">
                <a:latin typeface="Century Gothic"/>
                <a:cs typeface="Century Gothic"/>
              </a:rPr>
              <a:t> </a:t>
            </a:r>
            <a:r>
              <a:rPr sz="3000" dirty="0">
                <a:latin typeface="Century Gothic"/>
                <a:cs typeface="Century Gothic"/>
              </a:rPr>
              <a:t>OS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180" dirty="0">
                <a:latin typeface="Century Gothic"/>
                <a:cs typeface="Century Gothic"/>
              </a:rPr>
              <a:t>X.</a:t>
            </a:r>
            <a:endParaRPr sz="3000">
              <a:latin typeface="Century Gothic"/>
              <a:cs typeface="Century Gothic"/>
            </a:endParaRPr>
          </a:p>
          <a:p>
            <a:pPr marL="12700" marR="656590">
              <a:lnSpc>
                <a:spcPts val="3579"/>
              </a:lnSpc>
              <a:spcBef>
                <a:spcPts val="1420"/>
              </a:spcBef>
            </a:pPr>
            <a:r>
              <a:rPr sz="3000" spc="-155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15" dirty="0">
                <a:latin typeface="Century Gothic"/>
                <a:cs typeface="Century Gothic"/>
              </a:rPr>
              <a:t>b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j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40" dirty="0">
                <a:latin typeface="Century Gothic"/>
                <a:cs typeface="Century Gothic"/>
              </a:rPr>
              <a:t>cu</a:t>
            </a:r>
            <a:r>
              <a:rPr sz="3000" spc="-245" dirty="0">
                <a:latin typeface="Century Gothic"/>
                <a:cs typeface="Century Gothic"/>
              </a:rPr>
              <a:t>t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65" dirty="0">
                <a:latin typeface="Century Gothic"/>
                <a:cs typeface="Century Gothic"/>
              </a:rPr>
              <a:t>u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170" dirty="0">
                <a:latin typeface="Century Gothic"/>
                <a:cs typeface="Century Gothic"/>
              </a:rPr>
              <a:t>u</a:t>
            </a:r>
            <a:r>
              <a:rPr sz="3000" spc="-105" dirty="0">
                <a:latin typeface="Century Gothic"/>
                <a:cs typeface="Century Gothic"/>
              </a:rPr>
              <a:t>s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55" dirty="0">
                <a:latin typeface="Century Gothic"/>
                <a:cs typeface="Century Gothic"/>
              </a:rPr>
              <a:t>i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15" dirty="0">
                <a:latin typeface="Century Gothic"/>
                <a:cs typeface="Century Gothic"/>
              </a:rPr>
              <a:t>i</a:t>
            </a:r>
            <a:r>
              <a:rPr sz="3000" spc="45" dirty="0">
                <a:latin typeface="Century Gothic"/>
                <a:cs typeface="Century Gothic"/>
              </a:rPr>
              <a:t>s</a:t>
            </a:r>
            <a:r>
              <a:rPr sz="3000" spc="-28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-200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135" dirty="0">
                <a:latin typeface="Century Gothic"/>
                <a:cs typeface="Century Gothic"/>
              </a:rPr>
              <a:t>-</a:t>
            </a:r>
            <a:r>
              <a:rPr sz="3000" spc="-254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315" dirty="0">
                <a:latin typeface="Century Gothic"/>
                <a:cs typeface="Century Gothic"/>
              </a:rPr>
              <a:t>m</a:t>
            </a:r>
            <a:r>
              <a:rPr sz="3000" spc="-65" dirty="0">
                <a:latin typeface="Century Gothic"/>
                <a:cs typeface="Century Gothic"/>
              </a:rPr>
              <a:t>i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310" dirty="0">
                <a:latin typeface="Century Gothic"/>
                <a:cs typeface="Century Gothic"/>
              </a:rPr>
              <a:t>(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oo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310" dirty="0">
                <a:latin typeface="Century Gothic"/>
                <a:cs typeface="Century Gothic"/>
              </a:rPr>
              <a:t>)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16810" y="5039359"/>
            <a:ext cx="5245099" cy="22860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8355965" cy="528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6750">
              <a:lnSpc>
                <a:spcPct val="100000"/>
              </a:lnSpc>
            </a:pPr>
            <a:r>
              <a:rPr sz="4400" spc="6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390" dirty="0">
                <a:solidFill>
                  <a:srgbClr val="1B1B1B"/>
                </a:solidFill>
                <a:latin typeface="Century Gothic"/>
                <a:cs typeface="Century Gothic"/>
              </a:rPr>
              <a:t>ta</a:t>
            </a:r>
            <a:r>
              <a:rPr sz="4400" spc="-15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-85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40" dirty="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66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3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66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4400" spc="-69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5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95" dirty="0">
                <a:solidFill>
                  <a:srgbClr val="1B1B1B"/>
                </a:solidFill>
                <a:latin typeface="Century Gothic"/>
                <a:cs typeface="Century Gothic"/>
              </a:rPr>
              <a:t>B</a:t>
            </a:r>
            <a:r>
              <a:rPr sz="4400" spc="-8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204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17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55" dirty="0">
                <a:solidFill>
                  <a:srgbClr val="1B1B1B"/>
                </a:solidFill>
                <a:latin typeface="Century Gothic"/>
                <a:cs typeface="Century Gothic"/>
              </a:rPr>
              <a:t>- </a:t>
            </a:r>
            <a:r>
              <a:rPr sz="440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5" dirty="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r>
              <a:rPr sz="4400" spc="3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45" dirty="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endParaRPr sz="4400">
              <a:latin typeface="Century Gothic"/>
              <a:cs typeface="Century Gothic"/>
            </a:endParaRPr>
          </a:p>
          <a:p>
            <a:pPr marL="220979" indent="-208279">
              <a:lnSpc>
                <a:spcPct val="100000"/>
              </a:lnSpc>
              <a:spcBef>
                <a:spcPts val="3309"/>
              </a:spcBef>
              <a:buSzPct val="45614"/>
              <a:buFont typeface="MS Gothic"/>
              <a:buChar char="●"/>
              <a:tabLst>
                <a:tab pos="220979" algn="l"/>
              </a:tabLst>
            </a:pPr>
            <a:r>
              <a:rPr sz="2850" spc="-350" dirty="0">
                <a:latin typeface="Century Gothic"/>
                <a:cs typeface="Century Gothic"/>
              </a:rPr>
              <a:t>Re</a:t>
            </a:r>
            <a:r>
              <a:rPr sz="2850" spc="-375" dirty="0">
                <a:latin typeface="Century Gothic"/>
                <a:cs typeface="Century Gothic"/>
              </a:rPr>
              <a:t>d</a:t>
            </a:r>
            <a:r>
              <a:rPr sz="2850" spc="45" dirty="0">
                <a:latin typeface="Century Gothic"/>
                <a:cs typeface="Century Gothic"/>
              </a:rPr>
              <a:t> H</a:t>
            </a:r>
            <a:r>
              <a:rPr sz="2850" spc="-325" dirty="0">
                <a:latin typeface="Century Gothic"/>
                <a:cs typeface="Century Gothic"/>
              </a:rPr>
              <a:t>at</a:t>
            </a:r>
            <a:r>
              <a:rPr sz="2850" spc="50" dirty="0">
                <a:latin typeface="Century Gothic"/>
                <a:cs typeface="Century Gothic"/>
              </a:rPr>
              <a:t> </a:t>
            </a:r>
            <a:r>
              <a:rPr sz="2850" spc="-275" dirty="0">
                <a:latin typeface="Century Gothic"/>
                <a:cs typeface="Century Gothic"/>
              </a:rPr>
              <a:t>(</a:t>
            </a:r>
            <a:r>
              <a:rPr sz="2850" spc="-280" dirty="0">
                <a:latin typeface="Century Gothic"/>
                <a:cs typeface="Century Gothic"/>
              </a:rPr>
              <a:t>y</a:t>
            </a:r>
            <a:r>
              <a:rPr sz="2850" spc="-315" dirty="0">
                <a:latin typeface="Century Gothic"/>
                <a:cs typeface="Century Gothic"/>
              </a:rPr>
              <a:t>u</a:t>
            </a:r>
            <a:r>
              <a:rPr sz="2850" spc="-405" dirty="0">
                <a:latin typeface="Century Gothic"/>
                <a:cs typeface="Century Gothic"/>
              </a:rPr>
              <a:t>m</a:t>
            </a:r>
            <a:r>
              <a:rPr sz="2850" spc="25" dirty="0">
                <a:latin typeface="Century Gothic"/>
                <a:cs typeface="Century Gothic"/>
              </a:rPr>
              <a:t> </a:t>
            </a:r>
            <a:r>
              <a:rPr sz="2850" spc="-265" dirty="0">
                <a:latin typeface="Century Gothic"/>
                <a:cs typeface="Century Gothic"/>
              </a:rPr>
              <a:t>o</a:t>
            </a:r>
            <a:r>
              <a:rPr sz="2850" spc="35" dirty="0">
                <a:latin typeface="Century Gothic"/>
                <a:cs typeface="Century Gothic"/>
              </a:rPr>
              <a:t> </a:t>
            </a:r>
            <a:r>
              <a:rPr sz="2850" spc="-335" dirty="0">
                <a:latin typeface="Century Gothic"/>
                <a:cs typeface="Century Gothic"/>
              </a:rPr>
              <a:t>dn</a:t>
            </a:r>
            <a:r>
              <a:rPr sz="2850" spc="-175" dirty="0">
                <a:latin typeface="Century Gothic"/>
                <a:cs typeface="Century Gothic"/>
              </a:rPr>
              <a:t>f</a:t>
            </a:r>
            <a:r>
              <a:rPr sz="2850" spc="-275" dirty="0">
                <a:latin typeface="Century Gothic"/>
                <a:cs typeface="Century Gothic"/>
              </a:rPr>
              <a:t>)</a:t>
            </a:r>
            <a:endParaRPr sz="2850">
              <a:latin typeface="Century Gothic"/>
              <a:cs typeface="Century Gothic"/>
            </a:endParaRPr>
          </a:p>
          <a:p>
            <a:pPr marL="12700" marR="4063365">
              <a:lnSpc>
                <a:spcPct val="100699"/>
              </a:lnSpc>
              <a:spcBef>
                <a:spcPts val="815"/>
              </a:spcBef>
            </a:pPr>
            <a:r>
              <a:rPr sz="2850" spc="-380" dirty="0">
                <a:latin typeface="Century Gothic"/>
                <a:cs typeface="Century Gothic"/>
              </a:rPr>
              <a:t>y</a:t>
            </a:r>
            <a:r>
              <a:rPr sz="2850" spc="-240" dirty="0">
                <a:latin typeface="Century Gothic"/>
                <a:cs typeface="Century Gothic"/>
              </a:rPr>
              <a:t>u</a:t>
            </a:r>
            <a:r>
              <a:rPr sz="2850" spc="-405" dirty="0">
                <a:latin typeface="Century Gothic"/>
                <a:cs typeface="Century Gothic"/>
              </a:rPr>
              <a:t>m</a:t>
            </a:r>
            <a:r>
              <a:rPr sz="2850" spc="25" dirty="0">
                <a:latin typeface="Century Gothic"/>
                <a:cs typeface="Century Gothic"/>
              </a:rPr>
              <a:t> </a:t>
            </a:r>
            <a:r>
              <a:rPr sz="2850" spc="95" dirty="0">
                <a:latin typeface="Century Gothic"/>
                <a:cs typeface="Century Gothic"/>
              </a:rPr>
              <a:t>i</a:t>
            </a:r>
            <a:r>
              <a:rPr sz="2850" spc="-260" dirty="0">
                <a:latin typeface="Century Gothic"/>
                <a:cs typeface="Century Gothic"/>
              </a:rPr>
              <a:t>n</a:t>
            </a:r>
            <a:r>
              <a:rPr sz="2850" spc="-10" dirty="0">
                <a:latin typeface="Century Gothic"/>
                <a:cs typeface="Century Gothic"/>
              </a:rPr>
              <a:t>s</a:t>
            </a:r>
            <a:r>
              <a:rPr sz="2850" spc="-265" dirty="0">
                <a:latin typeface="Century Gothic"/>
                <a:cs typeface="Century Gothic"/>
              </a:rPr>
              <a:t>t</a:t>
            </a:r>
            <a:r>
              <a:rPr sz="2850" spc="-75" dirty="0">
                <a:latin typeface="Century Gothic"/>
                <a:cs typeface="Century Gothic"/>
              </a:rPr>
              <a:t>all</a:t>
            </a:r>
            <a:r>
              <a:rPr sz="2850" spc="30" dirty="0">
                <a:latin typeface="Century Gothic"/>
                <a:cs typeface="Century Gothic"/>
              </a:rPr>
              <a:t> </a:t>
            </a:r>
            <a:r>
              <a:rPr sz="2850" spc="-335" dirty="0">
                <a:latin typeface="Century Gothic"/>
                <a:cs typeface="Century Gothic"/>
              </a:rPr>
              <a:t>p</a:t>
            </a:r>
            <a:r>
              <a:rPr sz="2850" spc="-330" dirty="0">
                <a:latin typeface="Century Gothic"/>
                <a:cs typeface="Century Gothic"/>
              </a:rPr>
              <a:t>o</a:t>
            </a:r>
            <a:r>
              <a:rPr sz="2850" spc="-10" dirty="0">
                <a:latin typeface="Century Gothic"/>
                <a:cs typeface="Century Gothic"/>
              </a:rPr>
              <a:t>s</a:t>
            </a:r>
            <a:r>
              <a:rPr sz="2850" spc="-265" dirty="0">
                <a:latin typeface="Century Gothic"/>
                <a:cs typeface="Century Gothic"/>
              </a:rPr>
              <a:t>t</a:t>
            </a:r>
            <a:r>
              <a:rPr sz="2850" spc="-170" dirty="0">
                <a:latin typeface="Century Gothic"/>
                <a:cs typeface="Century Gothic"/>
              </a:rPr>
              <a:t>gr</a:t>
            </a:r>
            <a:r>
              <a:rPr sz="2850" spc="-155" dirty="0">
                <a:latin typeface="Century Gothic"/>
                <a:cs typeface="Century Gothic"/>
              </a:rPr>
              <a:t>esql-se</a:t>
            </a:r>
            <a:r>
              <a:rPr sz="2850" spc="-105" dirty="0">
                <a:latin typeface="Century Gothic"/>
                <a:cs typeface="Century Gothic"/>
              </a:rPr>
              <a:t>r</a:t>
            </a:r>
            <a:r>
              <a:rPr sz="2850" spc="-370" dirty="0">
                <a:latin typeface="Century Gothic"/>
                <a:cs typeface="Century Gothic"/>
              </a:rPr>
              <a:t>v</a:t>
            </a:r>
            <a:r>
              <a:rPr sz="2850" spc="-445" dirty="0">
                <a:latin typeface="Century Gothic"/>
                <a:cs typeface="Century Gothic"/>
              </a:rPr>
              <a:t>e</a:t>
            </a:r>
            <a:r>
              <a:rPr sz="2850" spc="40" dirty="0">
                <a:latin typeface="Century Gothic"/>
                <a:cs typeface="Century Gothic"/>
              </a:rPr>
              <a:t>r</a:t>
            </a:r>
            <a:r>
              <a:rPr sz="2850" spc="35" dirty="0">
                <a:latin typeface="Century Gothic"/>
                <a:cs typeface="Century Gothic"/>
              </a:rPr>
              <a:t> </a:t>
            </a:r>
            <a:r>
              <a:rPr sz="2850" spc="-10" dirty="0">
                <a:latin typeface="Century Gothic"/>
                <a:cs typeface="Century Gothic"/>
              </a:rPr>
              <a:t>s</a:t>
            </a:r>
            <a:r>
              <a:rPr sz="2850" spc="-445" dirty="0">
                <a:latin typeface="Century Gothic"/>
                <a:cs typeface="Century Gothic"/>
              </a:rPr>
              <a:t>e</a:t>
            </a:r>
            <a:r>
              <a:rPr sz="2850" spc="45" dirty="0">
                <a:latin typeface="Century Gothic"/>
                <a:cs typeface="Century Gothic"/>
              </a:rPr>
              <a:t>r</a:t>
            </a:r>
            <a:r>
              <a:rPr sz="2850" spc="-375" dirty="0">
                <a:latin typeface="Century Gothic"/>
                <a:cs typeface="Century Gothic"/>
              </a:rPr>
              <a:t>v</a:t>
            </a:r>
            <a:r>
              <a:rPr sz="2850" spc="-235" dirty="0">
                <a:latin typeface="Century Gothic"/>
                <a:cs typeface="Century Gothic"/>
              </a:rPr>
              <a:t>ic</a:t>
            </a:r>
            <a:r>
              <a:rPr sz="2850" spc="-430" dirty="0">
                <a:latin typeface="Century Gothic"/>
                <a:cs typeface="Century Gothic"/>
              </a:rPr>
              <a:t>e</a:t>
            </a:r>
            <a:r>
              <a:rPr sz="2850" spc="35" dirty="0">
                <a:latin typeface="Century Gothic"/>
                <a:cs typeface="Century Gothic"/>
              </a:rPr>
              <a:t> </a:t>
            </a:r>
            <a:r>
              <a:rPr sz="2850" spc="-400" dirty="0">
                <a:latin typeface="Century Gothic"/>
                <a:cs typeface="Century Gothic"/>
              </a:rPr>
              <a:t>p</a:t>
            </a:r>
            <a:r>
              <a:rPr sz="2850" spc="-175" dirty="0">
                <a:latin typeface="Century Gothic"/>
                <a:cs typeface="Century Gothic"/>
              </a:rPr>
              <a:t>o</a:t>
            </a:r>
            <a:r>
              <a:rPr sz="2850" spc="-95" dirty="0">
                <a:latin typeface="Century Gothic"/>
                <a:cs typeface="Century Gothic"/>
              </a:rPr>
              <a:t>s</a:t>
            </a:r>
            <a:r>
              <a:rPr sz="2850" spc="-265" dirty="0">
                <a:latin typeface="Century Gothic"/>
                <a:cs typeface="Century Gothic"/>
              </a:rPr>
              <a:t>t</a:t>
            </a:r>
            <a:r>
              <a:rPr sz="2850" spc="-170" dirty="0">
                <a:latin typeface="Century Gothic"/>
                <a:cs typeface="Century Gothic"/>
              </a:rPr>
              <a:t>gr</a:t>
            </a:r>
            <a:r>
              <a:rPr sz="2850" spc="-235" dirty="0">
                <a:latin typeface="Century Gothic"/>
                <a:cs typeface="Century Gothic"/>
              </a:rPr>
              <a:t>esq</a:t>
            </a:r>
            <a:r>
              <a:rPr sz="2850" spc="-80" dirty="0">
                <a:latin typeface="Century Gothic"/>
                <a:cs typeface="Century Gothic"/>
              </a:rPr>
              <a:t>l</a:t>
            </a:r>
            <a:r>
              <a:rPr sz="2850" spc="35" dirty="0">
                <a:latin typeface="Century Gothic"/>
                <a:cs typeface="Century Gothic"/>
              </a:rPr>
              <a:t> </a:t>
            </a:r>
            <a:r>
              <a:rPr sz="2850" spc="-85" dirty="0">
                <a:latin typeface="Century Gothic"/>
                <a:cs typeface="Century Gothic"/>
              </a:rPr>
              <a:t>ini</a:t>
            </a:r>
            <a:r>
              <a:rPr sz="2850" spc="-80" dirty="0">
                <a:latin typeface="Century Gothic"/>
                <a:cs typeface="Century Gothic"/>
              </a:rPr>
              <a:t>t</a:t>
            </a:r>
            <a:r>
              <a:rPr sz="2850" spc="-409" dirty="0">
                <a:latin typeface="Century Gothic"/>
                <a:cs typeface="Century Gothic"/>
              </a:rPr>
              <a:t>db</a:t>
            </a:r>
            <a:r>
              <a:rPr sz="2850" spc="-170" dirty="0">
                <a:latin typeface="Century Gothic"/>
                <a:cs typeface="Century Gothic"/>
              </a:rPr>
              <a:t> </a:t>
            </a:r>
            <a:r>
              <a:rPr sz="2850" spc="-540" dirty="0">
                <a:latin typeface="Century Gothic"/>
                <a:cs typeface="Century Gothic"/>
              </a:rPr>
              <a:t>c</a:t>
            </a:r>
            <a:r>
              <a:rPr sz="2850" spc="-310" dirty="0">
                <a:latin typeface="Century Gothic"/>
                <a:cs typeface="Century Gothic"/>
              </a:rPr>
              <a:t>hkc</a:t>
            </a:r>
            <a:r>
              <a:rPr sz="2850" spc="-280" dirty="0">
                <a:latin typeface="Century Gothic"/>
                <a:cs typeface="Century Gothic"/>
              </a:rPr>
              <a:t>on</a:t>
            </a:r>
            <a:r>
              <a:rPr sz="2850" spc="-145" dirty="0">
                <a:latin typeface="Century Gothic"/>
                <a:cs typeface="Century Gothic"/>
              </a:rPr>
              <a:t>f</a:t>
            </a:r>
            <a:r>
              <a:rPr sz="2850" spc="-75" dirty="0">
                <a:latin typeface="Century Gothic"/>
                <a:cs typeface="Century Gothic"/>
              </a:rPr>
              <a:t>i</a:t>
            </a:r>
            <a:r>
              <a:rPr sz="2850" spc="-215" dirty="0">
                <a:latin typeface="Century Gothic"/>
                <a:cs typeface="Century Gothic"/>
              </a:rPr>
              <a:t>g</a:t>
            </a:r>
            <a:r>
              <a:rPr sz="2850" spc="40" dirty="0">
                <a:latin typeface="Century Gothic"/>
                <a:cs typeface="Century Gothic"/>
              </a:rPr>
              <a:t> </a:t>
            </a:r>
            <a:r>
              <a:rPr sz="2850" spc="-240" dirty="0">
                <a:latin typeface="Century Gothic"/>
                <a:cs typeface="Century Gothic"/>
              </a:rPr>
              <a:t>post</a:t>
            </a:r>
            <a:r>
              <a:rPr sz="2850" spc="-170" dirty="0">
                <a:latin typeface="Century Gothic"/>
                <a:cs typeface="Century Gothic"/>
              </a:rPr>
              <a:t>gr</a:t>
            </a:r>
            <a:r>
              <a:rPr sz="2850" spc="-260" dirty="0">
                <a:latin typeface="Century Gothic"/>
                <a:cs typeface="Century Gothic"/>
              </a:rPr>
              <a:t>es</a:t>
            </a:r>
            <a:r>
              <a:rPr sz="2850" spc="-330" dirty="0">
                <a:latin typeface="Century Gothic"/>
                <a:cs typeface="Century Gothic"/>
              </a:rPr>
              <a:t>q</a:t>
            </a:r>
            <a:r>
              <a:rPr sz="2850" spc="90" dirty="0">
                <a:latin typeface="Century Gothic"/>
                <a:cs typeface="Century Gothic"/>
              </a:rPr>
              <a:t>l</a:t>
            </a:r>
            <a:r>
              <a:rPr sz="2850" spc="25" dirty="0">
                <a:latin typeface="Century Gothic"/>
                <a:cs typeface="Century Gothic"/>
              </a:rPr>
              <a:t> </a:t>
            </a:r>
            <a:r>
              <a:rPr sz="2850" spc="-260" dirty="0">
                <a:latin typeface="Century Gothic"/>
                <a:cs typeface="Century Gothic"/>
              </a:rPr>
              <a:t>on</a:t>
            </a:r>
            <a:endParaRPr sz="285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3950">
              <a:latin typeface="Times New Roman"/>
              <a:cs typeface="Times New Roman"/>
            </a:endParaRPr>
          </a:p>
          <a:p>
            <a:pPr marL="220979" indent="-208279">
              <a:lnSpc>
                <a:spcPct val="100000"/>
              </a:lnSpc>
              <a:buSzPct val="45614"/>
              <a:buFont typeface="MS Gothic"/>
              <a:buChar char="●"/>
              <a:tabLst>
                <a:tab pos="220979" algn="l"/>
              </a:tabLst>
            </a:pPr>
            <a:r>
              <a:rPr sz="2850" spc="-175" dirty="0">
                <a:latin typeface="Century Gothic"/>
                <a:cs typeface="Century Gothic"/>
              </a:rPr>
              <a:t>F</a:t>
            </a:r>
            <a:r>
              <a:rPr sz="2850" spc="-240" dirty="0">
                <a:latin typeface="Century Gothic"/>
                <a:cs typeface="Century Gothic"/>
              </a:rPr>
              <a:t>e</a:t>
            </a:r>
            <a:r>
              <a:rPr sz="2850" spc="-204" dirty="0">
                <a:latin typeface="Century Gothic"/>
                <a:cs typeface="Century Gothic"/>
              </a:rPr>
              <a:t>dor</a:t>
            </a:r>
            <a:r>
              <a:rPr sz="2850" spc="-390" dirty="0">
                <a:latin typeface="Century Gothic"/>
                <a:cs typeface="Century Gothic"/>
              </a:rPr>
              <a:t>a</a:t>
            </a:r>
            <a:endParaRPr sz="2850">
              <a:latin typeface="Century Gothic"/>
              <a:cs typeface="Century Gothic"/>
            </a:endParaRPr>
          </a:p>
          <a:p>
            <a:pPr marL="12700" marR="4063365">
              <a:lnSpc>
                <a:spcPct val="100899"/>
              </a:lnSpc>
              <a:spcBef>
                <a:spcPts val="810"/>
              </a:spcBef>
            </a:pPr>
            <a:r>
              <a:rPr sz="2850" spc="-380" dirty="0">
                <a:latin typeface="Century Gothic"/>
                <a:cs typeface="Century Gothic"/>
              </a:rPr>
              <a:t>y</a:t>
            </a:r>
            <a:r>
              <a:rPr sz="2850" spc="-240" dirty="0">
                <a:latin typeface="Century Gothic"/>
                <a:cs typeface="Century Gothic"/>
              </a:rPr>
              <a:t>u</a:t>
            </a:r>
            <a:r>
              <a:rPr sz="2850" spc="-405" dirty="0">
                <a:latin typeface="Century Gothic"/>
                <a:cs typeface="Century Gothic"/>
              </a:rPr>
              <a:t>m</a:t>
            </a:r>
            <a:r>
              <a:rPr sz="2850" spc="25" dirty="0">
                <a:latin typeface="Century Gothic"/>
                <a:cs typeface="Century Gothic"/>
              </a:rPr>
              <a:t> </a:t>
            </a:r>
            <a:r>
              <a:rPr sz="2850" spc="95" dirty="0">
                <a:latin typeface="Century Gothic"/>
                <a:cs typeface="Century Gothic"/>
              </a:rPr>
              <a:t>i</a:t>
            </a:r>
            <a:r>
              <a:rPr sz="2850" spc="-260" dirty="0">
                <a:latin typeface="Century Gothic"/>
                <a:cs typeface="Century Gothic"/>
              </a:rPr>
              <a:t>n</a:t>
            </a:r>
            <a:r>
              <a:rPr sz="2850" spc="-10" dirty="0">
                <a:latin typeface="Century Gothic"/>
                <a:cs typeface="Century Gothic"/>
              </a:rPr>
              <a:t>s</a:t>
            </a:r>
            <a:r>
              <a:rPr sz="2850" spc="-265" dirty="0">
                <a:latin typeface="Century Gothic"/>
                <a:cs typeface="Century Gothic"/>
              </a:rPr>
              <a:t>t</a:t>
            </a:r>
            <a:r>
              <a:rPr sz="2850" spc="-75" dirty="0">
                <a:latin typeface="Century Gothic"/>
                <a:cs typeface="Century Gothic"/>
              </a:rPr>
              <a:t>all</a:t>
            </a:r>
            <a:r>
              <a:rPr sz="2850" spc="30" dirty="0">
                <a:latin typeface="Century Gothic"/>
                <a:cs typeface="Century Gothic"/>
              </a:rPr>
              <a:t> </a:t>
            </a:r>
            <a:r>
              <a:rPr sz="2850" spc="-335" dirty="0">
                <a:latin typeface="Century Gothic"/>
                <a:cs typeface="Century Gothic"/>
              </a:rPr>
              <a:t>p</a:t>
            </a:r>
            <a:r>
              <a:rPr sz="2850" spc="-330" dirty="0">
                <a:latin typeface="Century Gothic"/>
                <a:cs typeface="Century Gothic"/>
              </a:rPr>
              <a:t>o</a:t>
            </a:r>
            <a:r>
              <a:rPr sz="2850" spc="-10" dirty="0">
                <a:latin typeface="Century Gothic"/>
                <a:cs typeface="Century Gothic"/>
              </a:rPr>
              <a:t>s</a:t>
            </a:r>
            <a:r>
              <a:rPr sz="2850" spc="-265" dirty="0">
                <a:latin typeface="Century Gothic"/>
                <a:cs typeface="Century Gothic"/>
              </a:rPr>
              <a:t>t</a:t>
            </a:r>
            <a:r>
              <a:rPr sz="2850" spc="-170" dirty="0">
                <a:latin typeface="Century Gothic"/>
                <a:cs typeface="Century Gothic"/>
              </a:rPr>
              <a:t>gr</a:t>
            </a:r>
            <a:r>
              <a:rPr sz="2850" spc="-155" dirty="0">
                <a:latin typeface="Century Gothic"/>
                <a:cs typeface="Century Gothic"/>
              </a:rPr>
              <a:t>esql-se</a:t>
            </a:r>
            <a:r>
              <a:rPr sz="2850" spc="-105" dirty="0">
                <a:latin typeface="Century Gothic"/>
                <a:cs typeface="Century Gothic"/>
              </a:rPr>
              <a:t>r</a:t>
            </a:r>
            <a:r>
              <a:rPr sz="2850" spc="-370" dirty="0">
                <a:latin typeface="Century Gothic"/>
                <a:cs typeface="Century Gothic"/>
              </a:rPr>
              <a:t>v</a:t>
            </a:r>
            <a:r>
              <a:rPr sz="2850" spc="-445" dirty="0">
                <a:latin typeface="Century Gothic"/>
                <a:cs typeface="Century Gothic"/>
              </a:rPr>
              <a:t>e</a:t>
            </a:r>
            <a:r>
              <a:rPr sz="2850" spc="40" dirty="0">
                <a:latin typeface="Century Gothic"/>
                <a:cs typeface="Century Gothic"/>
              </a:rPr>
              <a:t>r</a:t>
            </a:r>
            <a:r>
              <a:rPr sz="2850" spc="35" dirty="0">
                <a:latin typeface="Century Gothic"/>
                <a:cs typeface="Century Gothic"/>
              </a:rPr>
              <a:t> </a:t>
            </a:r>
            <a:r>
              <a:rPr sz="2850" spc="-270" dirty="0">
                <a:latin typeface="Century Gothic"/>
                <a:cs typeface="Century Gothic"/>
              </a:rPr>
              <a:t>po</a:t>
            </a:r>
            <a:r>
              <a:rPr sz="2850" spc="-150" dirty="0">
                <a:latin typeface="Century Gothic"/>
                <a:cs typeface="Century Gothic"/>
              </a:rPr>
              <a:t>s</a:t>
            </a:r>
            <a:r>
              <a:rPr sz="2850" spc="-265" dirty="0">
                <a:latin typeface="Century Gothic"/>
                <a:cs typeface="Century Gothic"/>
              </a:rPr>
              <a:t>t</a:t>
            </a:r>
            <a:r>
              <a:rPr sz="2850" spc="-375" dirty="0">
                <a:latin typeface="Century Gothic"/>
                <a:cs typeface="Century Gothic"/>
              </a:rPr>
              <a:t>g</a:t>
            </a:r>
            <a:r>
              <a:rPr sz="2850" spc="45" dirty="0">
                <a:latin typeface="Century Gothic"/>
                <a:cs typeface="Century Gothic"/>
              </a:rPr>
              <a:t>r</a:t>
            </a:r>
            <a:r>
              <a:rPr sz="2850" spc="-190" dirty="0">
                <a:latin typeface="Century Gothic"/>
                <a:cs typeface="Century Gothic"/>
              </a:rPr>
              <a:t>esql-set</a:t>
            </a:r>
            <a:r>
              <a:rPr sz="2850" spc="-240" dirty="0">
                <a:latin typeface="Century Gothic"/>
                <a:cs typeface="Century Gothic"/>
              </a:rPr>
              <a:t>u</a:t>
            </a:r>
            <a:r>
              <a:rPr sz="2850" spc="-390" dirty="0">
                <a:latin typeface="Century Gothic"/>
                <a:cs typeface="Century Gothic"/>
              </a:rPr>
              <a:t>p</a:t>
            </a:r>
            <a:r>
              <a:rPr sz="2850" spc="40" dirty="0">
                <a:latin typeface="Century Gothic"/>
                <a:cs typeface="Century Gothic"/>
              </a:rPr>
              <a:t> </a:t>
            </a:r>
            <a:r>
              <a:rPr sz="2850" spc="-85" dirty="0">
                <a:latin typeface="Century Gothic"/>
                <a:cs typeface="Century Gothic"/>
              </a:rPr>
              <a:t>ini</a:t>
            </a:r>
            <a:r>
              <a:rPr sz="2850" spc="-80" dirty="0">
                <a:latin typeface="Century Gothic"/>
                <a:cs typeface="Century Gothic"/>
              </a:rPr>
              <a:t>t</a:t>
            </a:r>
            <a:r>
              <a:rPr sz="2850" spc="-409" dirty="0">
                <a:latin typeface="Century Gothic"/>
                <a:cs typeface="Century Gothic"/>
              </a:rPr>
              <a:t>db</a:t>
            </a:r>
            <a:endParaRPr sz="285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850" spc="-10" dirty="0">
                <a:latin typeface="Century Gothic"/>
                <a:cs typeface="Century Gothic"/>
              </a:rPr>
              <a:t>s</a:t>
            </a:r>
            <a:r>
              <a:rPr sz="2850" spc="-235" dirty="0">
                <a:latin typeface="Century Gothic"/>
                <a:cs typeface="Century Gothic"/>
              </a:rPr>
              <a:t>y</a:t>
            </a:r>
            <a:r>
              <a:rPr sz="2850" spc="-165" dirty="0">
                <a:latin typeface="Century Gothic"/>
                <a:cs typeface="Century Gothic"/>
              </a:rPr>
              <a:t>s</a:t>
            </a:r>
            <a:r>
              <a:rPr sz="2850" spc="-265" dirty="0">
                <a:latin typeface="Century Gothic"/>
                <a:cs typeface="Century Gothic"/>
              </a:rPr>
              <a:t>t</a:t>
            </a:r>
            <a:r>
              <a:rPr sz="2850" spc="-445" dirty="0">
                <a:latin typeface="Century Gothic"/>
                <a:cs typeface="Century Gothic"/>
              </a:rPr>
              <a:t>e</a:t>
            </a:r>
            <a:r>
              <a:rPr sz="2850" spc="-409" dirty="0">
                <a:latin typeface="Century Gothic"/>
                <a:cs typeface="Century Gothic"/>
              </a:rPr>
              <a:t>m</a:t>
            </a:r>
            <a:r>
              <a:rPr sz="2850" spc="-540" dirty="0">
                <a:latin typeface="Century Gothic"/>
                <a:cs typeface="Century Gothic"/>
              </a:rPr>
              <a:t>c</a:t>
            </a:r>
            <a:r>
              <a:rPr sz="2850" spc="-265" dirty="0">
                <a:latin typeface="Century Gothic"/>
                <a:cs typeface="Century Gothic"/>
              </a:rPr>
              <a:t>t</a:t>
            </a:r>
            <a:r>
              <a:rPr sz="2850" spc="90" dirty="0">
                <a:latin typeface="Century Gothic"/>
                <a:cs typeface="Century Gothic"/>
              </a:rPr>
              <a:t>l</a:t>
            </a:r>
            <a:r>
              <a:rPr sz="2850" spc="35" dirty="0">
                <a:latin typeface="Century Gothic"/>
                <a:cs typeface="Century Gothic"/>
              </a:rPr>
              <a:t> </a:t>
            </a:r>
            <a:r>
              <a:rPr sz="2850" spc="-375" dirty="0">
                <a:latin typeface="Century Gothic"/>
                <a:cs typeface="Century Gothic"/>
              </a:rPr>
              <a:t>ena</a:t>
            </a:r>
            <a:r>
              <a:rPr sz="2850" spc="-405" dirty="0">
                <a:latin typeface="Century Gothic"/>
                <a:cs typeface="Century Gothic"/>
              </a:rPr>
              <a:t>b</a:t>
            </a:r>
            <a:r>
              <a:rPr sz="2850" spc="-90" dirty="0">
                <a:latin typeface="Century Gothic"/>
                <a:cs typeface="Century Gothic"/>
              </a:rPr>
              <a:t>l</a:t>
            </a:r>
            <a:r>
              <a:rPr sz="2850" spc="-260" dirty="0">
                <a:latin typeface="Century Gothic"/>
                <a:cs typeface="Century Gothic"/>
              </a:rPr>
              <a:t>e</a:t>
            </a:r>
            <a:r>
              <a:rPr sz="2850" spc="40" dirty="0">
                <a:latin typeface="Century Gothic"/>
                <a:cs typeface="Century Gothic"/>
              </a:rPr>
              <a:t> </a:t>
            </a:r>
            <a:r>
              <a:rPr sz="2850" spc="-240" dirty="0">
                <a:latin typeface="Century Gothic"/>
                <a:cs typeface="Century Gothic"/>
              </a:rPr>
              <a:t>post</a:t>
            </a:r>
            <a:r>
              <a:rPr sz="2850" spc="-170" dirty="0">
                <a:latin typeface="Century Gothic"/>
                <a:cs typeface="Century Gothic"/>
              </a:rPr>
              <a:t>gr</a:t>
            </a:r>
            <a:r>
              <a:rPr sz="2850" spc="-285" dirty="0">
                <a:latin typeface="Century Gothic"/>
                <a:cs typeface="Century Gothic"/>
              </a:rPr>
              <a:t>e</a:t>
            </a:r>
            <a:r>
              <a:rPr sz="2850" spc="-165" dirty="0">
                <a:latin typeface="Century Gothic"/>
                <a:cs typeface="Century Gothic"/>
              </a:rPr>
              <a:t>s</a:t>
            </a:r>
            <a:r>
              <a:rPr sz="2850" spc="-114" dirty="0">
                <a:latin typeface="Century Gothic"/>
                <a:cs typeface="Century Gothic"/>
              </a:rPr>
              <a:t>ql.se</a:t>
            </a:r>
            <a:r>
              <a:rPr sz="2850" spc="-90" dirty="0">
                <a:latin typeface="Century Gothic"/>
                <a:cs typeface="Century Gothic"/>
              </a:rPr>
              <a:t>r</a:t>
            </a:r>
            <a:r>
              <a:rPr sz="2850" spc="-375" dirty="0">
                <a:latin typeface="Century Gothic"/>
                <a:cs typeface="Century Gothic"/>
              </a:rPr>
              <a:t>v</a:t>
            </a:r>
            <a:r>
              <a:rPr sz="2850" spc="-235" dirty="0">
                <a:latin typeface="Century Gothic"/>
                <a:cs typeface="Century Gothic"/>
              </a:rPr>
              <a:t>ic</a:t>
            </a:r>
            <a:r>
              <a:rPr sz="2850" spc="-430" dirty="0">
                <a:latin typeface="Century Gothic"/>
                <a:cs typeface="Century Gothic"/>
              </a:rPr>
              <a:t>e</a:t>
            </a:r>
            <a:endParaRPr sz="285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8355965" cy="5290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6750">
              <a:lnSpc>
                <a:spcPct val="100000"/>
              </a:lnSpc>
            </a:pPr>
            <a:r>
              <a:rPr sz="4400" spc="6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2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390" dirty="0">
                <a:solidFill>
                  <a:srgbClr val="1B1B1B"/>
                </a:solidFill>
                <a:latin typeface="Century Gothic"/>
                <a:cs typeface="Century Gothic"/>
              </a:rPr>
              <a:t>ta</a:t>
            </a:r>
            <a:r>
              <a:rPr sz="4400" spc="-15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-85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40" dirty="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66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3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66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4400" spc="-69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5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95" dirty="0">
                <a:solidFill>
                  <a:srgbClr val="1B1B1B"/>
                </a:solidFill>
                <a:latin typeface="Century Gothic"/>
                <a:cs typeface="Century Gothic"/>
              </a:rPr>
              <a:t>B</a:t>
            </a:r>
            <a:r>
              <a:rPr sz="4400" spc="-8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204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17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55" dirty="0">
                <a:solidFill>
                  <a:srgbClr val="1B1B1B"/>
                </a:solidFill>
                <a:latin typeface="Century Gothic"/>
                <a:cs typeface="Century Gothic"/>
              </a:rPr>
              <a:t>- </a:t>
            </a:r>
            <a:r>
              <a:rPr sz="440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5" dirty="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r>
              <a:rPr sz="4400" spc="3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45" dirty="0">
                <a:solidFill>
                  <a:srgbClr val="1B1B1B"/>
                </a:solidFill>
                <a:latin typeface="Century Gothic"/>
                <a:cs typeface="Century Gothic"/>
              </a:rPr>
              <a:t>.</a:t>
            </a:r>
            <a:endParaRPr sz="4400">
              <a:latin typeface="Century Gothic"/>
              <a:cs typeface="Century Gothic"/>
            </a:endParaRPr>
          </a:p>
          <a:p>
            <a:pPr marL="224790" indent="-212090">
              <a:lnSpc>
                <a:spcPct val="100000"/>
              </a:lnSpc>
              <a:spcBef>
                <a:spcPts val="3259"/>
              </a:spcBef>
              <a:buSzPct val="44067"/>
              <a:buFont typeface="MS Gothic"/>
              <a:buChar char="●"/>
              <a:tabLst>
                <a:tab pos="224790" algn="l"/>
              </a:tabLst>
            </a:pPr>
            <a:r>
              <a:rPr sz="2950" spc="-335" dirty="0">
                <a:latin typeface="Century Gothic"/>
                <a:cs typeface="Century Gothic"/>
              </a:rPr>
              <a:t>D</a:t>
            </a:r>
            <a:r>
              <a:rPr sz="2950" spc="-285" dirty="0">
                <a:latin typeface="Century Gothic"/>
                <a:cs typeface="Century Gothic"/>
              </a:rPr>
              <a:t>e</a:t>
            </a:r>
            <a:r>
              <a:rPr sz="2900" spc="-240" dirty="0">
                <a:latin typeface="Century Gothic"/>
                <a:cs typeface="Century Gothic"/>
              </a:rPr>
              <a:t>b</a:t>
            </a:r>
            <a:r>
              <a:rPr sz="2900" spc="-80" dirty="0">
                <a:latin typeface="Century Gothic"/>
                <a:cs typeface="Century Gothic"/>
              </a:rPr>
              <a:t>i</a:t>
            </a:r>
            <a:r>
              <a:rPr sz="2950" spc="-440" dirty="0">
                <a:latin typeface="Century Gothic"/>
                <a:cs typeface="Century Gothic"/>
              </a:rPr>
              <a:t>a</a:t>
            </a:r>
            <a:r>
              <a:rPr sz="2950" spc="-265" dirty="0">
                <a:latin typeface="Century Gothic"/>
                <a:cs typeface="Century Gothic"/>
              </a:rPr>
              <a:t>n</a:t>
            </a:r>
            <a:r>
              <a:rPr sz="2950" spc="-130" dirty="0">
                <a:latin typeface="Century Gothic"/>
                <a:cs typeface="Century Gothic"/>
              </a:rPr>
              <a:t>/</a:t>
            </a:r>
            <a:r>
              <a:rPr sz="2900" spc="130" dirty="0">
                <a:latin typeface="Century Gothic"/>
                <a:cs typeface="Century Gothic"/>
              </a:rPr>
              <a:t>U</a:t>
            </a:r>
            <a:r>
              <a:rPr sz="2950" spc="-420" dirty="0">
                <a:latin typeface="Century Gothic"/>
                <a:cs typeface="Century Gothic"/>
              </a:rPr>
              <a:t>b</a:t>
            </a:r>
            <a:r>
              <a:rPr sz="2950" spc="-330" dirty="0">
                <a:latin typeface="Century Gothic"/>
                <a:cs typeface="Century Gothic"/>
              </a:rPr>
              <a:t>un</a:t>
            </a:r>
            <a:r>
              <a:rPr sz="2950" spc="-175" dirty="0">
                <a:latin typeface="Century Gothic"/>
                <a:cs typeface="Century Gothic"/>
              </a:rPr>
              <a:t>t</a:t>
            </a:r>
            <a:r>
              <a:rPr sz="2950" spc="-254" dirty="0">
                <a:latin typeface="Century Gothic"/>
                <a:cs typeface="Century Gothic"/>
              </a:rPr>
              <a:t>u</a:t>
            </a:r>
            <a:r>
              <a:rPr sz="2950" spc="55" dirty="0">
                <a:latin typeface="Century Gothic"/>
                <a:cs typeface="Century Gothic"/>
              </a:rPr>
              <a:t> </a:t>
            </a:r>
            <a:r>
              <a:rPr sz="2950" spc="-365" dirty="0">
                <a:latin typeface="Century Gothic"/>
                <a:cs typeface="Century Gothic"/>
              </a:rPr>
              <a:t>(a</a:t>
            </a:r>
            <a:r>
              <a:rPr sz="2950" spc="-459" dirty="0">
                <a:latin typeface="Century Gothic"/>
                <a:cs typeface="Century Gothic"/>
              </a:rPr>
              <a:t>p</a:t>
            </a:r>
            <a:r>
              <a:rPr sz="2950" spc="-290" dirty="0">
                <a:latin typeface="Century Gothic"/>
                <a:cs typeface="Century Gothic"/>
              </a:rPr>
              <a:t>t)</a:t>
            </a:r>
            <a:endParaRPr sz="2950">
              <a:latin typeface="Century Gothic"/>
              <a:cs typeface="Century Gothic"/>
            </a:endParaRPr>
          </a:p>
          <a:p>
            <a:pPr marL="12700" marR="3338829">
              <a:lnSpc>
                <a:spcPts val="3500"/>
              </a:lnSpc>
              <a:spcBef>
                <a:spcPts val="670"/>
              </a:spcBef>
            </a:pPr>
            <a:r>
              <a:rPr sz="2950" spc="-440" dirty="0">
                <a:latin typeface="Century Gothic"/>
                <a:cs typeface="Century Gothic"/>
              </a:rPr>
              <a:t>a</a:t>
            </a:r>
            <a:r>
              <a:rPr sz="2950" spc="-420" dirty="0">
                <a:latin typeface="Century Gothic"/>
                <a:cs typeface="Century Gothic"/>
              </a:rPr>
              <a:t>p</a:t>
            </a:r>
            <a:r>
              <a:rPr sz="2950" spc="-260" dirty="0">
                <a:latin typeface="Century Gothic"/>
                <a:cs typeface="Century Gothic"/>
              </a:rPr>
              <a:t>t-g</a:t>
            </a:r>
            <a:r>
              <a:rPr sz="2950" spc="-360" dirty="0">
                <a:latin typeface="Century Gothic"/>
                <a:cs typeface="Century Gothic"/>
              </a:rPr>
              <a:t>e</a:t>
            </a:r>
            <a:r>
              <a:rPr sz="2950" spc="-280" dirty="0">
                <a:latin typeface="Century Gothic"/>
                <a:cs typeface="Century Gothic"/>
              </a:rPr>
              <a:t>t</a:t>
            </a:r>
            <a:r>
              <a:rPr sz="2950" spc="25" dirty="0">
                <a:latin typeface="Century Gothic"/>
                <a:cs typeface="Century Gothic"/>
              </a:rPr>
              <a:t> </a:t>
            </a:r>
            <a:r>
              <a:rPr sz="2950" spc="70" dirty="0">
                <a:latin typeface="Century Gothic"/>
                <a:cs typeface="Century Gothic"/>
              </a:rPr>
              <a:t>i</a:t>
            </a:r>
            <a:r>
              <a:rPr sz="2950" spc="-265" dirty="0">
                <a:latin typeface="Century Gothic"/>
                <a:cs typeface="Century Gothic"/>
              </a:rPr>
              <a:t>n</a:t>
            </a:r>
            <a:r>
              <a:rPr sz="2950" spc="-25" dirty="0">
                <a:latin typeface="Century Gothic"/>
                <a:cs typeface="Century Gothic"/>
              </a:rPr>
              <a:t>s</a:t>
            </a:r>
            <a:r>
              <a:rPr sz="2950" spc="-245" dirty="0">
                <a:latin typeface="Century Gothic"/>
                <a:cs typeface="Century Gothic"/>
              </a:rPr>
              <a:t>t</a:t>
            </a:r>
            <a:r>
              <a:rPr sz="2950" spc="-480" dirty="0">
                <a:latin typeface="Century Gothic"/>
                <a:cs typeface="Century Gothic"/>
              </a:rPr>
              <a:t>a</a:t>
            </a:r>
            <a:r>
              <a:rPr sz="2950" spc="70" dirty="0">
                <a:latin typeface="Century Gothic"/>
                <a:cs typeface="Century Gothic"/>
              </a:rPr>
              <a:t>l</a:t>
            </a:r>
            <a:r>
              <a:rPr sz="2950" spc="80" dirty="0">
                <a:latin typeface="Century Gothic"/>
                <a:cs typeface="Century Gothic"/>
              </a:rPr>
              <a:t>l</a:t>
            </a:r>
            <a:r>
              <a:rPr sz="2950" spc="20" dirty="0">
                <a:latin typeface="Century Gothic"/>
                <a:cs typeface="Century Gothic"/>
              </a:rPr>
              <a:t> </a:t>
            </a:r>
            <a:r>
              <a:rPr sz="2950" spc="-420" dirty="0">
                <a:latin typeface="Century Gothic"/>
                <a:cs typeface="Century Gothic"/>
              </a:rPr>
              <a:t>p</a:t>
            </a:r>
            <a:r>
              <a:rPr sz="2950" spc="-220" dirty="0">
                <a:latin typeface="Century Gothic"/>
                <a:cs typeface="Century Gothic"/>
              </a:rPr>
              <a:t>o</a:t>
            </a:r>
            <a:r>
              <a:rPr sz="2950" spc="-130" dirty="0">
                <a:latin typeface="Century Gothic"/>
                <a:cs typeface="Century Gothic"/>
              </a:rPr>
              <a:t>s</a:t>
            </a:r>
            <a:r>
              <a:rPr sz="2950" spc="-235" dirty="0">
                <a:latin typeface="Century Gothic"/>
                <a:cs typeface="Century Gothic"/>
              </a:rPr>
              <a:t>t</a:t>
            </a:r>
            <a:r>
              <a:rPr sz="2950" spc="-455" dirty="0">
                <a:latin typeface="Century Gothic"/>
                <a:cs typeface="Century Gothic"/>
              </a:rPr>
              <a:t>g</a:t>
            </a:r>
            <a:r>
              <a:rPr sz="2950" spc="25" dirty="0">
                <a:latin typeface="Century Gothic"/>
                <a:cs typeface="Century Gothic"/>
              </a:rPr>
              <a:t>r</a:t>
            </a:r>
            <a:r>
              <a:rPr sz="2950" spc="-459" dirty="0">
                <a:latin typeface="Century Gothic"/>
                <a:cs typeface="Century Gothic"/>
              </a:rPr>
              <a:t>e</a:t>
            </a:r>
            <a:r>
              <a:rPr sz="2950" spc="-180" dirty="0">
                <a:latin typeface="Century Gothic"/>
                <a:cs typeface="Century Gothic"/>
              </a:rPr>
              <a:t>s</a:t>
            </a:r>
            <a:r>
              <a:rPr sz="2950" spc="-300" dirty="0">
                <a:latin typeface="Century Gothic"/>
                <a:cs typeface="Century Gothic"/>
              </a:rPr>
              <a:t>q</a:t>
            </a:r>
            <a:r>
              <a:rPr sz="2950" spc="70" dirty="0">
                <a:latin typeface="Century Gothic"/>
                <a:cs typeface="Century Gothic"/>
              </a:rPr>
              <a:t>l</a:t>
            </a:r>
            <a:r>
              <a:rPr sz="2950" spc="30" dirty="0">
                <a:latin typeface="Century Gothic"/>
                <a:cs typeface="Century Gothic"/>
              </a:rPr>
              <a:t>-9.6</a:t>
            </a:r>
            <a:r>
              <a:rPr sz="2950" spc="15" dirty="0">
                <a:latin typeface="Century Gothic"/>
                <a:cs typeface="Century Gothic"/>
              </a:rPr>
              <a:t> </a:t>
            </a:r>
            <a:r>
              <a:rPr sz="2950" spc="-440" dirty="0">
                <a:latin typeface="Century Gothic"/>
                <a:cs typeface="Century Gothic"/>
              </a:rPr>
              <a:t>a</a:t>
            </a:r>
            <a:r>
              <a:rPr sz="2950" spc="-420" dirty="0">
                <a:latin typeface="Century Gothic"/>
                <a:cs typeface="Century Gothic"/>
              </a:rPr>
              <a:t>p</a:t>
            </a:r>
            <a:r>
              <a:rPr sz="2950" spc="-260" dirty="0">
                <a:latin typeface="Century Gothic"/>
                <a:cs typeface="Century Gothic"/>
              </a:rPr>
              <a:t>t-g</a:t>
            </a:r>
            <a:r>
              <a:rPr sz="2950" spc="-360" dirty="0">
                <a:latin typeface="Century Gothic"/>
                <a:cs typeface="Century Gothic"/>
              </a:rPr>
              <a:t>e</a:t>
            </a:r>
            <a:r>
              <a:rPr sz="2950" spc="-280" dirty="0">
                <a:latin typeface="Century Gothic"/>
                <a:cs typeface="Century Gothic"/>
              </a:rPr>
              <a:t>t</a:t>
            </a:r>
            <a:r>
              <a:rPr sz="2950" spc="25" dirty="0">
                <a:latin typeface="Century Gothic"/>
                <a:cs typeface="Century Gothic"/>
              </a:rPr>
              <a:t> </a:t>
            </a:r>
            <a:r>
              <a:rPr sz="2950" spc="70" dirty="0">
                <a:latin typeface="Century Gothic"/>
                <a:cs typeface="Century Gothic"/>
              </a:rPr>
              <a:t>i</a:t>
            </a:r>
            <a:r>
              <a:rPr sz="2950" spc="-265" dirty="0">
                <a:latin typeface="Century Gothic"/>
                <a:cs typeface="Century Gothic"/>
              </a:rPr>
              <a:t>n</a:t>
            </a:r>
            <a:r>
              <a:rPr sz="2950" spc="-25" dirty="0">
                <a:latin typeface="Century Gothic"/>
                <a:cs typeface="Century Gothic"/>
              </a:rPr>
              <a:t>s</a:t>
            </a:r>
            <a:r>
              <a:rPr sz="2950" spc="-245" dirty="0">
                <a:latin typeface="Century Gothic"/>
                <a:cs typeface="Century Gothic"/>
              </a:rPr>
              <a:t>t</a:t>
            </a:r>
            <a:r>
              <a:rPr sz="2950" spc="-480" dirty="0">
                <a:latin typeface="Century Gothic"/>
                <a:cs typeface="Century Gothic"/>
              </a:rPr>
              <a:t>a</a:t>
            </a:r>
            <a:r>
              <a:rPr sz="2950" spc="70" dirty="0">
                <a:latin typeface="Century Gothic"/>
                <a:cs typeface="Century Gothic"/>
              </a:rPr>
              <a:t>l</a:t>
            </a:r>
            <a:r>
              <a:rPr sz="2950" spc="80" dirty="0">
                <a:latin typeface="Century Gothic"/>
                <a:cs typeface="Century Gothic"/>
              </a:rPr>
              <a:t>l</a:t>
            </a:r>
            <a:r>
              <a:rPr sz="2950" spc="20" dirty="0">
                <a:latin typeface="Century Gothic"/>
                <a:cs typeface="Century Gothic"/>
              </a:rPr>
              <a:t> </a:t>
            </a:r>
            <a:r>
              <a:rPr sz="2950" spc="-420" dirty="0">
                <a:latin typeface="Century Gothic"/>
                <a:cs typeface="Century Gothic"/>
              </a:rPr>
              <a:t>p</a:t>
            </a:r>
            <a:r>
              <a:rPr sz="2950" spc="-220" dirty="0">
                <a:latin typeface="Century Gothic"/>
                <a:cs typeface="Century Gothic"/>
              </a:rPr>
              <a:t>o</a:t>
            </a:r>
            <a:r>
              <a:rPr sz="2950" spc="-130" dirty="0">
                <a:latin typeface="Century Gothic"/>
                <a:cs typeface="Century Gothic"/>
              </a:rPr>
              <a:t>s</a:t>
            </a:r>
            <a:r>
              <a:rPr sz="2950" spc="-235" dirty="0">
                <a:latin typeface="Century Gothic"/>
                <a:cs typeface="Century Gothic"/>
              </a:rPr>
              <a:t>t</a:t>
            </a:r>
            <a:r>
              <a:rPr sz="2950" spc="-455" dirty="0">
                <a:latin typeface="Century Gothic"/>
                <a:cs typeface="Century Gothic"/>
              </a:rPr>
              <a:t>g</a:t>
            </a:r>
            <a:r>
              <a:rPr sz="2950" spc="25" dirty="0">
                <a:latin typeface="Century Gothic"/>
                <a:cs typeface="Century Gothic"/>
              </a:rPr>
              <a:t>r</a:t>
            </a:r>
            <a:r>
              <a:rPr sz="2950" spc="-459" dirty="0">
                <a:latin typeface="Century Gothic"/>
                <a:cs typeface="Century Gothic"/>
              </a:rPr>
              <a:t>e</a:t>
            </a:r>
            <a:r>
              <a:rPr sz="2950" spc="-180" dirty="0">
                <a:latin typeface="Century Gothic"/>
                <a:cs typeface="Century Gothic"/>
              </a:rPr>
              <a:t>s</a:t>
            </a:r>
            <a:r>
              <a:rPr sz="2950" spc="-300" dirty="0">
                <a:latin typeface="Century Gothic"/>
                <a:cs typeface="Century Gothic"/>
              </a:rPr>
              <a:t>q</a:t>
            </a:r>
            <a:r>
              <a:rPr sz="2950" spc="70" dirty="0">
                <a:latin typeface="Century Gothic"/>
                <a:cs typeface="Century Gothic"/>
              </a:rPr>
              <a:t>l</a:t>
            </a:r>
            <a:r>
              <a:rPr sz="2950" spc="-195" dirty="0">
                <a:latin typeface="Century Gothic"/>
                <a:cs typeface="Century Gothic"/>
              </a:rPr>
              <a:t>-</a:t>
            </a:r>
            <a:r>
              <a:rPr sz="2950" spc="-360" dirty="0">
                <a:latin typeface="Century Gothic"/>
                <a:cs typeface="Century Gothic"/>
              </a:rPr>
              <a:t>c</a:t>
            </a:r>
            <a:r>
              <a:rPr sz="2950" spc="-295" dirty="0">
                <a:latin typeface="Century Gothic"/>
                <a:cs typeface="Century Gothic"/>
              </a:rPr>
              <a:t>o</a:t>
            </a:r>
            <a:r>
              <a:rPr sz="2950" spc="-265" dirty="0">
                <a:latin typeface="Century Gothic"/>
                <a:cs typeface="Century Gothic"/>
              </a:rPr>
              <a:t>n</a:t>
            </a:r>
            <a:r>
              <a:rPr sz="2950" spc="-135" dirty="0">
                <a:latin typeface="Century Gothic"/>
                <a:cs typeface="Century Gothic"/>
              </a:rPr>
              <a:t>t</a:t>
            </a:r>
            <a:r>
              <a:rPr sz="2950" spc="-130" dirty="0">
                <a:latin typeface="Century Gothic"/>
                <a:cs typeface="Century Gothic"/>
              </a:rPr>
              <a:t>r</a:t>
            </a:r>
            <a:r>
              <a:rPr sz="2950" spc="70" dirty="0">
                <a:latin typeface="Century Gothic"/>
                <a:cs typeface="Century Gothic"/>
              </a:rPr>
              <a:t>i</a:t>
            </a:r>
            <a:r>
              <a:rPr sz="2950" spc="-425" dirty="0">
                <a:latin typeface="Century Gothic"/>
                <a:cs typeface="Century Gothic"/>
              </a:rPr>
              <a:t>b</a:t>
            </a:r>
            <a:endParaRPr sz="295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3850">
              <a:latin typeface="Times New Roman"/>
              <a:cs typeface="Times New Roman"/>
            </a:endParaRPr>
          </a:p>
          <a:p>
            <a:pPr marL="224790" indent="-212090">
              <a:lnSpc>
                <a:spcPct val="100000"/>
              </a:lnSpc>
              <a:buSzPct val="44067"/>
              <a:buFont typeface="MS Gothic"/>
              <a:buChar char="●"/>
              <a:tabLst>
                <a:tab pos="224790" algn="l"/>
              </a:tabLst>
            </a:pPr>
            <a:r>
              <a:rPr sz="2950" spc="-275" dirty="0">
                <a:latin typeface="Century Gothic"/>
                <a:cs typeface="Century Gothic"/>
              </a:rPr>
              <a:t>M</a:t>
            </a:r>
            <a:r>
              <a:rPr sz="2950" spc="-440" dirty="0">
                <a:latin typeface="Century Gothic"/>
                <a:cs typeface="Century Gothic"/>
              </a:rPr>
              <a:t>a</a:t>
            </a:r>
            <a:r>
              <a:rPr sz="2950" spc="-575" dirty="0">
                <a:latin typeface="Century Gothic"/>
                <a:cs typeface="Century Gothic"/>
              </a:rPr>
              <a:t>c</a:t>
            </a:r>
            <a:r>
              <a:rPr sz="2950" spc="25" dirty="0">
                <a:latin typeface="Century Gothic"/>
                <a:cs typeface="Century Gothic"/>
              </a:rPr>
              <a:t> </a:t>
            </a:r>
            <a:r>
              <a:rPr sz="2950" spc="-5" dirty="0">
                <a:latin typeface="Century Gothic"/>
                <a:cs typeface="Century Gothic"/>
              </a:rPr>
              <a:t>O</a:t>
            </a:r>
            <a:r>
              <a:rPr sz="2950" spc="-15" dirty="0">
                <a:latin typeface="Century Gothic"/>
                <a:cs typeface="Century Gothic"/>
              </a:rPr>
              <a:t>S</a:t>
            </a:r>
            <a:r>
              <a:rPr sz="2950" spc="35" dirty="0">
                <a:latin typeface="Century Gothic"/>
                <a:cs typeface="Century Gothic"/>
              </a:rPr>
              <a:t> </a:t>
            </a:r>
            <a:r>
              <a:rPr sz="2950" spc="-380" dirty="0">
                <a:latin typeface="Century Gothic"/>
                <a:cs typeface="Century Gothic"/>
              </a:rPr>
              <a:t>X</a:t>
            </a:r>
            <a:endParaRPr sz="2950">
              <a:latin typeface="Century Gothic"/>
              <a:cs typeface="Century Gothic"/>
            </a:endParaRPr>
          </a:p>
          <a:p>
            <a:pPr marL="12700" marR="3018155">
              <a:lnSpc>
                <a:spcPct val="99100"/>
              </a:lnSpc>
              <a:spcBef>
                <a:spcPts val="600"/>
              </a:spcBef>
            </a:pPr>
            <a:r>
              <a:rPr sz="2900" spc="55" dirty="0">
                <a:latin typeface="Century Gothic"/>
                <a:cs typeface="Century Gothic"/>
              </a:rPr>
              <a:t>I</a:t>
            </a:r>
            <a:r>
              <a:rPr sz="2900" spc="-245" dirty="0">
                <a:latin typeface="Century Gothic"/>
                <a:cs typeface="Century Gothic"/>
              </a:rPr>
              <a:t>n</a:t>
            </a:r>
            <a:r>
              <a:rPr sz="2900" spc="-15" dirty="0">
                <a:latin typeface="Century Gothic"/>
                <a:cs typeface="Century Gothic"/>
              </a:rPr>
              <a:t>s</a:t>
            </a:r>
            <a:r>
              <a:rPr sz="2900" spc="-225" dirty="0">
                <a:latin typeface="Century Gothic"/>
                <a:cs typeface="Century Gothic"/>
              </a:rPr>
              <a:t>t</a:t>
            </a:r>
            <a:r>
              <a:rPr sz="2900" spc="-434" dirty="0">
                <a:latin typeface="Century Gothic"/>
                <a:cs typeface="Century Gothic"/>
              </a:rPr>
              <a:t>a</a:t>
            </a:r>
            <a:r>
              <a:rPr sz="2900" spc="80" dirty="0">
                <a:latin typeface="Century Gothic"/>
                <a:cs typeface="Century Gothic"/>
              </a:rPr>
              <a:t>l</a:t>
            </a:r>
            <a:r>
              <a:rPr sz="2900" spc="-400" dirty="0">
                <a:latin typeface="Century Gothic"/>
                <a:cs typeface="Century Gothic"/>
              </a:rPr>
              <a:t>a</a:t>
            </a:r>
            <a:r>
              <a:rPr sz="2900" spc="-395" dirty="0">
                <a:latin typeface="Century Gothic"/>
                <a:cs typeface="Century Gothic"/>
              </a:rPr>
              <a:t>d</a:t>
            </a:r>
            <a:r>
              <a:rPr sz="2900" spc="-160" dirty="0">
                <a:latin typeface="Century Gothic"/>
                <a:cs typeface="Century Gothic"/>
              </a:rPr>
              <a:t>o</a:t>
            </a:r>
            <a:r>
              <a:rPr sz="2900" spc="-70" dirty="0">
                <a:latin typeface="Century Gothic"/>
                <a:cs typeface="Century Gothic"/>
              </a:rPr>
              <a:t>r</a:t>
            </a:r>
            <a:r>
              <a:rPr sz="2900" spc="40" dirty="0">
                <a:latin typeface="Century Gothic"/>
                <a:cs typeface="Century Gothic"/>
              </a:rPr>
              <a:t> </a:t>
            </a:r>
            <a:r>
              <a:rPr sz="2900" spc="-370" dirty="0">
                <a:latin typeface="Century Gothic"/>
                <a:cs typeface="Century Gothic"/>
              </a:rPr>
              <a:t>g</a:t>
            </a:r>
            <a:r>
              <a:rPr sz="2900" spc="40" dirty="0">
                <a:latin typeface="Century Gothic"/>
                <a:cs typeface="Century Gothic"/>
              </a:rPr>
              <a:t>r</a:t>
            </a:r>
            <a:r>
              <a:rPr sz="2900" spc="-395" dirty="0">
                <a:latin typeface="Century Gothic"/>
                <a:cs typeface="Century Gothic"/>
              </a:rPr>
              <a:t>á</a:t>
            </a:r>
            <a:r>
              <a:rPr sz="2900" spc="-170" dirty="0">
                <a:latin typeface="Century Gothic"/>
                <a:cs typeface="Century Gothic"/>
              </a:rPr>
              <a:t>f</a:t>
            </a:r>
            <a:r>
              <a:rPr sz="2900" spc="80" dirty="0">
                <a:latin typeface="Century Gothic"/>
                <a:cs typeface="Century Gothic"/>
              </a:rPr>
              <a:t>i</a:t>
            </a:r>
            <a:r>
              <a:rPr sz="2900" spc="-540" dirty="0">
                <a:latin typeface="Century Gothic"/>
                <a:cs typeface="Century Gothic"/>
              </a:rPr>
              <a:t>c</a:t>
            </a:r>
            <a:r>
              <a:rPr sz="2900" spc="-270" dirty="0">
                <a:latin typeface="Century Gothic"/>
                <a:cs typeface="Century Gothic"/>
              </a:rPr>
              <a:t>o</a:t>
            </a:r>
            <a:r>
              <a:rPr sz="2900" spc="40" dirty="0">
                <a:latin typeface="Century Gothic"/>
                <a:cs typeface="Century Gothic"/>
              </a:rPr>
              <a:t> </a:t>
            </a:r>
            <a:r>
              <a:rPr sz="2900" spc="-395" dirty="0">
                <a:latin typeface="Century Gothic"/>
                <a:cs typeface="Century Gothic"/>
              </a:rPr>
              <a:t>d</a:t>
            </a:r>
            <a:r>
              <a:rPr sz="2900" spc="-434" dirty="0">
                <a:latin typeface="Century Gothic"/>
                <a:cs typeface="Century Gothic"/>
              </a:rPr>
              <a:t>e</a:t>
            </a:r>
            <a:r>
              <a:rPr sz="2900" spc="40" dirty="0">
                <a:latin typeface="Century Gothic"/>
                <a:cs typeface="Century Gothic"/>
              </a:rPr>
              <a:t> </a:t>
            </a:r>
            <a:r>
              <a:rPr sz="2900" spc="-45" dirty="0">
                <a:latin typeface="Century Gothic"/>
                <a:cs typeface="Century Gothic"/>
              </a:rPr>
              <a:t>E</a:t>
            </a:r>
            <a:r>
              <a:rPr sz="2900" spc="-325" dirty="0">
                <a:latin typeface="Century Gothic"/>
                <a:cs typeface="Century Gothic"/>
              </a:rPr>
              <a:t>n</a:t>
            </a:r>
            <a:r>
              <a:rPr sz="2900" spc="-175" dirty="0">
                <a:latin typeface="Century Gothic"/>
                <a:cs typeface="Century Gothic"/>
              </a:rPr>
              <a:t>t</a:t>
            </a:r>
            <a:r>
              <a:rPr sz="2900" spc="-270" dirty="0">
                <a:latin typeface="Century Gothic"/>
                <a:cs typeface="Century Gothic"/>
              </a:rPr>
              <a:t>e</a:t>
            </a:r>
            <a:r>
              <a:rPr sz="2900" spc="-135" dirty="0">
                <a:latin typeface="Century Gothic"/>
                <a:cs typeface="Century Gothic"/>
              </a:rPr>
              <a:t>r</a:t>
            </a:r>
            <a:r>
              <a:rPr sz="2900" spc="-395" dirty="0">
                <a:latin typeface="Century Gothic"/>
                <a:cs typeface="Century Gothic"/>
              </a:rPr>
              <a:t>p</a:t>
            </a:r>
            <a:r>
              <a:rPr sz="2900" spc="40" dirty="0">
                <a:latin typeface="Century Gothic"/>
                <a:cs typeface="Century Gothic"/>
              </a:rPr>
              <a:t>r</a:t>
            </a:r>
            <a:r>
              <a:rPr sz="2900" spc="80" dirty="0">
                <a:latin typeface="Century Gothic"/>
                <a:cs typeface="Century Gothic"/>
              </a:rPr>
              <a:t>i</a:t>
            </a:r>
            <a:r>
              <a:rPr sz="2900" spc="-15" dirty="0">
                <a:latin typeface="Century Gothic"/>
                <a:cs typeface="Century Gothic"/>
              </a:rPr>
              <a:t>s</a:t>
            </a:r>
            <a:r>
              <a:rPr sz="2900" spc="-430" dirty="0">
                <a:latin typeface="Century Gothic"/>
                <a:cs typeface="Century Gothic"/>
              </a:rPr>
              <a:t>e</a:t>
            </a:r>
            <a:r>
              <a:rPr sz="2900" spc="-85" dirty="0">
                <a:latin typeface="Century Gothic"/>
                <a:cs typeface="Century Gothic"/>
              </a:rPr>
              <a:t>DB</a:t>
            </a:r>
            <a:r>
              <a:rPr sz="2900" spc="-40" dirty="0">
                <a:latin typeface="Century Gothic"/>
                <a:cs typeface="Century Gothic"/>
              </a:rPr>
              <a:t> </a:t>
            </a:r>
            <a:r>
              <a:rPr sz="2950" spc="-275" dirty="0">
                <a:latin typeface="Century Gothic"/>
                <a:cs typeface="Century Gothic"/>
              </a:rPr>
              <a:t>P</a:t>
            </a:r>
            <a:r>
              <a:rPr sz="2950" spc="-220" dirty="0">
                <a:latin typeface="Century Gothic"/>
                <a:cs typeface="Century Gothic"/>
              </a:rPr>
              <a:t>o</a:t>
            </a:r>
            <a:r>
              <a:rPr sz="2950" spc="-130" dirty="0">
                <a:latin typeface="Century Gothic"/>
                <a:cs typeface="Century Gothic"/>
              </a:rPr>
              <a:t>s</a:t>
            </a:r>
            <a:r>
              <a:rPr sz="2950" spc="-235" dirty="0">
                <a:latin typeface="Century Gothic"/>
                <a:cs typeface="Century Gothic"/>
              </a:rPr>
              <a:t>t</a:t>
            </a:r>
            <a:r>
              <a:rPr sz="2950" spc="-455" dirty="0">
                <a:latin typeface="Century Gothic"/>
                <a:cs typeface="Century Gothic"/>
              </a:rPr>
              <a:t>g</a:t>
            </a:r>
            <a:r>
              <a:rPr sz="2950" spc="25" dirty="0">
                <a:latin typeface="Century Gothic"/>
                <a:cs typeface="Century Gothic"/>
              </a:rPr>
              <a:t>r</a:t>
            </a:r>
            <a:r>
              <a:rPr sz="2950" spc="-459" dirty="0">
                <a:latin typeface="Century Gothic"/>
                <a:cs typeface="Century Gothic"/>
              </a:rPr>
              <a:t>e</a:t>
            </a:r>
            <a:r>
              <a:rPr sz="2950" spc="-5" dirty="0">
                <a:latin typeface="Century Gothic"/>
                <a:cs typeface="Century Gothic"/>
              </a:rPr>
              <a:t>s</a:t>
            </a:r>
            <a:r>
              <a:rPr sz="2950" spc="10" dirty="0">
                <a:latin typeface="Century Gothic"/>
                <a:cs typeface="Century Gothic"/>
              </a:rPr>
              <a:t>.</a:t>
            </a:r>
            <a:r>
              <a:rPr sz="2950" spc="-425" dirty="0">
                <a:latin typeface="Century Gothic"/>
                <a:cs typeface="Century Gothic"/>
              </a:rPr>
              <a:t>a</a:t>
            </a:r>
            <a:r>
              <a:rPr sz="2950" spc="-420" dirty="0">
                <a:latin typeface="Century Gothic"/>
                <a:cs typeface="Century Gothic"/>
              </a:rPr>
              <a:t>p</a:t>
            </a:r>
            <a:r>
              <a:rPr sz="2950" spc="-425" dirty="0">
                <a:latin typeface="Century Gothic"/>
                <a:cs typeface="Century Gothic"/>
              </a:rPr>
              <a:t>p</a:t>
            </a:r>
            <a:r>
              <a:rPr sz="2950" spc="35" dirty="0">
                <a:latin typeface="Century Gothic"/>
                <a:cs typeface="Century Gothic"/>
              </a:rPr>
              <a:t> </a:t>
            </a:r>
            <a:r>
              <a:rPr sz="2950" spc="-140" dirty="0">
                <a:latin typeface="Century Gothic"/>
                <a:cs typeface="Century Gothic"/>
              </a:rPr>
              <a:t>(</a:t>
            </a:r>
            <a:r>
              <a:rPr sz="2950" spc="-180" dirty="0">
                <a:latin typeface="Century Gothic"/>
                <a:cs typeface="Century Gothic"/>
              </a:rPr>
              <a:t>S</a:t>
            </a:r>
            <a:r>
              <a:rPr sz="2950" spc="70" dirty="0">
                <a:latin typeface="Century Gothic"/>
                <a:cs typeface="Century Gothic"/>
              </a:rPr>
              <a:t>i</a:t>
            </a:r>
            <a:r>
              <a:rPr sz="2950" spc="-270" dirty="0">
                <a:latin typeface="Century Gothic"/>
                <a:cs typeface="Century Gothic"/>
              </a:rPr>
              <a:t>n</a:t>
            </a:r>
            <a:r>
              <a:rPr sz="2950" spc="35" dirty="0">
                <a:latin typeface="Century Gothic"/>
                <a:cs typeface="Century Gothic"/>
              </a:rPr>
              <a:t> </a:t>
            </a:r>
            <a:r>
              <a:rPr sz="2950" spc="70" dirty="0">
                <a:latin typeface="Century Gothic"/>
                <a:cs typeface="Century Gothic"/>
              </a:rPr>
              <a:t>i</a:t>
            </a:r>
            <a:r>
              <a:rPr sz="2950" spc="-185" dirty="0">
                <a:latin typeface="Century Gothic"/>
                <a:cs typeface="Century Gothic"/>
              </a:rPr>
              <a:t>n</a:t>
            </a:r>
            <a:r>
              <a:rPr sz="2950" spc="-114" dirty="0">
                <a:latin typeface="Century Gothic"/>
                <a:cs typeface="Century Gothic"/>
              </a:rPr>
              <a:t>s</a:t>
            </a:r>
            <a:r>
              <a:rPr sz="2950" spc="-245" dirty="0">
                <a:latin typeface="Century Gothic"/>
                <a:cs typeface="Century Gothic"/>
              </a:rPr>
              <a:t>t</a:t>
            </a:r>
            <a:r>
              <a:rPr sz="2950" spc="-480" dirty="0">
                <a:latin typeface="Century Gothic"/>
                <a:cs typeface="Century Gothic"/>
              </a:rPr>
              <a:t>a</a:t>
            </a:r>
            <a:r>
              <a:rPr sz="2950" spc="70" dirty="0">
                <a:latin typeface="Century Gothic"/>
                <a:cs typeface="Century Gothic"/>
              </a:rPr>
              <a:t>l</a:t>
            </a:r>
            <a:r>
              <a:rPr sz="2950" spc="-440" dirty="0">
                <a:latin typeface="Century Gothic"/>
                <a:cs typeface="Century Gothic"/>
              </a:rPr>
              <a:t>a</a:t>
            </a:r>
            <a:r>
              <a:rPr sz="2950" spc="-390" dirty="0">
                <a:latin typeface="Century Gothic"/>
                <a:cs typeface="Century Gothic"/>
              </a:rPr>
              <a:t>c</a:t>
            </a:r>
            <a:r>
              <a:rPr sz="2950" spc="-130" dirty="0">
                <a:latin typeface="Century Gothic"/>
                <a:cs typeface="Century Gothic"/>
              </a:rPr>
              <a:t>i</a:t>
            </a:r>
            <a:r>
              <a:rPr sz="2950" spc="-305" dirty="0">
                <a:latin typeface="Century Gothic"/>
                <a:cs typeface="Century Gothic"/>
              </a:rPr>
              <a:t>ó</a:t>
            </a:r>
            <a:r>
              <a:rPr sz="2950" spc="-295" dirty="0">
                <a:latin typeface="Century Gothic"/>
                <a:cs typeface="Century Gothic"/>
              </a:rPr>
              <a:t>n)</a:t>
            </a:r>
            <a:r>
              <a:rPr sz="2950" spc="-170" dirty="0">
                <a:latin typeface="Century Gothic"/>
                <a:cs typeface="Century Gothic"/>
              </a:rPr>
              <a:t>   </a:t>
            </a:r>
            <a:r>
              <a:rPr sz="2950" spc="25" dirty="0">
                <a:latin typeface="Century Gothic"/>
                <a:cs typeface="Century Gothic"/>
              </a:rPr>
              <a:t>F</a:t>
            </a:r>
            <a:r>
              <a:rPr sz="2950" spc="70" dirty="0">
                <a:latin typeface="Century Gothic"/>
                <a:cs typeface="Century Gothic"/>
              </a:rPr>
              <a:t>i</a:t>
            </a:r>
            <a:r>
              <a:rPr sz="2950" spc="-265" dirty="0">
                <a:latin typeface="Century Gothic"/>
                <a:cs typeface="Century Gothic"/>
              </a:rPr>
              <a:t>n</a:t>
            </a:r>
            <a:r>
              <a:rPr sz="2950" spc="-150" dirty="0">
                <a:latin typeface="Century Gothic"/>
                <a:cs typeface="Century Gothic"/>
              </a:rPr>
              <a:t>k</a:t>
            </a:r>
            <a:endParaRPr sz="2950">
              <a:latin typeface="Century Gothic"/>
              <a:cs typeface="Century Gothic"/>
            </a:endParaRPr>
          </a:p>
          <a:p>
            <a:pPr marL="12700">
              <a:lnSpc>
                <a:spcPts val="3500"/>
              </a:lnSpc>
            </a:pPr>
            <a:r>
              <a:rPr sz="2950" spc="-275" dirty="0">
                <a:latin typeface="Century Gothic"/>
                <a:cs typeface="Century Gothic"/>
              </a:rPr>
              <a:t>M</a:t>
            </a:r>
            <a:r>
              <a:rPr sz="2950" spc="-440" dirty="0">
                <a:latin typeface="Century Gothic"/>
                <a:cs typeface="Century Gothic"/>
              </a:rPr>
              <a:t>a</a:t>
            </a:r>
            <a:r>
              <a:rPr sz="2950" spc="-465" dirty="0">
                <a:latin typeface="Century Gothic"/>
                <a:cs typeface="Century Gothic"/>
              </a:rPr>
              <a:t>c</a:t>
            </a:r>
            <a:r>
              <a:rPr sz="2950" spc="-415" dirty="0">
                <a:latin typeface="Century Gothic"/>
                <a:cs typeface="Century Gothic"/>
              </a:rPr>
              <a:t>P</a:t>
            </a:r>
            <a:r>
              <a:rPr sz="2950" spc="-180" dirty="0">
                <a:latin typeface="Century Gothic"/>
                <a:cs typeface="Century Gothic"/>
              </a:rPr>
              <a:t>o</a:t>
            </a:r>
            <a:r>
              <a:rPr sz="2950" spc="-80" dirty="0">
                <a:latin typeface="Century Gothic"/>
                <a:cs typeface="Century Gothic"/>
              </a:rPr>
              <a:t>r</a:t>
            </a:r>
            <a:r>
              <a:rPr sz="2950" spc="-160" dirty="0">
                <a:latin typeface="Century Gothic"/>
                <a:cs typeface="Century Gothic"/>
              </a:rPr>
              <a:t>ts</a:t>
            </a:r>
            <a:endParaRPr sz="295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/>
          <p:nvPr/>
        </p:nvSpPr>
        <p:spPr>
          <a:xfrm>
            <a:off x="665480" y="3896359"/>
            <a:ext cx="2372360" cy="454659"/>
          </a:xfrm>
          <a:custGeom>
            <a:avLst/>
            <a:gdLst/>
            <a:ahLst/>
            <a:cxnLst/>
            <a:rect l="l" t="t" r="r" b="b"/>
            <a:pathLst>
              <a:path w="2372360" h="454660">
                <a:moveTo>
                  <a:pt x="0" y="454659"/>
                </a:moveTo>
                <a:lnTo>
                  <a:pt x="2372360" y="454659"/>
                </a:lnTo>
                <a:lnTo>
                  <a:pt x="2372360" y="0"/>
                </a:lnTo>
                <a:lnTo>
                  <a:pt x="0" y="0"/>
                </a:lnTo>
                <a:lnTo>
                  <a:pt x="0" y="45465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6880" y="1876509"/>
            <a:ext cx="9159240" cy="4961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45">
              <a:lnSpc>
                <a:spcPct val="100000"/>
              </a:lnSpc>
            </a:pPr>
            <a:r>
              <a:rPr sz="4400" spc="6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3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254" dirty="0">
                <a:solidFill>
                  <a:srgbClr val="1B1B1B"/>
                </a:solidFill>
                <a:latin typeface="Century Gothic"/>
                <a:cs typeface="Century Gothic"/>
              </a:rPr>
              <a:t>al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-85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40" dirty="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459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525" dirty="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sz="4400" spc="-54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59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4400" spc="-434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4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135" dirty="0">
                <a:solidFill>
                  <a:srgbClr val="1B1B1B"/>
                </a:solidFill>
                <a:latin typeface="Century Gothic"/>
                <a:cs typeface="Century Gothic"/>
              </a:rPr>
              <a:t>F</a:t>
            </a:r>
            <a:r>
              <a:rPr sz="4400" spc="-160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3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71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55" dirty="0">
                <a:solidFill>
                  <a:srgbClr val="1B1B1B"/>
                </a:solidFill>
                <a:latin typeface="Century Gothic"/>
                <a:cs typeface="Century Gothic"/>
              </a:rPr>
              <a:t> - </a:t>
            </a:r>
            <a:r>
              <a:rPr sz="4400" spc="-37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-6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695" dirty="0">
                <a:solidFill>
                  <a:srgbClr val="1B1B1B"/>
                </a:solidFill>
                <a:latin typeface="Century Gothic"/>
                <a:cs typeface="Century Gothic"/>
              </a:rPr>
              <a:t>q</a:t>
            </a:r>
            <a:r>
              <a:rPr sz="4400" spc="-370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3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235" dirty="0">
                <a:solidFill>
                  <a:srgbClr val="1B1B1B"/>
                </a:solidFill>
                <a:latin typeface="Century Gothic"/>
                <a:cs typeface="Century Gothic"/>
              </a:rPr>
              <a:t>os</a:t>
            </a:r>
            <a:endParaRPr sz="4400">
              <a:latin typeface="Century Gothic"/>
              <a:cs typeface="Century Gothic"/>
            </a:endParaRPr>
          </a:p>
          <a:p>
            <a:pPr marL="228600" marR="1261745" indent="-215900">
              <a:lnSpc>
                <a:spcPts val="3570"/>
              </a:lnSpc>
              <a:spcBef>
                <a:spcPts val="3410"/>
              </a:spcBef>
              <a:buSzPct val="45000"/>
              <a:buFont typeface="MS Gothic"/>
              <a:buChar char="●"/>
              <a:tabLst>
                <a:tab pos="228600" algn="l"/>
              </a:tabLst>
            </a:pPr>
            <a:r>
              <a:rPr sz="3000" spc="-160" dirty="0">
                <a:latin typeface="Century Gothic"/>
                <a:cs typeface="Century Gothic"/>
              </a:rPr>
              <a:t>G</a:t>
            </a:r>
            <a:r>
              <a:rPr sz="3000" spc="10" dirty="0">
                <a:latin typeface="Century Gothic"/>
                <a:cs typeface="Century Gothic"/>
              </a:rPr>
              <a:t>N</a:t>
            </a:r>
            <a:r>
              <a:rPr sz="3000" spc="95" dirty="0">
                <a:latin typeface="Century Gothic"/>
                <a:cs typeface="Century Gothic"/>
              </a:rPr>
              <a:t>U</a:t>
            </a:r>
            <a:r>
              <a:rPr sz="3000" spc="65" dirty="0">
                <a:latin typeface="Century Gothic"/>
                <a:cs typeface="Century Gothic"/>
              </a:rPr>
              <a:t> </a:t>
            </a:r>
            <a:r>
              <a:rPr sz="3000" spc="-434" dirty="0">
                <a:latin typeface="Century Gothic"/>
                <a:cs typeface="Century Gothic"/>
              </a:rPr>
              <a:t>m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130" dirty="0">
                <a:latin typeface="Century Gothic"/>
                <a:cs typeface="Century Gothic"/>
              </a:rPr>
              <a:t>k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75" dirty="0">
                <a:latin typeface="Century Gothic"/>
                <a:cs typeface="Century Gothic"/>
              </a:rPr>
              <a:t> </a:t>
            </a:r>
            <a:r>
              <a:rPr sz="3000" spc="-405" dirty="0">
                <a:latin typeface="Century Gothic"/>
                <a:cs typeface="Century Gothic"/>
              </a:rPr>
              <a:t>v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85" dirty="0">
                <a:latin typeface="Century Gothic"/>
                <a:cs typeface="Century Gothic"/>
              </a:rPr>
              <a:t>ón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60" dirty="0">
                <a:latin typeface="Century Gothic"/>
                <a:cs typeface="Century Gothic"/>
              </a:rPr>
              <a:t>3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r>
              <a:rPr sz="3000" spc="55" dirty="0">
                <a:latin typeface="Century Gothic"/>
                <a:cs typeface="Century Gothic"/>
              </a:rPr>
              <a:t>8</a:t>
            </a:r>
            <a:r>
              <a:rPr sz="3000" spc="65" dirty="0">
                <a:latin typeface="Century Gothic"/>
                <a:cs typeface="Century Gothic"/>
              </a:rPr>
              <a:t>0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55" dirty="0">
                <a:latin typeface="Century Gothic"/>
                <a:cs typeface="Century Gothic"/>
              </a:rPr>
              <a:t>i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r. </a:t>
            </a:r>
            <a:r>
              <a:rPr sz="3000" spc="-80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0" dirty="0">
                <a:latin typeface="Century Gothic"/>
                <a:cs typeface="Century Gothic"/>
              </a:rPr>
              <a:t> 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15" dirty="0">
                <a:latin typeface="Century Gothic"/>
                <a:cs typeface="Century Gothic"/>
              </a:rPr>
              <a:t>i</a:t>
            </a:r>
            <a:r>
              <a:rPr sz="3000" spc="50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85" dirty="0">
                <a:latin typeface="Century Gothic"/>
                <a:cs typeface="Century Gothic"/>
              </a:rPr>
              <a:t>i</a:t>
            </a:r>
            <a:r>
              <a:rPr sz="3000" spc="-270" dirty="0">
                <a:latin typeface="Century Gothic"/>
                <a:cs typeface="Century Gothic"/>
              </a:rPr>
              <a:t>b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235" dirty="0">
                <a:latin typeface="Century Gothic"/>
                <a:cs typeface="Century Gothic"/>
              </a:rPr>
              <a:t>ci</a:t>
            </a:r>
            <a:r>
              <a:rPr sz="3000" spc="-355" dirty="0">
                <a:latin typeface="Century Gothic"/>
                <a:cs typeface="Century Gothic"/>
              </a:rPr>
              <a:t>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515" dirty="0">
                <a:latin typeface="Century Gothic"/>
                <a:cs typeface="Century Gothic"/>
              </a:rPr>
              <a:t>m</a:t>
            </a:r>
            <a:r>
              <a:rPr sz="3000" spc="-355" dirty="0">
                <a:latin typeface="Century Gothic"/>
                <a:cs typeface="Century Gothic"/>
              </a:rPr>
              <a:t>b</a:t>
            </a:r>
            <a:r>
              <a:rPr sz="3000" spc="-95" dirty="0">
                <a:latin typeface="Century Gothic"/>
                <a:cs typeface="Century Gothic"/>
              </a:rPr>
              <a:t>i</a:t>
            </a:r>
            <a:r>
              <a:rPr sz="3000" spc="-290" dirty="0">
                <a:latin typeface="Century Gothic"/>
                <a:cs typeface="Century Gothic"/>
              </a:rPr>
              <a:t>é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85" dirty="0">
                <a:latin typeface="Century Gothic"/>
                <a:cs typeface="Century Gothic"/>
              </a:rPr>
              <a:t>l</a:t>
            </a:r>
            <a:r>
              <a:rPr sz="3000" spc="-254" dirty="0">
                <a:latin typeface="Century Gothic"/>
                <a:cs typeface="Century Gothic"/>
              </a:rPr>
              <a:t>a</a:t>
            </a:r>
            <a:r>
              <a:rPr sz="3000" spc="-515" dirty="0">
                <a:latin typeface="Century Gothic"/>
                <a:cs typeface="Century Gothic"/>
              </a:rPr>
              <a:t>m</a:t>
            </a:r>
            <a:r>
              <a:rPr sz="3000" spc="-355" dirty="0">
                <a:latin typeface="Century Gothic"/>
                <a:cs typeface="Century Gothic"/>
              </a:rPr>
              <a:t>a</a:t>
            </a:r>
            <a:r>
              <a:rPr sz="3000" spc="-459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140" dirty="0">
                <a:latin typeface="Century Gothic"/>
                <a:cs typeface="Century Gothic"/>
              </a:rPr>
              <a:t>k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228600">
              <a:lnSpc>
                <a:spcPct val="100000"/>
              </a:lnSpc>
              <a:spcBef>
                <a:spcPts val="715"/>
              </a:spcBef>
            </a:pP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140" dirty="0">
                <a:latin typeface="Century Gothic"/>
                <a:cs typeface="Century Gothic"/>
              </a:rPr>
              <a:t>k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85" dirty="0">
                <a:latin typeface="Century Gothic"/>
                <a:cs typeface="Century Gothic"/>
              </a:rPr>
              <a:t>--</a:t>
            </a:r>
            <a:r>
              <a:rPr sz="3000" spc="-130" dirty="0">
                <a:latin typeface="Century Gothic"/>
                <a:cs typeface="Century Gothic"/>
              </a:rPr>
              <a:t>v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55" dirty="0">
                <a:latin typeface="Century Gothic"/>
                <a:cs typeface="Century Gothic"/>
              </a:rPr>
              <a:t>i</a:t>
            </a:r>
            <a:r>
              <a:rPr sz="3000" spc="-150" dirty="0">
                <a:latin typeface="Century Gothic"/>
                <a:cs typeface="Century Gothic"/>
              </a:rPr>
              <a:t>o</a:t>
            </a:r>
            <a:r>
              <a:rPr sz="3000" spc="-235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228600" marR="5080" indent="-215900">
              <a:lnSpc>
                <a:spcPct val="99300"/>
              </a:lnSpc>
              <a:spcBef>
                <a:spcPts val="855"/>
              </a:spcBef>
              <a:buSzPct val="45000"/>
              <a:buFont typeface="MS Gothic"/>
              <a:buChar char="●"/>
              <a:tabLst>
                <a:tab pos="228600" algn="l"/>
              </a:tabLst>
            </a:pPr>
            <a:r>
              <a:rPr sz="3000" spc="-320" dirty="0">
                <a:latin typeface="Century Gothic"/>
                <a:cs typeface="Century Gothic"/>
              </a:rPr>
              <a:t>C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85" dirty="0">
                <a:latin typeface="Century Gothic"/>
                <a:cs typeface="Century Gothic"/>
              </a:rPr>
              <a:t>l</a:t>
            </a:r>
            <a:r>
              <a:rPr sz="3000" spc="-270" dirty="0">
                <a:latin typeface="Century Gothic"/>
                <a:cs typeface="Century Gothic"/>
              </a:rPr>
              <a:t>a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5" dirty="0">
                <a:latin typeface="Century Gothic"/>
                <a:cs typeface="Century Gothic"/>
              </a:rPr>
              <a:t>I</a:t>
            </a:r>
            <a:r>
              <a:rPr sz="3000" spc="25" dirty="0">
                <a:latin typeface="Century Gothic"/>
                <a:cs typeface="Century Gothic"/>
              </a:rPr>
              <a:t>S</a:t>
            </a:r>
            <a:r>
              <a:rPr sz="3000" dirty="0">
                <a:latin typeface="Century Gothic"/>
                <a:cs typeface="Century Gothic"/>
              </a:rPr>
              <a:t>O</a:t>
            </a:r>
            <a:r>
              <a:rPr sz="3000" spc="-215" dirty="0">
                <a:latin typeface="Century Gothic"/>
                <a:cs typeface="Century Gothic"/>
              </a:rPr>
              <a:t>/</a:t>
            </a:r>
            <a:r>
              <a:rPr sz="3000" spc="-355" dirty="0">
                <a:latin typeface="Century Gothic"/>
                <a:cs typeface="Century Gothic"/>
              </a:rPr>
              <a:t>A</a:t>
            </a:r>
            <a:r>
              <a:rPr sz="3000" spc="10" dirty="0">
                <a:latin typeface="Century Gothic"/>
                <a:cs typeface="Century Gothic"/>
              </a:rPr>
              <a:t>N</a:t>
            </a:r>
            <a:r>
              <a:rPr sz="3000" dirty="0">
                <a:latin typeface="Century Gothic"/>
                <a:cs typeface="Century Gothic"/>
              </a:rPr>
              <a:t>S</a:t>
            </a:r>
            <a:r>
              <a:rPr sz="3000" spc="45" dirty="0">
                <a:latin typeface="Century Gothic"/>
                <a:cs typeface="Century Gothic"/>
              </a:rPr>
              <a:t>I</a:t>
            </a:r>
            <a:r>
              <a:rPr sz="3000" spc="25" dirty="0">
                <a:latin typeface="Century Gothic"/>
                <a:cs typeface="Century Gothic"/>
              </a:rPr>
              <a:t> </a:t>
            </a:r>
            <a:r>
              <a:rPr sz="3000" spc="-320" dirty="0">
                <a:latin typeface="Century Gothic"/>
                <a:cs typeface="Century Gothic"/>
              </a:rPr>
              <a:t>C</a:t>
            </a:r>
            <a:r>
              <a:rPr sz="3000" spc="30" dirty="0">
                <a:latin typeface="Century Gothic"/>
                <a:cs typeface="Century Gothic"/>
              </a:rPr>
              <a:t>. </a:t>
            </a:r>
            <a:r>
              <a:rPr sz="3000" spc="-200" dirty="0">
                <a:latin typeface="Century Gothic"/>
                <a:cs typeface="Century Gothic"/>
              </a:rPr>
              <a:t>L</a:t>
            </a:r>
            <a:r>
              <a:rPr sz="3000" spc="-280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 r</a:t>
            </a:r>
            <a:r>
              <a:rPr sz="3000" spc="-455" dirty="0">
                <a:latin typeface="Century Gothic"/>
                <a:cs typeface="Century Gothic"/>
              </a:rPr>
              <a:t>ec</a:t>
            </a:r>
            <a:r>
              <a:rPr sz="3000" spc="-445" dirty="0">
                <a:latin typeface="Century Gothic"/>
                <a:cs typeface="Century Gothic"/>
              </a:rPr>
              <a:t>o</a:t>
            </a:r>
            <a:r>
              <a:rPr sz="3000" spc="-570" dirty="0">
                <a:latin typeface="Century Gothic"/>
                <a:cs typeface="Century Gothic"/>
              </a:rPr>
              <a:t>m</a:t>
            </a:r>
            <a:r>
              <a:rPr sz="3000" spc="-38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430" dirty="0">
                <a:latin typeface="Century Gothic"/>
                <a:cs typeface="Century Gothic"/>
              </a:rPr>
              <a:t>b</a:t>
            </a:r>
            <a:r>
              <a:rPr sz="3000" spc="-95" dirty="0">
                <a:latin typeface="Century Gothic"/>
                <a:cs typeface="Century Gothic"/>
              </a:rPr>
              <a:t>l</a:t>
            </a:r>
            <a:r>
              <a:rPr sz="3000" spc="-295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65" dirty="0">
                <a:latin typeface="Century Gothic"/>
                <a:cs typeface="Century Gothic"/>
              </a:rPr>
              <a:t>u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175" dirty="0">
                <a:latin typeface="Century Gothic"/>
                <a:cs typeface="Century Gothic"/>
              </a:rPr>
              <a:t> </a:t>
            </a:r>
            <a:r>
              <a:rPr sz="3000" spc="-380" dirty="0">
                <a:latin typeface="Century Gothic"/>
                <a:cs typeface="Century Gothic"/>
              </a:rPr>
              <a:t>v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300" dirty="0">
                <a:latin typeface="Century Gothic"/>
                <a:cs typeface="Century Gothic"/>
              </a:rPr>
              <a:t>ó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434" dirty="0">
                <a:latin typeface="Century Gothic"/>
                <a:cs typeface="Century Gothic"/>
              </a:rPr>
              <a:t>act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75" dirty="0">
                <a:latin typeface="Century Gothic"/>
                <a:cs typeface="Century Gothic"/>
              </a:rPr>
              <a:t>l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25" dirty="0">
                <a:latin typeface="Century Gothic"/>
                <a:cs typeface="Century Gothic"/>
              </a:rPr>
              <a:t>z</a:t>
            </a:r>
            <a:r>
              <a:rPr sz="3000" spc="-350" dirty="0">
                <a:latin typeface="Century Gothic"/>
                <a:cs typeface="Century Gothic"/>
              </a:rPr>
              <a:t>a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95" dirty="0">
                <a:latin typeface="Century Gothic"/>
                <a:cs typeface="Century Gothic"/>
              </a:rPr>
              <a:t> </a:t>
            </a:r>
            <a:r>
              <a:rPr sz="3000" spc="-170" dirty="0">
                <a:latin typeface="Century Gothic"/>
                <a:cs typeface="Century Gothic"/>
              </a:rPr>
              <a:t>G</a:t>
            </a:r>
            <a:r>
              <a:rPr sz="3000" spc="-300" dirty="0">
                <a:latin typeface="Century Gothic"/>
                <a:cs typeface="Century Gothic"/>
              </a:rPr>
              <a:t>C</a:t>
            </a:r>
            <a:r>
              <a:rPr sz="3000" spc="-280" dirty="0">
                <a:latin typeface="Century Gothic"/>
                <a:cs typeface="Century Gothic"/>
              </a:rPr>
              <a:t>C</a:t>
            </a:r>
            <a:r>
              <a:rPr sz="3000" spc="30" dirty="0">
                <a:latin typeface="Century Gothic"/>
                <a:cs typeface="Century Gothic"/>
              </a:rPr>
              <a:t>, 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65" dirty="0">
                <a:latin typeface="Century Gothic"/>
                <a:cs typeface="Century Gothic"/>
              </a:rPr>
              <a:t>u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430" dirty="0">
                <a:latin typeface="Century Gothic"/>
                <a:cs typeface="Century Gothic"/>
              </a:rPr>
              <a:t>q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285" dirty="0">
                <a:latin typeface="Century Gothic"/>
                <a:cs typeface="Century Gothic"/>
              </a:rPr>
              <a:t>o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85" dirty="0">
                <a:latin typeface="Century Gothic"/>
                <a:cs typeface="Century Gothic"/>
              </a:rPr>
              <a:t>í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75" dirty="0">
                <a:latin typeface="Century Gothic"/>
                <a:cs typeface="Century Gothic"/>
              </a:rPr>
              <a:t>l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25" dirty="0">
                <a:latin typeface="Century Gothic"/>
                <a:cs typeface="Century Gothic"/>
              </a:rPr>
              <a:t>z</a:t>
            </a:r>
            <a:r>
              <a:rPr sz="3000" spc="-350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20" dirty="0">
                <a:latin typeface="Century Gothic"/>
                <a:cs typeface="Century Gothic"/>
              </a:rPr>
              <a:t>cu</a:t>
            </a:r>
            <a:r>
              <a:rPr sz="3000" spc="-445" dirty="0">
                <a:latin typeface="Century Gothic"/>
                <a:cs typeface="Century Gothic"/>
              </a:rPr>
              <a:t>a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q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228600" marR="1103630" indent="-215900">
              <a:lnSpc>
                <a:spcPts val="3579"/>
              </a:lnSpc>
              <a:spcBef>
                <a:spcPts val="965"/>
              </a:spcBef>
              <a:buSzPct val="45000"/>
              <a:buFont typeface="MS Gothic"/>
              <a:buChar char="●"/>
              <a:tabLst>
                <a:tab pos="228600" algn="l"/>
              </a:tabLst>
            </a:pPr>
            <a:r>
              <a:rPr sz="3000" spc="-340" dirty="0">
                <a:latin typeface="Century Gothic"/>
                <a:cs typeface="Century Gothic"/>
              </a:rPr>
              <a:t>P</a:t>
            </a:r>
            <a:r>
              <a:rPr sz="3000" spc="-375" dirty="0">
                <a:latin typeface="Century Gothic"/>
                <a:cs typeface="Century Gothic"/>
              </a:rPr>
              <a:t>a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515" dirty="0">
                <a:latin typeface="Century Gothic"/>
                <a:cs typeface="Century Gothic"/>
              </a:rPr>
              <a:t>m</a:t>
            </a:r>
            <a:r>
              <a:rPr sz="3000" spc="-355" dirty="0">
                <a:latin typeface="Century Gothic"/>
                <a:cs typeface="Century Gothic"/>
              </a:rPr>
              <a:t>p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40" dirty="0">
                <a:latin typeface="Century Gothic"/>
                <a:cs typeface="Century Gothic"/>
              </a:rPr>
              <a:t>i</a:t>
            </a:r>
            <a:r>
              <a:rPr sz="3000" spc="70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p</a:t>
            </a:r>
            <a:r>
              <a:rPr sz="3000" spc="-430" dirty="0">
                <a:latin typeface="Century Gothic"/>
                <a:cs typeface="Century Gothic"/>
              </a:rPr>
              <a:t>aq</a:t>
            </a:r>
            <a:r>
              <a:rPr sz="3000" spc="-355" dirty="0">
                <a:latin typeface="Century Gothic"/>
                <a:cs typeface="Century Gothic"/>
              </a:rPr>
              <a:t>u</a:t>
            </a:r>
            <a:r>
              <a:rPr sz="3000" spc="-365" dirty="0">
                <a:latin typeface="Century Gothic"/>
                <a:cs typeface="Century Gothic"/>
              </a:rPr>
              <a:t>e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320" dirty="0">
                <a:latin typeface="Century Gothic"/>
                <a:cs typeface="Century Gothic"/>
              </a:rPr>
              <a:t>e</a:t>
            </a:r>
            <a:r>
              <a:rPr sz="3000" spc="-180" dirty="0">
                <a:latin typeface="Century Gothic"/>
                <a:cs typeface="Century Gothic"/>
              </a:rPr>
              <a:t>s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390" dirty="0">
                <a:latin typeface="Century Gothic"/>
                <a:cs typeface="Century Gothic"/>
              </a:rPr>
              <a:t>g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125" dirty="0">
                <a:latin typeface="Century Gothic"/>
                <a:cs typeface="Century Gothic"/>
              </a:rPr>
              <a:t> 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459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80" dirty="0">
                <a:latin typeface="Century Gothic"/>
                <a:cs typeface="Century Gothic"/>
              </a:rPr>
              <a:t>i</a:t>
            </a:r>
            <a:r>
              <a:rPr sz="3000" spc="-125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59" dirty="0">
                <a:latin typeface="Century Gothic"/>
                <a:cs typeface="Century Gothic"/>
              </a:rPr>
              <a:t>m</a:t>
            </a:r>
            <a:r>
              <a:rPr sz="3000" spc="-31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355" dirty="0">
                <a:latin typeface="Century Gothic"/>
                <a:cs typeface="Century Gothic"/>
              </a:rPr>
              <a:t>u</a:t>
            </a:r>
            <a:r>
              <a:rPr sz="3000" spc="-195" dirty="0">
                <a:latin typeface="Century Gothic"/>
                <a:cs typeface="Century Gothic"/>
              </a:rPr>
              <a:t>t</a:t>
            </a:r>
            <a:r>
              <a:rPr sz="3000" spc="75" dirty="0">
                <a:latin typeface="Century Gothic"/>
                <a:cs typeface="Century Gothic"/>
              </a:rPr>
              <a:t>i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120" dirty="0">
                <a:latin typeface="Century Gothic"/>
                <a:cs typeface="Century Gothic"/>
              </a:rPr>
              <a:t>iz</a:t>
            </a:r>
            <a:r>
              <a:rPr sz="3000" spc="-235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85" dirty="0">
                <a:latin typeface="Century Gothic"/>
                <a:cs typeface="Century Gothic"/>
              </a:rPr>
              <a:t> 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15" dirty="0">
                <a:latin typeface="Century Gothic"/>
                <a:cs typeface="Century Gothic"/>
              </a:rPr>
              <a:t>a</a:t>
            </a:r>
            <a:r>
              <a:rPr sz="3000" spc="50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, </a:t>
            </a:r>
            <a:r>
              <a:rPr sz="3000" spc="-390" dirty="0">
                <a:latin typeface="Century Gothic"/>
                <a:cs typeface="Century Gothic"/>
              </a:rPr>
              <a:t>g</a:t>
            </a:r>
            <a:r>
              <a:rPr sz="3000" spc="-145" dirty="0">
                <a:latin typeface="Century Gothic"/>
                <a:cs typeface="Century Gothic"/>
              </a:rPr>
              <a:t>z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60" dirty="0">
                <a:latin typeface="Century Gothic"/>
                <a:cs typeface="Century Gothic"/>
              </a:rPr>
              <a:t> 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b</a:t>
            </a:r>
            <a:r>
              <a:rPr sz="3000" spc="-145" dirty="0">
                <a:latin typeface="Century Gothic"/>
                <a:cs typeface="Century Gothic"/>
              </a:rPr>
              <a:t>z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09" dirty="0">
                <a:latin typeface="Century Gothic"/>
                <a:cs typeface="Century Gothic"/>
              </a:rPr>
              <a:t>p</a:t>
            </a:r>
            <a:r>
              <a:rPr sz="3000" spc="95" dirty="0">
                <a:latin typeface="Century Gothic"/>
                <a:cs typeface="Century Gothic"/>
              </a:rPr>
              <a:t>2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/>
          <p:nvPr/>
        </p:nvSpPr>
        <p:spPr>
          <a:xfrm>
            <a:off x="7567930" y="3333750"/>
            <a:ext cx="1536700" cy="454659"/>
          </a:xfrm>
          <a:custGeom>
            <a:avLst/>
            <a:gdLst/>
            <a:ahLst/>
            <a:cxnLst/>
            <a:rect l="l" t="t" r="r" b="b"/>
            <a:pathLst>
              <a:path w="1536700" h="454660">
                <a:moveTo>
                  <a:pt x="0" y="454660"/>
                </a:moveTo>
                <a:lnTo>
                  <a:pt x="1536700" y="454660"/>
                </a:lnTo>
                <a:lnTo>
                  <a:pt x="1536700" y="0"/>
                </a:lnTo>
                <a:lnTo>
                  <a:pt x="0" y="0"/>
                </a:lnTo>
                <a:lnTo>
                  <a:pt x="0" y="45466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5480" y="3788409"/>
            <a:ext cx="529590" cy="454659"/>
          </a:xfrm>
          <a:custGeom>
            <a:avLst/>
            <a:gdLst/>
            <a:ahLst/>
            <a:cxnLst/>
            <a:rect l="l" t="t" r="r" b="b"/>
            <a:pathLst>
              <a:path w="529590" h="454660">
                <a:moveTo>
                  <a:pt x="0" y="454660"/>
                </a:moveTo>
                <a:lnTo>
                  <a:pt x="529590" y="454660"/>
                </a:lnTo>
                <a:lnTo>
                  <a:pt x="529590" y="0"/>
                </a:lnTo>
                <a:lnTo>
                  <a:pt x="0" y="0"/>
                </a:lnTo>
                <a:lnTo>
                  <a:pt x="0" y="45466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456179" y="6623050"/>
            <a:ext cx="2829560" cy="454659"/>
          </a:xfrm>
          <a:custGeom>
            <a:avLst/>
            <a:gdLst/>
            <a:ahLst/>
            <a:cxnLst/>
            <a:rect l="l" t="t" r="r" b="b"/>
            <a:pathLst>
              <a:path w="2829560" h="454659">
                <a:moveTo>
                  <a:pt x="0" y="454659"/>
                </a:moveTo>
                <a:lnTo>
                  <a:pt x="2829560" y="454659"/>
                </a:lnTo>
                <a:lnTo>
                  <a:pt x="2829560" y="0"/>
                </a:lnTo>
                <a:lnTo>
                  <a:pt x="0" y="0"/>
                </a:lnTo>
                <a:lnTo>
                  <a:pt x="0" y="45465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36880" y="1876509"/>
            <a:ext cx="9182735" cy="5200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45">
              <a:lnSpc>
                <a:spcPct val="100000"/>
              </a:lnSpc>
            </a:pPr>
            <a:r>
              <a:rPr sz="4400" spc="6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3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254" dirty="0">
                <a:solidFill>
                  <a:srgbClr val="1B1B1B"/>
                </a:solidFill>
                <a:latin typeface="Century Gothic"/>
                <a:cs typeface="Century Gothic"/>
              </a:rPr>
              <a:t>al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-85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40" dirty="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459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525" dirty="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sz="4400" spc="-54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59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4400" spc="-434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4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135" dirty="0">
                <a:solidFill>
                  <a:srgbClr val="1B1B1B"/>
                </a:solidFill>
                <a:latin typeface="Century Gothic"/>
                <a:cs typeface="Century Gothic"/>
              </a:rPr>
              <a:t>F</a:t>
            </a:r>
            <a:r>
              <a:rPr sz="4400" spc="-160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3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71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55" dirty="0">
                <a:solidFill>
                  <a:srgbClr val="1B1B1B"/>
                </a:solidFill>
                <a:latin typeface="Century Gothic"/>
                <a:cs typeface="Century Gothic"/>
              </a:rPr>
              <a:t> - </a:t>
            </a:r>
            <a:r>
              <a:rPr sz="4400" spc="-37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-6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695" dirty="0">
                <a:solidFill>
                  <a:srgbClr val="1B1B1B"/>
                </a:solidFill>
                <a:latin typeface="Century Gothic"/>
                <a:cs typeface="Century Gothic"/>
              </a:rPr>
              <a:t>q</a:t>
            </a:r>
            <a:r>
              <a:rPr sz="4400" spc="-370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3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235" dirty="0">
                <a:solidFill>
                  <a:srgbClr val="1B1B1B"/>
                </a:solidFill>
                <a:latin typeface="Century Gothic"/>
                <a:cs typeface="Century Gothic"/>
              </a:rPr>
              <a:t>os</a:t>
            </a:r>
            <a:endParaRPr sz="4400">
              <a:latin typeface="Century Gothic"/>
              <a:cs typeface="Century Gothic"/>
            </a:endParaRPr>
          </a:p>
          <a:p>
            <a:pPr marL="228600" marR="5080" indent="-215900">
              <a:lnSpc>
                <a:spcPct val="99300"/>
              </a:lnSpc>
              <a:spcBef>
                <a:spcPts val="3295"/>
              </a:spcBef>
              <a:buSzPct val="45000"/>
              <a:buFont typeface="MS Gothic"/>
              <a:buChar char="●"/>
              <a:tabLst>
                <a:tab pos="228600" algn="l"/>
              </a:tabLst>
            </a:pPr>
            <a:r>
              <a:rPr sz="3000" spc="-300" dirty="0">
                <a:latin typeface="Century Gothic"/>
                <a:cs typeface="Century Gothic"/>
              </a:rPr>
              <a:t>Po</a:t>
            </a:r>
            <a:r>
              <a:rPr sz="3000" spc="35" dirty="0">
                <a:latin typeface="Century Gothic"/>
                <a:cs typeface="Century Gothic"/>
              </a:rPr>
              <a:t>r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34" dirty="0">
                <a:latin typeface="Century Gothic"/>
                <a:cs typeface="Century Gothic"/>
              </a:rPr>
              <a:t>ct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75" dirty="0">
                <a:latin typeface="Century Gothic"/>
                <a:cs typeface="Century Gothic"/>
              </a:rPr>
              <a:t>l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25" dirty="0">
                <a:latin typeface="Century Gothic"/>
                <a:cs typeface="Century Gothic"/>
              </a:rPr>
              <a:t>z</a:t>
            </a:r>
            <a:r>
              <a:rPr sz="3000" spc="-350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59" dirty="0">
                <a:latin typeface="Century Gothic"/>
                <a:cs typeface="Century Gothic"/>
              </a:rPr>
              <a:t>m</a:t>
            </a:r>
            <a:r>
              <a:rPr sz="3000" spc="-30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85" dirty="0">
                <a:latin typeface="Century Gothic"/>
                <a:cs typeface="Century Gothic"/>
              </a:rPr>
              <a:t> </a:t>
            </a:r>
            <a:r>
              <a:rPr sz="3000" spc="-145" dirty="0">
                <a:latin typeface="Century Gothic"/>
                <a:cs typeface="Century Gothic"/>
              </a:rPr>
              <a:t>z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85" dirty="0">
                <a:latin typeface="Century Gothic"/>
                <a:cs typeface="Century Gothic"/>
              </a:rPr>
              <a:t>i</a:t>
            </a:r>
            <a:r>
              <a:rPr sz="3000" spc="-270" dirty="0">
                <a:latin typeface="Century Gothic"/>
                <a:cs typeface="Century Gothic"/>
              </a:rPr>
              <a:t>b</a:t>
            </a:r>
            <a:r>
              <a:rPr sz="3000" spc="65" dirty="0">
                <a:latin typeface="Century Gothic"/>
                <a:cs typeface="Century Gothic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p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55" dirty="0">
                <a:latin typeface="Century Gothic"/>
                <a:cs typeface="Century Gothic"/>
              </a:rPr>
              <a:t>i</a:t>
            </a:r>
            <a:r>
              <a:rPr sz="3000" spc="-160" dirty="0">
                <a:latin typeface="Century Gothic"/>
                <a:cs typeface="Century Gothic"/>
              </a:rPr>
              <a:t>ó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r>
              <a:rPr sz="3000" spc="25" dirty="0">
                <a:latin typeface="Century Gothic"/>
                <a:cs typeface="Century Gothic"/>
              </a:rPr>
              <a:t> </a:t>
            </a:r>
            <a:r>
              <a:rPr sz="3000" dirty="0">
                <a:latin typeface="Century Gothic"/>
                <a:cs typeface="Century Gothic"/>
              </a:rPr>
              <a:t>S</a:t>
            </a:r>
            <a:r>
              <a:rPr sz="3000" spc="80" dirty="0">
                <a:latin typeface="Century Gothic"/>
                <a:cs typeface="Century Gothic"/>
              </a:rPr>
              <a:t>i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125" dirty="0">
                <a:latin typeface="Century Gothic"/>
                <a:cs typeface="Century Gothic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q</a:t>
            </a:r>
            <a:r>
              <a:rPr sz="3000" spc="-135" dirty="0">
                <a:latin typeface="Century Gothic"/>
                <a:cs typeface="Century Gothic"/>
              </a:rPr>
              <a:t>u</a:t>
            </a:r>
            <a:r>
              <a:rPr sz="3000" spc="-40" dirty="0">
                <a:latin typeface="Century Gothic"/>
                <a:cs typeface="Century Gothic"/>
              </a:rPr>
              <a:t>i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320" dirty="0">
                <a:latin typeface="Century Gothic"/>
                <a:cs typeface="Century Gothic"/>
              </a:rPr>
              <a:t>e</a:t>
            </a:r>
            <a:r>
              <a:rPr sz="3000" spc="-190" dirty="0">
                <a:latin typeface="Century Gothic"/>
                <a:cs typeface="Century Gothic"/>
              </a:rPr>
              <a:t>s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170" dirty="0">
                <a:latin typeface="Century Gothic"/>
                <a:cs typeface="Century Gothic"/>
              </a:rPr>
              <a:t>u</a:t>
            </a:r>
            <a:r>
              <a:rPr sz="3000" spc="-95" dirty="0">
                <a:latin typeface="Century Gothic"/>
                <a:cs typeface="Century Gothic"/>
              </a:rPr>
              <a:t>s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,</a:t>
            </a:r>
            <a:r>
              <a:rPr sz="3000" spc="2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15" dirty="0">
                <a:latin typeface="Century Gothic"/>
                <a:cs typeface="Century Gothic"/>
              </a:rPr>
              <a:t>b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15" dirty="0">
                <a:latin typeface="Century Gothic"/>
                <a:cs typeface="Century Gothic"/>
              </a:rPr>
              <a:t>p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395" dirty="0">
                <a:latin typeface="Century Gothic"/>
                <a:cs typeface="Century Gothic"/>
              </a:rPr>
              <a:t>c</a:t>
            </a:r>
            <a:r>
              <a:rPr sz="3000" spc="-114" dirty="0">
                <a:latin typeface="Century Gothic"/>
                <a:cs typeface="Century Gothic"/>
              </a:rPr>
              <a:t>i</a:t>
            </a:r>
            <a:r>
              <a:rPr sz="3000" spc="-300" dirty="0">
                <a:latin typeface="Century Gothic"/>
                <a:cs typeface="Century Gothic"/>
              </a:rPr>
              <a:t>ó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135" dirty="0">
                <a:latin typeface="Century Gothic"/>
                <a:cs typeface="Century Gothic"/>
              </a:rPr>
              <a:t> </a:t>
            </a:r>
            <a:r>
              <a:rPr sz="3000" spc="40" dirty="0">
                <a:latin typeface="Century Gothic"/>
                <a:cs typeface="Century Gothic"/>
              </a:rPr>
              <a:t>-</a:t>
            </a:r>
            <a:r>
              <a:rPr sz="3000" spc="-200" dirty="0">
                <a:latin typeface="Century Gothic"/>
                <a:cs typeface="Century Gothic"/>
              </a:rPr>
              <a:t>-w</a:t>
            </a:r>
            <a:r>
              <a:rPr sz="3000" spc="-70" dirty="0">
                <a:latin typeface="Century Gothic"/>
                <a:cs typeface="Century Gothic"/>
              </a:rPr>
              <a:t>i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260" dirty="0">
                <a:latin typeface="Century Gothic"/>
                <a:cs typeface="Century Gothic"/>
              </a:rPr>
              <a:t>h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355" dirty="0">
                <a:latin typeface="Century Gothic"/>
                <a:cs typeface="Century Gothic"/>
              </a:rPr>
              <a:t>u</a:t>
            </a:r>
            <a:r>
              <a:rPr sz="3000" spc="-195" dirty="0">
                <a:latin typeface="Century Gothic"/>
                <a:cs typeface="Century Gothic"/>
              </a:rPr>
              <a:t>t</a:t>
            </a:r>
            <a:r>
              <a:rPr sz="3000" spc="35" dirty="0">
                <a:latin typeface="Century Gothic"/>
                <a:cs typeface="Century Gothic"/>
              </a:rPr>
              <a:t>-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" dirty="0">
                <a:latin typeface="Century Gothic"/>
                <a:cs typeface="Century Gothic"/>
              </a:rPr>
              <a:t>z</a:t>
            </a:r>
            <a:r>
              <a:rPr sz="3000" spc="-15" dirty="0">
                <a:latin typeface="Century Gothic"/>
                <a:cs typeface="Century Gothic"/>
              </a:rPr>
              <a:t>l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30" dirty="0">
                <a:latin typeface="Century Gothic"/>
                <a:cs typeface="Century Gothic"/>
              </a:rPr>
              <a:t>b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420" dirty="0">
                <a:latin typeface="Century Gothic"/>
                <a:cs typeface="Century Gothic"/>
              </a:rPr>
              <a:t>cu</a:t>
            </a:r>
            <a:r>
              <a:rPr sz="3000" spc="-445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300" dirty="0">
                <a:latin typeface="Century Gothic"/>
                <a:cs typeface="Century Gothic"/>
              </a:rPr>
              <a:t>e</a:t>
            </a:r>
            <a:r>
              <a:rPr sz="3000" spc="-90" dirty="0">
                <a:latin typeface="Century Gothic"/>
                <a:cs typeface="Century Gothic"/>
              </a:rPr>
              <a:t>j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40" dirty="0">
                <a:latin typeface="Century Gothic"/>
                <a:cs typeface="Century Gothic"/>
              </a:rPr>
              <a:t>cu</a:t>
            </a:r>
            <a:r>
              <a:rPr sz="3000" spc="-245" dirty="0">
                <a:latin typeface="Century Gothic"/>
                <a:cs typeface="Century Gothic"/>
              </a:rPr>
              <a:t>t</a:t>
            </a:r>
            <a:r>
              <a:rPr sz="3000" spc="-459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29" dirty="0">
                <a:latin typeface="Century Gothic"/>
                <a:cs typeface="Century Gothic"/>
              </a:rPr>
              <a:t>“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285" dirty="0">
                <a:latin typeface="Century Gothic"/>
                <a:cs typeface="Century Gothic"/>
              </a:rPr>
              <a:t>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-80" dirty="0">
                <a:latin typeface="Century Gothic"/>
                <a:cs typeface="Century Gothic"/>
              </a:rPr>
              <a:t>i</a:t>
            </a:r>
            <a:r>
              <a:rPr sz="3000" spc="-229" dirty="0">
                <a:latin typeface="Century Gothic"/>
                <a:cs typeface="Century Gothic"/>
              </a:rPr>
              <a:t>g</a:t>
            </a:r>
            <a:r>
              <a:rPr sz="3000" spc="-155" dirty="0">
                <a:latin typeface="Century Gothic"/>
                <a:cs typeface="Century Gothic"/>
              </a:rPr>
              <a:t>u</a:t>
            </a:r>
            <a:r>
              <a:rPr sz="3000" spc="-7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180" dirty="0">
                <a:latin typeface="Century Gothic"/>
                <a:cs typeface="Century Gothic"/>
              </a:rPr>
              <a:t>”</a:t>
            </a:r>
            <a:r>
              <a:rPr sz="3000" spc="30" dirty="0">
                <a:latin typeface="Century Gothic"/>
                <a:cs typeface="Century Gothic"/>
              </a:rPr>
              <a:t>. </a:t>
            </a:r>
            <a:r>
              <a:rPr sz="3000" spc="85" dirty="0">
                <a:latin typeface="Century Gothic"/>
                <a:cs typeface="Century Gothic"/>
              </a:rPr>
              <a:t>U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235" dirty="0">
                <a:latin typeface="Century Gothic"/>
                <a:cs typeface="Century Gothic"/>
              </a:rPr>
              <a:t>ci</a:t>
            </a:r>
            <a:r>
              <a:rPr sz="3000" spc="-350" dirty="0">
                <a:latin typeface="Century Gothic"/>
                <a:cs typeface="Century Gothic"/>
              </a:rPr>
              <a:t>ó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125" dirty="0">
                <a:latin typeface="Century Gothic"/>
                <a:cs typeface="Century Gothic"/>
              </a:rPr>
              <a:t> 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h</a:t>
            </a:r>
            <a:r>
              <a:rPr sz="3000" spc="-430" dirty="0">
                <a:latin typeface="Century Gothic"/>
                <a:cs typeface="Century Gothic"/>
              </a:rPr>
              <a:t>ab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75" dirty="0">
                <a:latin typeface="Century Gothic"/>
                <a:cs typeface="Century Gothic"/>
              </a:rPr>
              <a:t>l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85" dirty="0">
                <a:latin typeface="Century Gothic"/>
                <a:cs typeface="Century Gothic"/>
              </a:rPr>
              <a:t>o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55" dirty="0">
                <a:latin typeface="Century Gothic"/>
                <a:cs typeface="Century Gothic"/>
              </a:rPr>
              <a:t>c</a:t>
            </a:r>
            <a:r>
              <a:rPr sz="3000" spc="-425" dirty="0">
                <a:latin typeface="Century Gothic"/>
                <a:cs typeface="Century Gothic"/>
              </a:rPr>
              <a:t>h</a:t>
            </a:r>
            <a:r>
              <a:rPr sz="3000" spc="-85" dirty="0">
                <a:latin typeface="Century Gothic"/>
                <a:cs typeface="Century Gothic"/>
              </a:rPr>
              <a:t>i</a:t>
            </a:r>
            <a:r>
              <a:rPr sz="3000" spc="-215" dirty="0">
                <a:latin typeface="Century Gothic"/>
                <a:cs typeface="Century Gothic"/>
              </a:rPr>
              <a:t>v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75" dirty="0">
                <a:latin typeface="Century Gothic"/>
                <a:cs typeface="Century Gothic"/>
              </a:rPr>
              <a:t>i</a:t>
            </a:r>
            <a:r>
              <a:rPr sz="3000" spc="-305" dirty="0">
                <a:latin typeface="Century Gothic"/>
                <a:cs typeface="Century Gothic"/>
              </a:rPr>
              <a:t>m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60" dirty="0">
                <a:latin typeface="Century Gothic"/>
                <a:cs typeface="Century Gothic"/>
              </a:rPr>
              <a:t>h</a:t>
            </a:r>
            <a:r>
              <a:rPr sz="3000" spc="-300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175" dirty="0">
                <a:latin typeface="Century Gothic"/>
                <a:cs typeface="Century Gothic"/>
              </a:rPr>
              <a:t> 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4" dirty="0">
                <a:latin typeface="Century Gothic"/>
                <a:cs typeface="Century Gothic"/>
              </a:rPr>
              <a:t>x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 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285" dirty="0">
                <a:latin typeface="Century Gothic"/>
                <a:cs typeface="Century Gothic"/>
              </a:rPr>
              <a:t>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5" dirty="0">
                <a:latin typeface="Century Gothic"/>
                <a:cs typeface="Century Gothic"/>
              </a:rPr>
              <a:t>_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80" dirty="0">
                <a:latin typeface="Century Gothic"/>
                <a:cs typeface="Century Gothic"/>
              </a:rPr>
              <a:t>u</a:t>
            </a:r>
            <a:r>
              <a:rPr sz="3000" spc="-420" dirty="0">
                <a:latin typeface="Century Gothic"/>
                <a:cs typeface="Century Gothic"/>
              </a:rPr>
              <a:t>m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05" dirty="0">
                <a:latin typeface="Century Gothic"/>
                <a:cs typeface="Century Gothic"/>
              </a:rPr>
              <a:t>y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85" dirty="0">
                <a:latin typeface="Century Gothic"/>
                <a:cs typeface="Century Gothic"/>
              </a:rPr>
              <a:t>l</a:t>
            </a:r>
            <a:r>
              <a:rPr sz="3000" spc="-270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85" dirty="0">
                <a:latin typeface="Century Gothic"/>
                <a:cs typeface="Century Gothic"/>
              </a:rPr>
              <a:t>ho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125" dirty="0">
                <a:latin typeface="Century Gothic"/>
                <a:cs typeface="Century Gothic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p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10" dirty="0">
                <a:latin typeface="Century Gothic"/>
                <a:cs typeface="Century Gothic"/>
              </a:rPr>
              <a:t>_r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228600" marR="898525" indent="-215900" algn="just">
              <a:lnSpc>
                <a:spcPts val="3579"/>
              </a:lnSpc>
              <a:spcBef>
                <a:spcPts val="965"/>
              </a:spcBef>
              <a:buSzPct val="45000"/>
              <a:buFont typeface="MS Gothic"/>
              <a:buChar char="●"/>
              <a:tabLst>
                <a:tab pos="228600" algn="l"/>
              </a:tabLst>
            </a:pPr>
            <a:r>
              <a:rPr sz="3000" spc="-300" dirty="0">
                <a:latin typeface="Century Gothic"/>
                <a:cs typeface="Century Gothic"/>
              </a:rPr>
              <a:t>Po</a:t>
            </a:r>
            <a:r>
              <a:rPr sz="3000" spc="35" dirty="0">
                <a:latin typeface="Century Gothic"/>
                <a:cs typeface="Century Gothic"/>
              </a:rPr>
              <a:t>r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34" dirty="0">
                <a:latin typeface="Century Gothic"/>
                <a:cs typeface="Century Gothic"/>
              </a:rPr>
              <a:t>ct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75" dirty="0">
                <a:latin typeface="Century Gothic"/>
                <a:cs typeface="Century Gothic"/>
              </a:rPr>
              <a:t>l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25" dirty="0">
                <a:latin typeface="Century Gothic"/>
                <a:cs typeface="Century Gothic"/>
              </a:rPr>
              <a:t>z</a:t>
            </a:r>
            <a:r>
              <a:rPr sz="3000" spc="-350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75" dirty="0">
                <a:latin typeface="Century Gothic"/>
                <a:cs typeface="Century Gothic"/>
              </a:rPr>
              <a:t>l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30" dirty="0">
                <a:latin typeface="Century Gothic"/>
                <a:cs typeface="Century Gothic"/>
              </a:rPr>
              <a:t>b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85" dirty="0">
                <a:latin typeface="Century Gothic"/>
                <a:cs typeface="Century Gothic"/>
              </a:rPr>
              <a:t>í</a:t>
            </a:r>
            <a:r>
              <a:rPr sz="3000" spc="-270" dirty="0">
                <a:latin typeface="Century Gothic"/>
                <a:cs typeface="Century Gothic"/>
              </a:rPr>
              <a:t>a</a:t>
            </a:r>
            <a:r>
              <a:rPr sz="3000" spc="110" dirty="0">
                <a:latin typeface="Century Gothic"/>
                <a:cs typeface="Century Gothic"/>
              </a:rPr>
              <a:t> </a:t>
            </a:r>
            <a:r>
              <a:rPr sz="3000" spc="45" dirty="0">
                <a:latin typeface="Century Gothic"/>
                <a:cs typeface="Century Gothic"/>
              </a:rPr>
              <a:t>r</a:t>
            </a:r>
            <a:r>
              <a:rPr sz="3000" spc="-459" dirty="0">
                <a:latin typeface="Century Gothic"/>
                <a:cs typeface="Century Gothic"/>
              </a:rPr>
              <a:t>e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434" dirty="0">
                <a:latin typeface="Century Gothic"/>
                <a:cs typeface="Century Gothic"/>
              </a:rPr>
              <a:t>d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55" dirty="0">
                <a:latin typeface="Century Gothic"/>
                <a:cs typeface="Century Gothic"/>
              </a:rPr>
              <a:t>i</a:t>
            </a:r>
            <a:r>
              <a:rPr sz="3000" spc="-130" dirty="0">
                <a:latin typeface="Century Gothic"/>
                <a:cs typeface="Century Gothic"/>
              </a:rPr>
              <a:t>n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70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170" dirty="0">
                <a:latin typeface="Century Gothic"/>
                <a:cs typeface="Century Gothic"/>
              </a:rPr>
              <a:t>u</a:t>
            </a:r>
            <a:r>
              <a:rPr sz="3000" spc="-105" dirty="0">
                <a:latin typeface="Century Gothic"/>
                <a:cs typeface="Century Gothic"/>
              </a:rPr>
              <a:t>s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85" dirty="0">
                <a:latin typeface="Century Gothic"/>
                <a:cs typeface="Century Gothic"/>
              </a:rPr>
              <a:t>l</a:t>
            </a:r>
            <a:r>
              <a:rPr sz="3000" spc="-254" dirty="0">
                <a:latin typeface="Century Gothic"/>
                <a:cs typeface="Century Gothic"/>
              </a:rPr>
              <a:t>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0" dirty="0">
                <a:latin typeface="Century Gothic"/>
                <a:cs typeface="Century Gothic"/>
              </a:rPr>
              <a:t> 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60" dirty="0">
                <a:latin typeface="Century Gothic"/>
                <a:cs typeface="Century Gothic"/>
              </a:rPr>
              <a:t>cl</a:t>
            </a:r>
            <a:r>
              <a:rPr sz="3000" spc="-400" dirty="0">
                <a:latin typeface="Century Gothic"/>
                <a:cs typeface="Century Gothic"/>
              </a:rPr>
              <a:t>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165" dirty="0">
                <a:latin typeface="Century Gothic"/>
                <a:cs typeface="Century Gothic"/>
              </a:rPr>
              <a:t>f</a:t>
            </a:r>
            <a:r>
              <a:rPr sz="3000" spc="-95" dirty="0">
                <a:latin typeface="Century Gothic"/>
                <a:cs typeface="Century Gothic"/>
              </a:rPr>
              <a:t>l</a:t>
            </a:r>
            <a:r>
              <a:rPr sz="3000" spc="-290" dirty="0">
                <a:latin typeface="Century Gothic"/>
                <a:cs typeface="Century Gothic"/>
              </a:rPr>
              <a:t>e</a:t>
            </a:r>
            <a:r>
              <a:rPr sz="3000" spc="-455" dirty="0">
                <a:latin typeface="Century Gothic"/>
                <a:cs typeface="Century Gothic"/>
              </a:rPr>
              <a:t>c</a:t>
            </a:r>
            <a:r>
              <a:rPr sz="3000" spc="-425" dirty="0">
                <a:latin typeface="Century Gothic"/>
                <a:cs typeface="Century Gothic"/>
              </a:rPr>
              <a:t>h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20" dirty="0">
                <a:latin typeface="Century Gothic"/>
                <a:cs typeface="Century Gothic"/>
              </a:rPr>
              <a:t>cu</a:t>
            </a:r>
            <a:r>
              <a:rPr sz="3000" spc="-445" dirty="0">
                <a:latin typeface="Century Gothic"/>
                <a:cs typeface="Century Gothic"/>
              </a:rPr>
              <a:t>p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05" dirty="0">
                <a:latin typeface="Century Gothic"/>
                <a:cs typeface="Century Gothic"/>
              </a:rPr>
              <a:t>y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515" dirty="0">
                <a:latin typeface="Century Gothic"/>
                <a:cs typeface="Century Gothic"/>
              </a:rPr>
              <a:t>m</a:t>
            </a:r>
            <a:r>
              <a:rPr sz="3000" spc="-355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0" dirty="0">
                <a:latin typeface="Century Gothic"/>
                <a:cs typeface="Century Gothic"/>
              </a:rPr>
              <a:t> 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40" dirty="0">
                <a:latin typeface="Century Gothic"/>
                <a:cs typeface="Century Gothic"/>
              </a:rPr>
              <a:t>-</a:t>
            </a:r>
            <a:r>
              <a:rPr sz="3000" spc="-200" dirty="0">
                <a:latin typeface="Century Gothic"/>
                <a:cs typeface="Century Gothic"/>
              </a:rPr>
              <a:t>-w</a:t>
            </a:r>
            <a:r>
              <a:rPr sz="3000" spc="-70" dirty="0">
                <a:latin typeface="Century Gothic"/>
                <a:cs typeface="Century Gothic"/>
              </a:rPr>
              <a:t>i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260" dirty="0">
                <a:latin typeface="Century Gothic"/>
                <a:cs typeface="Century Gothic"/>
              </a:rPr>
              <a:t>h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355" dirty="0">
                <a:latin typeface="Century Gothic"/>
                <a:cs typeface="Century Gothic"/>
              </a:rPr>
              <a:t>u</a:t>
            </a:r>
            <a:r>
              <a:rPr sz="3000" spc="-195" dirty="0">
                <a:latin typeface="Century Gothic"/>
                <a:cs typeface="Century Gothic"/>
              </a:rPr>
              <a:t>t</a:t>
            </a:r>
            <a:r>
              <a:rPr sz="3000" spc="30" dirty="0">
                <a:latin typeface="Century Gothic"/>
                <a:cs typeface="Century Gothic"/>
              </a:rPr>
              <a:t>-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55" dirty="0">
                <a:latin typeface="Century Gothic"/>
                <a:cs typeface="Century Gothic"/>
              </a:rPr>
              <a:t>i</a:t>
            </a:r>
            <a:r>
              <a:rPr sz="3000" spc="-135" dirty="0">
                <a:latin typeface="Century Gothic"/>
                <a:cs typeface="Century Gothic"/>
              </a:rPr>
              <a:t>n</a:t>
            </a:r>
            <a:r>
              <a:rPr sz="3000" spc="-430" dirty="0">
                <a:latin typeface="Century Gothic"/>
                <a:cs typeface="Century Gothic"/>
              </a:rPr>
              <a:t>e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9003665" cy="1457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45">
              <a:lnSpc>
                <a:spcPct val="100000"/>
              </a:lnSpc>
            </a:pPr>
            <a:r>
              <a:rPr sz="4400" spc="6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3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254" dirty="0">
                <a:solidFill>
                  <a:srgbClr val="1B1B1B"/>
                </a:solidFill>
                <a:latin typeface="Century Gothic"/>
                <a:cs typeface="Century Gothic"/>
              </a:rPr>
              <a:t>al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-85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40" dirty="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459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525" dirty="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sz="4400" spc="-54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59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4400" spc="-434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4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135" dirty="0">
                <a:solidFill>
                  <a:srgbClr val="1B1B1B"/>
                </a:solidFill>
                <a:latin typeface="Century Gothic"/>
                <a:cs typeface="Century Gothic"/>
              </a:rPr>
              <a:t>F</a:t>
            </a:r>
            <a:r>
              <a:rPr sz="4400" spc="-160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38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71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55" dirty="0">
                <a:solidFill>
                  <a:srgbClr val="1B1B1B"/>
                </a:solidFill>
                <a:latin typeface="Century Gothic"/>
                <a:cs typeface="Century Gothic"/>
              </a:rPr>
              <a:t> - </a:t>
            </a:r>
            <a:r>
              <a:rPr sz="4400" spc="-37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-6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695" dirty="0">
                <a:solidFill>
                  <a:srgbClr val="1B1B1B"/>
                </a:solidFill>
                <a:latin typeface="Century Gothic"/>
                <a:cs typeface="Century Gothic"/>
              </a:rPr>
              <a:t>q</a:t>
            </a:r>
            <a:r>
              <a:rPr sz="4400" spc="-370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3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235" dirty="0">
                <a:solidFill>
                  <a:srgbClr val="1B1B1B"/>
                </a:solidFill>
                <a:latin typeface="Century Gothic"/>
                <a:cs typeface="Century Gothic"/>
              </a:rPr>
              <a:t>os</a:t>
            </a:r>
            <a:endParaRPr sz="4400">
              <a:latin typeface="Century Gothic"/>
              <a:cs typeface="Century Gothic"/>
            </a:endParaRPr>
          </a:p>
          <a:p>
            <a:pPr marL="228600" indent="-215900">
              <a:lnSpc>
                <a:spcPct val="100000"/>
              </a:lnSpc>
              <a:spcBef>
                <a:spcPts val="3269"/>
              </a:spcBef>
              <a:buSzPct val="45000"/>
              <a:buFont typeface="MS Gothic"/>
              <a:buChar char="●"/>
              <a:tabLst>
                <a:tab pos="228600" algn="l"/>
              </a:tabLst>
            </a:pPr>
            <a:r>
              <a:rPr sz="3000" spc="-340" dirty="0">
                <a:latin typeface="Century Gothic"/>
                <a:cs typeface="Century Gothic"/>
              </a:rPr>
              <a:t>P</a:t>
            </a:r>
            <a:r>
              <a:rPr sz="3000" spc="-375" dirty="0">
                <a:latin typeface="Century Gothic"/>
                <a:cs typeface="Century Gothic"/>
              </a:rPr>
              <a:t>a</a:t>
            </a:r>
            <a:r>
              <a:rPr sz="3000" spc="-430" dirty="0">
                <a:latin typeface="Century Gothic"/>
                <a:cs typeface="Century Gothic"/>
              </a:rPr>
              <a:t>q</a:t>
            </a:r>
            <a:r>
              <a:rPr sz="3000" spc="-355" dirty="0">
                <a:latin typeface="Century Gothic"/>
                <a:cs typeface="Century Gothic"/>
              </a:rPr>
              <a:t>u</a:t>
            </a:r>
            <a:r>
              <a:rPr sz="3000" spc="-370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395" dirty="0">
                <a:latin typeface="Century Gothic"/>
                <a:cs typeface="Century Gothic"/>
              </a:rPr>
              <a:t>c</a:t>
            </a:r>
            <a:r>
              <a:rPr sz="3000" spc="-114" dirty="0">
                <a:latin typeface="Century Gothic"/>
                <a:cs typeface="Century Gothic"/>
              </a:rPr>
              <a:t>i</a:t>
            </a:r>
            <a:r>
              <a:rPr sz="3000" spc="-285" dirty="0">
                <a:latin typeface="Century Gothic"/>
                <a:cs typeface="Century Gothic"/>
              </a:rPr>
              <a:t>on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endParaRPr sz="30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2780" y="3601778"/>
            <a:ext cx="12446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585" dirty="0">
                <a:latin typeface="MS Gothic"/>
                <a:cs typeface="MS Gothic"/>
              </a:rPr>
              <a:t>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8680" y="3525548"/>
            <a:ext cx="8605520" cy="3455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85" dirty="0">
                <a:latin typeface="Century Gothic"/>
                <a:cs typeface="Century Gothic"/>
              </a:rPr>
              <a:t>li</a:t>
            </a:r>
            <a:r>
              <a:rPr sz="3000" spc="-415" dirty="0">
                <a:latin typeface="Century Gothic"/>
                <a:cs typeface="Century Gothic"/>
              </a:rPr>
              <a:t>bp</a:t>
            </a:r>
            <a:r>
              <a:rPr sz="3000" spc="-445" dirty="0">
                <a:latin typeface="Century Gothic"/>
                <a:cs typeface="Century Gothic"/>
              </a:rPr>
              <a:t>e</a:t>
            </a:r>
            <a:r>
              <a:rPr sz="3000" spc="45" dirty="0">
                <a:latin typeface="Century Gothic"/>
                <a:cs typeface="Century Gothic"/>
              </a:rPr>
              <a:t>r</a:t>
            </a:r>
            <a:r>
              <a:rPr sz="3000" spc="95" dirty="0">
                <a:latin typeface="Century Gothic"/>
                <a:cs typeface="Century Gothic"/>
              </a:rPr>
              <a:t>l</a:t>
            </a:r>
            <a:r>
              <a:rPr sz="3000" spc="30" dirty="0">
                <a:latin typeface="Century Gothic"/>
                <a:cs typeface="Century Gothic"/>
              </a:rPr>
              <a:t>. </a:t>
            </a:r>
            <a:r>
              <a:rPr sz="3000" dirty="0">
                <a:latin typeface="Century Gothic"/>
                <a:cs typeface="Century Gothic"/>
              </a:rPr>
              <a:t>S</a:t>
            </a:r>
            <a:r>
              <a:rPr sz="3000" spc="80" dirty="0">
                <a:latin typeface="Century Gothic"/>
                <a:cs typeface="Century Gothic"/>
              </a:rPr>
              <a:t>i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380" dirty="0">
                <a:latin typeface="Century Gothic"/>
                <a:cs typeface="Century Gothic"/>
              </a:rPr>
              <a:t>v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59" dirty="0">
                <a:latin typeface="Century Gothic"/>
                <a:cs typeface="Century Gothic"/>
              </a:rPr>
              <a:t>m</a:t>
            </a:r>
            <a:r>
              <a:rPr sz="3000" spc="-31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q</a:t>
            </a:r>
            <a:r>
              <a:rPr sz="3000" spc="-355" dirty="0">
                <a:latin typeface="Century Gothic"/>
                <a:cs typeface="Century Gothic"/>
              </a:rPr>
              <a:t>u</a:t>
            </a:r>
            <a:r>
              <a:rPr sz="3000" spc="-3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390" dirty="0">
                <a:latin typeface="Century Gothic"/>
                <a:cs typeface="Century Gothic"/>
              </a:rPr>
              <a:t>g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50" dirty="0">
                <a:latin typeface="Century Gothic"/>
                <a:cs typeface="Century Gothic"/>
              </a:rPr>
              <a:t>P</a:t>
            </a:r>
            <a:r>
              <a:rPr sz="3000" spc="-190" dirty="0">
                <a:latin typeface="Century Gothic"/>
                <a:cs typeface="Century Gothic"/>
              </a:rPr>
              <a:t>L</a:t>
            </a:r>
            <a:r>
              <a:rPr sz="3000" spc="-270" dirty="0">
                <a:latin typeface="Century Gothic"/>
                <a:cs typeface="Century Gothic"/>
              </a:rPr>
              <a:t>/P</a:t>
            </a:r>
            <a:r>
              <a:rPr sz="3000" spc="-33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50" dirty="0">
                <a:latin typeface="Century Gothic"/>
                <a:cs typeface="Century Gothic"/>
              </a:rPr>
              <a:t>l.</a:t>
            </a:r>
            <a:endParaRPr sz="3000">
              <a:latin typeface="Century Gothic"/>
              <a:cs typeface="Century Gothic"/>
            </a:endParaRPr>
          </a:p>
          <a:p>
            <a:pPr marL="12700" marR="594360">
              <a:lnSpc>
                <a:spcPts val="3570"/>
              </a:lnSpc>
              <a:spcBef>
                <a:spcPts val="969"/>
              </a:spcBef>
            </a:pPr>
            <a:r>
              <a:rPr sz="3000" spc="-270" dirty="0">
                <a:latin typeface="Century Gothic"/>
                <a:cs typeface="Century Gothic"/>
              </a:rPr>
              <a:t>P</a:t>
            </a:r>
            <a:r>
              <a:rPr sz="3000" spc="-400" dirty="0">
                <a:latin typeface="Century Gothic"/>
                <a:cs typeface="Century Gothic"/>
              </a:rPr>
              <a:t>y</a:t>
            </a:r>
            <a:r>
              <a:rPr sz="3000" spc="-265" dirty="0">
                <a:latin typeface="Century Gothic"/>
                <a:cs typeface="Century Gothic"/>
              </a:rPr>
              <a:t>t</a:t>
            </a:r>
            <a:r>
              <a:rPr sz="3000" spc="-260" dirty="0">
                <a:latin typeface="Century Gothic"/>
                <a:cs typeface="Century Gothic"/>
              </a:rPr>
              <a:t>h</a:t>
            </a:r>
            <a:r>
              <a:rPr sz="3000" spc="-285" dirty="0">
                <a:latin typeface="Century Gothic"/>
                <a:cs typeface="Century Gothic"/>
              </a:rPr>
              <a:t>o</a:t>
            </a:r>
            <a:r>
              <a:rPr sz="3000" spc="-235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r>
              <a:rPr sz="3000" spc="25" dirty="0">
                <a:latin typeface="Century Gothic"/>
                <a:cs typeface="Century Gothic"/>
              </a:rPr>
              <a:t> </a:t>
            </a:r>
            <a:r>
              <a:rPr sz="3000" dirty="0">
                <a:latin typeface="Century Gothic"/>
                <a:cs typeface="Century Gothic"/>
              </a:rPr>
              <a:t>S</a:t>
            </a:r>
            <a:r>
              <a:rPr sz="3000" spc="80" dirty="0">
                <a:latin typeface="Century Gothic"/>
                <a:cs typeface="Century Gothic"/>
              </a:rPr>
              <a:t>i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q</a:t>
            </a:r>
            <a:r>
              <a:rPr sz="3000" spc="-355" dirty="0">
                <a:latin typeface="Century Gothic"/>
                <a:cs typeface="Century Gothic"/>
              </a:rPr>
              <a:t>u</a:t>
            </a:r>
            <a:r>
              <a:rPr sz="3000" spc="-3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59" dirty="0">
                <a:latin typeface="Century Gothic"/>
                <a:cs typeface="Century Gothic"/>
              </a:rPr>
              <a:t>m</a:t>
            </a:r>
            <a:r>
              <a:rPr sz="3000" spc="-31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190" dirty="0">
                <a:latin typeface="Century Gothic"/>
                <a:cs typeface="Century Gothic"/>
              </a:rPr>
              <a:t>PL</a:t>
            </a:r>
            <a:r>
              <a:rPr sz="3000" spc="-155" dirty="0">
                <a:latin typeface="Century Gothic"/>
                <a:cs typeface="Century Gothic"/>
              </a:rPr>
              <a:t>/</a:t>
            </a:r>
            <a:r>
              <a:rPr sz="3000" spc="-375" dirty="0">
                <a:latin typeface="Century Gothic"/>
                <a:cs typeface="Century Gothic"/>
              </a:rPr>
              <a:t>Py</a:t>
            </a:r>
            <a:r>
              <a:rPr sz="3000" spc="-235" dirty="0">
                <a:latin typeface="Century Gothic"/>
                <a:cs typeface="Century Gothic"/>
              </a:rPr>
              <a:t>t</a:t>
            </a:r>
            <a:r>
              <a:rPr sz="3000" spc="-285" dirty="0">
                <a:latin typeface="Century Gothic"/>
                <a:cs typeface="Century Gothic"/>
              </a:rPr>
              <a:t>ho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r>
              <a:rPr sz="3000" spc="25" dirty="0">
                <a:latin typeface="Century Gothic"/>
                <a:cs typeface="Century Gothic"/>
              </a:rPr>
              <a:t> </a:t>
            </a:r>
            <a:r>
              <a:rPr sz="3000" spc="-150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175" dirty="0">
                <a:latin typeface="Century Gothic"/>
                <a:cs typeface="Century Gothic"/>
              </a:rPr>
              <a:t> </a:t>
            </a:r>
            <a:r>
              <a:rPr sz="3000" spc="-380" dirty="0">
                <a:latin typeface="Century Gothic"/>
                <a:cs typeface="Century Gothic"/>
              </a:rPr>
              <a:t>v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300" dirty="0">
                <a:latin typeface="Century Gothic"/>
                <a:cs typeface="Century Gothic"/>
              </a:rPr>
              <a:t>ó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50" dirty="0">
                <a:latin typeface="Century Gothic"/>
                <a:cs typeface="Century Gothic"/>
              </a:rPr>
              <a:t>2.3</a:t>
            </a:r>
            <a:r>
              <a:rPr sz="3000" spc="30" dirty="0">
                <a:latin typeface="Century Gothic"/>
                <a:cs typeface="Century Gothic"/>
              </a:rPr>
              <a:t>, </a:t>
            </a:r>
            <a:r>
              <a:rPr sz="3000" spc="40" dirty="0">
                <a:latin typeface="Century Gothic"/>
                <a:cs typeface="Century Gothic"/>
              </a:rPr>
              <a:t>3.</a:t>
            </a:r>
            <a:r>
              <a:rPr sz="3000" spc="65" dirty="0">
                <a:latin typeface="Century Gothic"/>
                <a:cs typeface="Century Gothic"/>
              </a:rPr>
              <a:t>1</a:t>
            </a:r>
            <a:r>
              <a:rPr sz="3000" spc="25" dirty="0">
                <a:latin typeface="Century Gothic"/>
                <a:cs typeface="Century Gothic"/>
              </a:rPr>
              <a:t> </a:t>
            </a:r>
            <a:r>
              <a:rPr sz="3000" spc="-295" dirty="0">
                <a:latin typeface="Century Gothic"/>
                <a:cs typeface="Century Gothic"/>
              </a:rPr>
              <a:t>ó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335" dirty="0">
                <a:latin typeface="Century Gothic"/>
                <a:cs typeface="Century Gothic"/>
              </a:rPr>
              <a:t>u</a:t>
            </a:r>
            <a:r>
              <a:rPr sz="3000" spc="-370" dirty="0">
                <a:latin typeface="Century Gothic"/>
                <a:cs typeface="Century Gothic"/>
              </a:rPr>
              <a:t>p</a:t>
            </a:r>
            <a:r>
              <a:rPr sz="3000" spc="-459" dirty="0">
                <a:latin typeface="Century Gothic"/>
                <a:cs typeface="Century Gothic"/>
              </a:rPr>
              <a:t>e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r.</a:t>
            </a:r>
            <a:endParaRPr sz="3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3000" spc="225" dirty="0">
                <a:latin typeface="Century Gothic"/>
                <a:cs typeface="Century Gothic"/>
              </a:rPr>
              <a:t>T</a:t>
            </a:r>
            <a:r>
              <a:rPr sz="3000" spc="-580" dirty="0">
                <a:latin typeface="Century Gothic"/>
                <a:cs typeface="Century Gothic"/>
              </a:rPr>
              <a:t>c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30" dirty="0">
                <a:latin typeface="Century Gothic"/>
                <a:cs typeface="Century Gothic"/>
              </a:rPr>
              <a:t>. </a:t>
            </a:r>
            <a:r>
              <a:rPr sz="3000" dirty="0">
                <a:latin typeface="Century Gothic"/>
                <a:cs typeface="Century Gothic"/>
              </a:rPr>
              <a:t>S</a:t>
            </a:r>
            <a:r>
              <a:rPr sz="3000" spc="80" dirty="0">
                <a:latin typeface="Century Gothic"/>
                <a:cs typeface="Century Gothic"/>
              </a:rPr>
              <a:t>i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q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515" dirty="0">
                <a:latin typeface="Century Gothic"/>
                <a:cs typeface="Century Gothic"/>
              </a:rPr>
              <a:t>m</a:t>
            </a:r>
            <a:r>
              <a:rPr sz="3000" spc="-355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50" dirty="0">
                <a:latin typeface="Century Gothic"/>
                <a:cs typeface="Century Gothic"/>
              </a:rPr>
              <a:t>P</a:t>
            </a:r>
            <a:r>
              <a:rPr sz="3000" spc="-190" dirty="0">
                <a:latin typeface="Century Gothic"/>
                <a:cs typeface="Century Gothic"/>
              </a:rPr>
              <a:t>L</a:t>
            </a:r>
            <a:r>
              <a:rPr sz="3000" spc="45" dirty="0">
                <a:latin typeface="Century Gothic"/>
                <a:cs typeface="Century Gothic"/>
              </a:rPr>
              <a:t>/</a:t>
            </a:r>
            <a:r>
              <a:rPr sz="3000" spc="55" dirty="0">
                <a:latin typeface="Century Gothic"/>
                <a:cs typeface="Century Gothic"/>
              </a:rPr>
              <a:t>T</a:t>
            </a:r>
            <a:r>
              <a:rPr sz="3000" spc="-395" dirty="0">
                <a:latin typeface="Century Gothic"/>
                <a:cs typeface="Century Gothic"/>
              </a:rPr>
              <a:t>c</a:t>
            </a:r>
            <a:r>
              <a:rPr sz="3000" spc="-114" dirty="0">
                <a:latin typeface="Century Gothic"/>
                <a:cs typeface="Century Gothic"/>
              </a:rPr>
              <a:t>l</a:t>
            </a:r>
            <a:r>
              <a:rPr sz="3000" spc="30" dirty="0">
                <a:latin typeface="Century Gothic"/>
                <a:cs typeface="Century Gothic"/>
              </a:rPr>
              <a:t>. </a:t>
            </a:r>
            <a:r>
              <a:rPr sz="3000" spc="-290" dirty="0">
                <a:latin typeface="Century Gothic"/>
                <a:cs typeface="Century Gothic"/>
              </a:rPr>
              <a:t>M</a:t>
            </a:r>
            <a:r>
              <a:rPr sz="3000" spc="85" dirty="0">
                <a:latin typeface="Century Gothic"/>
                <a:cs typeface="Century Gothic"/>
              </a:rPr>
              <a:t>í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59" dirty="0">
                <a:latin typeface="Century Gothic"/>
                <a:cs typeface="Century Gothic"/>
              </a:rPr>
              <a:t>m</a:t>
            </a:r>
            <a:r>
              <a:rPr sz="3000" spc="-31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40" dirty="0">
                <a:latin typeface="Century Gothic"/>
                <a:cs typeface="Century Gothic"/>
              </a:rPr>
              <a:t>8.4.</a:t>
            </a:r>
            <a:endParaRPr sz="3000">
              <a:latin typeface="Century Gothic"/>
              <a:cs typeface="Century Gothic"/>
            </a:endParaRPr>
          </a:p>
          <a:p>
            <a:pPr marL="12700" marR="5080">
              <a:lnSpc>
                <a:spcPct val="99300"/>
              </a:lnSpc>
              <a:spcBef>
                <a:spcPts val="855"/>
              </a:spcBef>
            </a:pPr>
            <a:r>
              <a:rPr sz="3000" spc="-35" dirty="0">
                <a:latin typeface="Century Gothic"/>
                <a:cs typeface="Century Gothic"/>
              </a:rPr>
              <a:t>K</a:t>
            </a:r>
            <a:r>
              <a:rPr sz="3000" spc="-459" dirty="0">
                <a:latin typeface="Century Gothic"/>
                <a:cs typeface="Century Gothic"/>
              </a:rPr>
              <a:t>e</a:t>
            </a:r>
            <a:r>
              <a:rPr sz="3000" spc="45" dirty="0">
                <a:latin typeface="Century Gothic"/>
                <a:cs typeface="Century Gothic"/>
              </a:rPr>
              <a:t>r</a:t>
            </a:r>
            <a:r>
              <a:rPr sz="3000" spc="-415" dirty="0">
                <a:latin typeface="Century Gothic"/>
                <a:cs typeface="Century Gothic"/>
              </a:rPr>
              <a:t>b</a:t>
            </a:r>
            <a:r>
              <a:rPr sz="3000" spc="-459" dirty="0">
                <a:latin typeface="Century Gothic"/>
                <a:cs typeface="Century Gothic"/>
              </a:rPr>
              <a:t>e</a:t>
            </a:r>
            <a:r>
              <a:rPr sz="3000" spc="45" dirty="0">
                <a:latin typeface="Century Gothic"/>
                <a:cs typeface="Century Gothic"/>
              </a:rPr>
              <a:t>r</a:t>
            </a:r>
            <a:r>
              <a:rPr sz="3000" spc="-275" dirty="0">
                <a:latin typeface="Century Gothic"/>
                <a:cs typeface="Century Gothic"/>
              </a:rPr>
              <a:t>o</a:t>
            </a:r>
            <a:r>
              <a:rPr sz="3000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, </a:t>
            </a:r>
            <a:r>
              <a:rPr sz="3000" spc="20" dirty="0">
                <a:latin typeface="Century Gothic"/>
                <a:cs typeface="Century Gothic"/>
              </a:rPr>
              <a:t>O</a:t>
            </a:r>
            <a:r>
              <a:rPr sz="3000" spc="-415" dirty="0">
                <a:latin typeface="Century Gothic"/>
                <a:cs typeface="Century Gothic"/>
              </a:rPr>
              <a:t>p</a:t>
            </a:r>
            <a:r>
              <a:rPr sz="3000" spc="-459" dirty="0">
                <a:latin typeface="Century Gothic"/>
                <a:cs typeface="Century Gothic"/>
              </a:rPr>
              <a:t>e</a:t>
            </a:r>
            <a:r>
              <a:rPr sz="3000" spc="-254" dirty="0">
                <a:latin typeface="Century Gothic"/>
                <a:cs typeface="Century Gothic"/>
              </a:rPr>
              <a:t>n</a:t>
            </a:r>
            <a:r>
              <a:rPr sz="3000" spc="10" dirty="0">
                <a:latin typeface="Century Gothic"/>
                <a:cs typeface="Century Gothic"/>
              </a:rPr>
              <a:t>SS</a:t>
            </a:r>
            <a:r>
              <a:rPr sz="3000" spc="-125" dirty="0">
                <a:latin typeface="Century Gothic"/>
                <a:cs typeface="Century Gothic"/>
              </a:rPr>
              <a:t>L</a:t>
            </a:r>
            <a:r>
              <a:rPr sz="3000" spc="30" dirty="0">
                <a:latin typeface="Century Gothic"/>
                <a:cs typeface="Century Gothic"/>
              </a:rPr>
              <a:t>, </a:t>
            </a:r>
            <a:r>
              <a:rPr sz="3000" spc="20" dirty="0">
                <a:latin typeface="Century Gothic"/>
                <a:cs typeface="Century Gothic"/>
              </a:rPr>
              <a:t>O</a:t>
            </a:r>
            <a:r>
              <a:rPr sz="3000" spc="-409" dirty="0">
                <a:latin typeface="Century Gothic"/>
                <a:cs typeface="Century Gothic"/>
              </a:rPr>
              <a:t>p</a:t>
            </a:r>
            <a:r>
              <a:rPr sz="3000" spc="-459" dirty="0">
                <a:latin typeface="Century Gothic"/>
                <a:cs typeface="Century Gothic"/>
              </a:rPr>
              <a:t>e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150" dirty="0">
                <a:latin typeface="Century Gothic"/>
                <a:cs typeface="Century Gothic"/>
              </a:rPr>
              <a:t>L</a:t>
            </a:r>
            <a:r>
              <a:rPr sz="3000" spc="-145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45" dirty="0">
                <a:latin typeface="Century Gothic"/>
                <a:cs typeface="Century Gothic"/>
              </a:rPr>
              <a:t>P</a:t>
            </a:r>
            <a:r>
              <a:rPr sz="3000" spc="30" dirty="0">
                <a:latin typeface="Century Gothic"/>
                <a:cs typeface="Century Gothic"/>
              </a:rPr>
              <a:t>, </a:t>
            </a:r>
            <a:r>
              <a:rPr sz="3000" spc="-280" dirty="0">
                <a:latin typeface="Century Gothic"/>
                <a:cs typeface="Century Gothic"/>
              </a:rPr>
              <a:t>P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50" dirty="0">
                <a:latin typeface="Century Gothic"/>
                <a:cs typeface="Century Gothic"/>
              </a:rPr>
              <a:t>M</a:t>
            </a:r>
            <a:r>
              <a:rPr sz="3000" spc="30" dirty="0">
                <a:latin typeface="Century Gothic"/>
                <a:cs typeface="Century Gothic"/>
              </a:rPr>
              <a:t>. </a:t>
            </a:r>
            <a:r>
              <a:rPr sz="3000" dirty="0">
                <a:latin typeface="Century Gothic"/>
                <a:cs typeface="Century Gothic"/>
              </a:rPr>
              <a:t>S</a:t>
            </a:r>
            <a:r>
              <a:rPr sz="3000" spc="80" dirty="0">
                <a:latin typeface="Century Gothic"/>
                <a:cs typeface="Century Gothic"/>
              </a:rPr>
              <a:t>i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q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0" dirty="0">
                <a:latin typeface="Century Gothic"/>
                <a:cs typeface="Century Gothic"/>
              </a:rPr>
              <a:t> 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75" dirty="0">
                <a:latin typeface="Century Gothic"/>
                <a:cs typeface="Century Gothic"/>
              </a:rPr>
              <a:t>l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25" dirty="0">
                <a:latin typeface="Century Gothic"/>
                <a:cs typeface="Century Gothic"/>
              </a:rPr>
              <a:t>z</a:t>
            </a:r>
            <a:r>
              <a:rPr sz="3000" spc="-350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25" dirty="0">
                <a:latin typeface="Century Gothic"/>
                <a:cs typeface="Century Gothic"/>
              </a:rPr>
              <a:t>v</a:t>
            </a:r>
            <a:r>
              <a:rPr sz="3000" spc="-75" dirty="0">
                <a:latin typeface="Century Gothic"/>
                <a:cs typeface="Century Gothic"/>
              </a:rPr>
              <a:t>i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355" dirty="0">
                <a:latin typeface="Century Gothic"/>
                <a:cs typeface="Century Gothic"/>
              </a:rPr>
              <a:t>u</a:t>
            </a:r>
            <a:r>
              <a:rPr sz="3000" spc="-195" dirty="0">
                <a:latin typeface="Century Gothic"/>
                <a:cs typeface="Century Gothic"/>
              </a:rPr>
              <a:t>t</a:t>
            </a:r>
            <a:r>
              <a:rPr sz="3000" spc="-395" dirty="0">
                <a:latin typeface="Century Gothic"/>
                <a:cs typeface="Century Gothic"/>
              </a:rPr>
              <a:t>e</a:t>
            </a:r>
            <a:r>
              <a:rPr sz="3000" spc="-355" dirty="0">
                <a:latin typeface="Century Gothic"/>
                <a:cs typeface="Century Gothic"/>
              </a:rPr>
              <a:t>n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-260" dirty="0">
                <a:latin typeface="Century Gothic"/>
                <a:cs typeface="Century Gothic"/>
              </a:rPr>
              <a:t>ic</a:t>
            </a:r>
            <a:r>
              <a:rPr sz="3000" spc="-405" dirty="0">
                <a:latin typeface="Century Gothic"/>
                <a:cs typeface="Century Gothic"/>
              </a:rPr>
              <a:t>a</a:t>
            </a:r>
            <a:r>
              <a:rPr sz="3000" spc="-395" dirty="0">
                <a:latin typeface="Century Gothic"/>
                <a:cs typeface="Century Gothic"/>
              </a:rPr>
              <a:t>c</a:t>
            </a:r>
            <a:r>
              <a:rPr sz="3000" spc="-114" dirty="0">
                <a:latin typeface="Century Gothic"/>
                <a:cs typeface="Century Gothic"/>
              </a:rPr>
              <a:t>i</a:t>
            </a:r>
            <a:r>
              <a:rPr sz="3000" spc="-285" dirty="0">
                <a:latin typeface="Century Gothic"/>
                <a:cs typeface="Century Gothic"/>
              </a:rPr>
              <a:t>ón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170" dirty="0">
                <a:latin typeface="Century Gothic"/>
                <a:cs typeface="Century Gothic"/>
              </a:rPr>
              <a:t>u</a:t>
            </a:r>
            <a:r>
              <a:rPr sz="3000" spc="-95" dirty="0">
                <a:latin typeface="Century Gothic"/>
                <a:cs typeface="Century Gothic"/>
              </a:rPr>
              <a:t>s</a:t>
            </a:r>
            <a:r>
              <a:rPr sz="3000" spc="-335" dirty="0">
                <a:latin typeface="Century Gothic"/>
                <a:cs typeface="Century Gothic"/>
              </a:rPr>
              <a:t>u</a:t>
            </a:r>
            <a:r>
              <a:rPr sz="3000" spc="-370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55" dirty="0">
                <a:latin typeface="Century Gothic"/>
                <a:cs typeface="Century Gothic"/>
              </a:rPr>
              <a:t>i</a:t>
            </a:r>
            <a:r>
              <a:rPr sz="3000" spc="-150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0" dirty="0">
                <a:latin typeface="Century Gothic"/>
                <a:cs typeface="Century Gothic"/>
              </a:rPr>
              <a:t> 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375" dirty="0">
                <a:latin typeface="Century Gothic"/>
                <a:cs typeface="Century Gothic"/>
              </a:rPr>
              <a:t>c</a:t>
            </a:r>
            <a:r>
              <a:rPr sz="3000" spc="-175" dirty="0">
                <a:latin typeface="Century Gothic"/>
                <a:cs typeface="Century Gothic"/>
              </a:rPr>
              <a:t>r</a:t>
            </a:r>
            <a:r>
              <a:rPr sz="3000" spc="-85" dirty="0">
                <a:latin typeface="Century Gothic"/>
                <a:cs typeface="Century Gothic"/>
              </a:rPr>
              <a:t>i</a:t>
            </a:r>
            <a:r>
              <a:rPr sz="3000" spc="-254" dirty="0">
                <a:latin typeface="Century Gothic"/>
                <a:cs typeface="Century Gothic"/>
              </a:rPr>
              <a:t>p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395" dirty="0">
                <a:latin typeface="Century Gothic"/>
                <a:cs typeface="Century Gothic"/>
              </a:rPr>
              <a:t>c</a:t>
            </a:r>
            <a:r>
              <a:rPr sz="3000" spc="-114" dirty="0">
                <a:latin typeface="Century Gothic"/>
                <a:cs typeface="Century Gothic"/>
              </a:rPr>
              <a:t>i</a:t>
            </a:r>
            <a:r>
              <a:rPr sz="3000" spc="-285" dirty="0">
                <a:latin typeface="Century Gothic"/>
                <a:cs typeface="Century Gothic"/>
              </a:rPr>
              <a:t>ón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2780" y="4164388"/>
            <a:ext cx="12446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585" dirty="0">
                <a:latin typeface="MS Gothic"/>
                <a:cs typeface="MS Gothic"/>
              </a:rPr>
              <a:t>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2780" y="5180388"/>
            <a:ext cx="12446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585" dirty="0">
                <a:latin typeface="MS Gothic"/>
                <a:cs typeface="MS Gothic"/>
              </a:rPr>
              <a:t>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2780" y="5742998"/>
            <a:ext cx="12446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585" dirty="0">
                <a:latin typeface="MS Gothic"/>
                <a:cs typeface="MS Gothic"/>
              </a:rPr>
              <a:t></a:t>
            </a:r>
            <a:endParaRPr sz="135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8385175" cy="454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33830">
              <a:lnSpc>
                <a:spcPct val="100000"/>
              </a:lnSpc>
            </a:pPr>
            <a:r>
              <a:rPr sz="4400" spc="6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3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35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69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-85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40" dirty="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459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525" dirty="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sz="4400" spc="-54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540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4400" spc="-52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5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135" dirty="0">
                <a:solidFill>
                  <a:srgbClr val="1B1B1B"/>
                </a:solidFill>
                <a:latin typeface="Century Gothic"/>
                <a:cs typeface="Century Gothic"/>
              </a:rPr>
              <a:t>F</a:t>
            </a:r>
            <a:r>
              <a:rPr sz="4400" spc="-160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550" dirty="0">
                <a:solidFill>
                  <a:srgbClr val="1B1B1B"/>
                </a:solidFill>
                <a:latin typeface="Century Gothic"/>
                <a:cs typeface="Century Gothic"/>
              </a:rPr>
              <a:t>te</a:t>
            </a:r>
            <a:endParaRPr sz="4400">
              <a:latin typeface="Century Gothic"/>
              <a:cs typeface="Century Gothic"/>
            </a:endParaRPr>
          </a:p>
          <a:p>
            <a:pPr marL="12700" marR="3413125">
              <a:lnSpc>
                <a:spcPct val="122800"/>
              </a:lnSpc>
              <a:spcBef>
                <a:spcPts val="2450"/>
              </a:spcBef>
              <a:buFont typeface="Century Gothic"/>
              <a:buAutoNum type="arabicParenR"/>
              <a:tabLst>
                <a:tab pos="336550" algn="l"/>
              </a:tabLst>
            </a:pPr>
            <a:r>
              <a:rPr sz="3000" spc="-15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D</a:t>
            </a:r>
            <a:r>
              <a:rPr sz="3000" spc="-46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e</a:t>
            </a:r>
            <a:r>
              <a:rPr sz="3000" spc="-2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s</a:t>
            </a:r>
            <a:r>
              <a:rPr sz="3000" spc="-509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c</a:t>
            </a:r>
            <a:r>
              <a:rPr sz="3000" spc="-52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a</a:t>
            </a:r>
            <a:r>
              <a:rPr sz="3000" spc="2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r</a:t>
            </a:r>
            <a:r>
              <a:rPr sz="3000" spc="-39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g</a:t>
            </a:r>
            <a:r>
              <a:rPr sz="3000" spc="-434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a</a:t>
            </a:r>
            <a:r>
              <a:rPr sz="3000" spc="3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r</a:t>
            </a:r>
            <a:r>
              <a:rPr sz="3000" spc="3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 </a:t>
            </a:r>
            <a:r>
              <a:rPr sz="3000" spc="-46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e</a:t>
            </a:r>
            <a:r>
              <a:rPr sz="3000" spc="8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l</a:t>
            </a:r>
            <a:r>
              <a:rPr sz="3000" spc="3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 </a:t>
            </a:r>
            <a:r>
              <a:rPr sz="3000" spc="-32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C</a:t>
            </a:r>
            <a:r>
              <a:rPr sz="3000" spc="-29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ó</a:t>
            </a:r>
            <a:r>
              <a:rPr sz="3000" spc="-45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d</a:t>
            </a:r>
            <a:r>
              <a:rPr sz="3000" spc="-8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i</a:t>
            </a:r>
            <a:r>
              <a:rPr sz="3000" spc="-229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g</a:t>
            </a:r>
            <a:r>
              <a:rPr sz="3000" spc="-29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o</a:t>
            </a:r>
            <a:r>
              <a:rPr sz="3000" spc="3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 </a:t>
            </a:r>
            <a:r>
              <a:rPr sz="3000" spc="4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F</a:t>
            </a:r>
            <a:r>
              <a:rPr sz="3000" spc="-254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u</a:t>
            </a:r>
            <a:r>
              <a:rPr sz="3000" spc="-46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e</a:t>
            </a:r>
            <a:r>
              <a:rPr sz="3000" spc="-27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n</a:t>
            </a:r>
            <a:r>
              <a:rPr sz="3000" spc="-28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t</a:t>
            </a:r>
            <a:r>
              <a:rPr sz="3000" spc="-40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e</a:t>
            </a:r>
            <a:r>
              <a:rPr sz="3000" spc="30" dirty="0">
                <a:latin typeface="Century Gothic"/>
                <a:cs typeface="Century Gothic"/>
              </a:rPr>
              <a:t>. </a:t>
            </a:r>
            <a:r>
              <a:rPr sz="3000" spc="-155" dirty="0">
                <a:latin typeface="Century Gothic"/>
                <a:cs typeface="Century Gothic"/>
              </a:rPr>
              <a:t>2</a:t>
            </a:r>
            <a:r>
              <a:rPr sz="3000" spc="-110" dirty="0">
                <a:latin typeface="Century Gothic"/>
                <a:cs typeface="Century Gothic"/>
              </a:rPr>
              <a:t>)</a:t>
            </a:r>
            <a:r>
              <a:rPr sz="3000" spc="-155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315" dirty="0">
                <a:latin typeface="Century Gothic"/>
                <a:cs typeface="Century Gothic"/>
              </a:rPr>
              <a:t>m</a:t>
            </a:r>
            <a:r>
              <a:rPr sz="3000" spc="-65" dirty="0">
                <a:latin typeface="Century Gothic"/>
                <a:cs typeface="Century Gothic"/>
              </a:rPr>
              <a:t>i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endParaRPr sz="3000">
              <a:latin typeface="Century Gothic"/>
              <a:cs typeface="Century Gothic"/>
            </a:endParaRPr>
          </a:p>
          <a:p>
            <a:pPr marL="461009" marR="3277235" lvl="1">
              <a:lnSpc>
                <a:spcPct val="122800"/>
              </a:lnSpc>
              <a:spcBef>
                <a:spcPts val="300"/>
              </a:spcBef>
              <a:buFont typeface="Century Gothic"/>
              <a:buAutoNum type="arabicPeriod"/>
              <a:tabLst>
                <a:tab pos="790575" algn="l"/>
              </a:tabLst>
            </a:pP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5" dirty="0">
                <a:latin typeface="Century Gothic"/>
                <a:cs typeface="Century Gothic"/>
              </a:rPr>
              <a:t>z</a:t>
            </a:r>
            <a:r>
              <a:rPr sz="3000" spc="-15" dirty="0">
                <a:latin typeface="Century Gothic"/>
                <a:cs typeface="Century Gothic"/>
              </a:rPr>
              <a:t>i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30" dirty="0">
                <a:latin typeface="Century Gothic"/>
                <a:cs typeface="Century Gothic"/>
              </a:rPr>
              <a:t>q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95" dirty="0">
                <a:latin typeface="Century Gothic"/>
                <a:cs typeface="Century Gothic"/>
              </a:rPr>
              <a:t>-</a:t>
            </a:r>
            <a:r>
              <a:rPr sz="3000" spc="-125" dirty="0">
                <a:latin typeface="Century Gothic"/>
                <a:cs typeface="Century Gothic"/>
              </a:rPr>
              <a:t>x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r>
              <a:rPr sz="3000" spc="-265" dirty="0">
                <a:latin typeface="Century Gothic"/>
                <a:cs typeface="Century Gothic"/>
              </a:rPr>
              <a:t>x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25" dirty="0">
                <a:latin typeface="Century Gothic"/>
                <a:cs typeface="Century Gothic"/>
              </a:rPr>
              <a:t>.</a:t>
            </a:r>
            <a:r>
              <a:rPr sz="3000" spc="-390" dirty="0">
                <a:latin typeface="Century Gothic"/>
                <a:cs typeface="Century Gothic"/>
              </a:rPr>
              <a:t>g</a:t>
            </a:r>
            <a:r>
              <a:rPr sz="3000" spc="-145" dirty="0">
                <a:latin typeface="Century Gothic"/>
                <a:cs typeface="Century Gothic"/>
              </a:rPr>
              <a:t>z</a:t>
            </a:r>
            <a:r>
              <a:rPr sz="3000" spc="-95" dirty="0">
                <a:latin typeface="Century Gothic"/>
                <a:cs typeface="Century Gothic"/>
              </a:rPr>
              <a:t> </a:t>
            </a:r>
            <a:r>
              <a:rPr sz="3000" spc="40" dirty="0">
                <a:latin typeface="Century Gothic"/>
                <a:cs typeface="Century Gothic"/>
              </a:rPr>
              <a:t>2.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54" dirty="0">
                <a:latin typeface="Century Gothic"/>
                <a:cs typeface="Century Gothic"/>
              </a:rPr>
              <a:t>x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30" dirty="0">
                <a:latin typeface="Century Gothic"/>
                <a:cs typeface="Century Gothic"/>
              </a:rPr>
              <a:t>q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95" dirty="0">
                <a:latin typeface="Century Gothic"/>
                <a:cs typeface="Century Gothic"/>
              </a:rPr>
              <a:t>-</a:t>
            </a:r>
            <a:r>
              <a:rPr sz="3000" spc="-125" dirty="0">
                <a:latin typeface="Century Gothic"/>
                <a:cs typeface="Century Gothic"/>
              </a:rPr>
              <a:t>x</a:t>
            </a:r>
            <a:r>
              <a:rPr sz="3000" spc="25" dirty="0">
                <a:latin typeface="Century Gothic"/>
                <a:cs typeface="Century Gothic"/>
              </a:rPr>
              <a:t>.</a:t>
            </a:r>
            <a:r>
              <a:rPr sz="3000" spc="-254" dirty="0">
                <a:latin typeface="Century Gothic"/>
                <a:cs typeface="Century Gothic"/>
              </a:rPr>
              <a:t>x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endParaRPr sz="3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6"/>
              </a:spcBef>
            </a:pP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579"/>
              </a:lnSpc>
            </a:pPr>
            <a:r>
              <a:rPr sz="3000" spc="10" dirty="0">
                <a:latin typeface="Century Gothic"/>
                <a:cs typeface="Century Gothic"/>
              </a:rPr>
              <a:t>N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90" dirty="0">
                <a:latin typeface="Century Gothic"/>
                <a:cs typeface="Century Gothic"/>
              </a:rPr>
              <a:t>: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365" dirty="0">
                <a:latin typeface="Century Gothic"/>
                <a:cs typeface="Century Gothic"/>
              </a:rPr>
              <a:t>Pa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260" dirty="0">
                <a:latin typeface="Century Gothic"/>
                <a:cs typeface="Century Gothic"/>
              </a:rPr>
              <a:t>h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25" dirty="0">
                <a:latin typeface="Century Gothic"/>
                <a:cs typeface="Century Gothic"/>
              </a:rPr>
              <a:t>.</a:t>
            </a:r>
            <a:r>
              <a:rPr sz="3000" spc="-430" dirty="0">
                <a:latin typeface="Century Gothic"/>
                <a:cs typeface="Century Gothic"/>
              </a:rPr>
              <a:t>b</a:t>
            </a:r>
            <a:r>
              <a:rPr sz="3000" spc="-20" dirty="0">
                <a:latin typeface="Century Gothic"/>
                <a:cs typeface="Century Gothic"/>
              </a:rPr>
              <a:t>z2</a:t>
            </a:r>
            <a:r>
              <a:rPr sz="3000" spc="-10" dirty="0">
                <a:latin typeface="Century Gothic"/>
                <a:cs typeface="Century Gothic"/>
              </a:rPr>
              <a:t>,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355" dirty="0">
                <a:latin typeface="Century Gothic"/>
                <a:cs typeface="Century Gothic"/>
              </a:rPr>
              <a:t>u</a:t>
            </a:r>
            <a:r>
              <a:rPr sz="3000" spc="-195" dirty="0">
                <a:latin typeface="Century Gothic"/>
                <a:cs typeface="Century Gothic"/>
              </a:rPr>
              <a:t>t</a:t>
            </a:r>
            <a:r>
              <a:rPr sz="3000" spc="75" dirty="0">
                <a:latin typeface="Century Gothic"/>
                <a:cs typeface="Century Gothic"/>
              </a:rPr>
              <a:t>i</a:t>
            </a:r>
            <a:r>
              <a:rPr sz="3000" spc="85" dirty="0">
                <a:latin typeface="Century Gothic"/>
                <a:cs typeface="Century Gothic"/>
              </a:rPr>
              <a:t>li</a:t>
            </a:r>
            <a:r>
              <a:rPr sz="3000" spc="-225" dirty="0">
                <a:latin typeface="Century Gothic"/>
                <a:cs typeface="Century Gothic"/>
              </a:rPr>
              <a:t>z</a:t>
            </a:r>
            <a:r>
              <a:rPr sz="3000" spc="-350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b</a:t>
            </a:r>
            <a:r>
              <a:rPr sz="3000" spc="-265" dirty="0">
                <a:latin typeface="Century Gothic"/>
                <a:cs typeface="Century Gothic"/>
              </a:rPr>
              <a:t>u</a:t>
            </a:r>
            <a:r>
              <a:rPr sz="3000" spc="-245" dirty="0">
                <a:latin typeface="Century Gothic"/>
                <a:cs typeface="Century Gothic"/>
              </a:rPr>
              <a:t>n</a:t>
            </a:r>
            <a:r>
              <a:rPr sz="3000" spc="-120" dirty="0">
                <a:latin typeface="Century Gothic"/>
                <a:cs typeface="Century Gothic"/>
              </a:rPr>
              <a:t>zi</a:t>
            </a:r>
            <a:r>
              <a:rPr sz="3000" spc="-250" dirty="0">
                <a:latin typeface="Century Gothic"/>
                <a:cs typeface="Century Gothic"/>
              </a:rPr>
              <a:t>p</a:t>
            </a:r>
            <a:r>
              <a:rPr sz="3000" spc="65" dirty="0">
                <a:latin typeface="Century Gothic"/>
                <a:cs typeface="Century Gothic"/>
              </a:rPr>
              <a:t>2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380" dirty="0">
                <a:latin typeface="Century Gothic"/>
                <a:cs typeface="Century Gothic"/>
              </a:rPr>
              <a:t>v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145" dirty="0">
                <a:latin typeface="Century Gothic"/>
                <a:cs typeface="Century Gothic"/>
              </a:rPr>
              <a:t>z</a:t>
            </a:r>
            <a:r>
              <a:rPr sz="3000" spc="2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-200" dirty="0">
                <a:latin typeface="Century Gothic"/>
                <a:cs typeface="Century Gothic"/>
              </a:rPr>
              <a:t> </a:t>
            </a:r>
            <a:r>
              <a:rPr sz="3000" spc="-390" dirty="0">
                <a:latin typeface="Century Gothic"/>
                <a:cs typeface="Century Gothic"/>
              </a:rPr>
              <a:t>g</a:t>
            </a:r>
            <a:r>
              <a:rPr sz="3000" spc="-265" dirty="0">
                <a:latin typeface="Century Gothic"/>
                <a:cs typeface="Century Gothic"/>
              </a:rPr>
              <a:t>u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45" dirty="0">
                <a:latin typeface="Century Gothic"/>
                <a:cs typeface="Century Gothic"/>
              </a:rPr>
              <a:t>z</a:t>
            </a:r>
            <a:r>
              <a:rPr sz="3000" spc="-15" dirty="0">
                <a:latin typeface="Century Gothic"/>
                <a:cs typeface="Century Gothic"/>
              </a:rPr>
              <a:t>i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/>
          <p:nvPr/>
        </p:nvSpPr>
        <p:spPr>
          <a:xfrm>
            <a:off x="2421889" y="3788409"/>
            <a:ext cx="3459479" cy="454659"/>
          </a:xfrm>
          <a:custGeom>
            <a:avLst/>
            <a:gdLst/>
            <a:ahLst/>
            <a:cxnLst/>
            <a:rect l="l" t="t" r="r" b="b"/>
            <a:pathLst>
              <a:path w="3459479" h="454660">
                <a:moveTo>
                  <a:pt x="0" y="454660"/>
                </a:moveTo>
                <a:lnTo>
                  <a:pt x="3459479" y="454660"/>
                </a:lnTo>
                <a:lnTo>
                  <a:pt x="3459479" y="0"/>
                </a:lnTo>
                <a:lnTo>
                  <a:pt x="0" y="0"/>
                </a:lnTo>
                <a:lnTo>
                  <a:pt x="0" y="45466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13000" y="5605779"/>
            <a:ext cx="5020310" cy="454659"/>
          </a:xfrm>
          <a:custGeom>
            <a:avLst/>
            <a:gdLst/>
            <a:ahLst/>
            <a:cxnLst/>
            <a:rect l="l" t="t" r="r" b="b"/>
            <a:pathLst>
              <a:path w="5020309" h="454660">
                <a:moveTo>
                  <a:pt x="0" y="454660"/>
                </a:moveTo>
                <a:lnTo>
                  <a:pt x="5020309" y="454660"/>
                </a:lnTo>
                <a:lnTo>
                  <a:pt x="5020309" y="0"/>
                </a:lnTo>
                <a:lnTo>
                  <a:pt x="0" y="0"/>
                </a:lnTo>
                <a:lnTo>
                  <a:pt x="0" y="45466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36880" y="1876509"/>
            <a:ext cx="8445500" cy="5092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33830">
              <a:lnSpc>
                <a:spcPct val="100000"/>
              </a:lnSpc>
            </a:pPr>
            <a:r>
              <a:rPr sz="4400" spc="6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3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35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69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-85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40" dirty="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459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525" dirty="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sz="4400" spc="-54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540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4400" spc="-52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5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135" dirty="0">
                <a:solidFill>
                  <a:srgbClr val="1B1B1B"/>
                </a:solidFill>
                <a:latin typeface="Century Gothic"/>
                <a:cs typeface="Century Gothic"/>
              </a:rPr>
              <a:t>F</a:t>
            </a:r>
            <a:r>
              <a:rPr sz="4400" spc="-160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550" dirty="0">
                <a:solidFill>
                  <a:srgbClr val="1B1B1B"/>
                </a:solidFill>
                <a:latin typeface="Century Gothic"/>
                <a:cs typeface="Century Gothic"/>
              </a:rPr>
              <a:t>te</a:t>
            </a:r>
            <a:endParaRPr sz="4400">
              <a:latin typeface="Century Gothic"/>
              <a:cs typeface="Century Gothic"/>
            </a:endParaRPr>
          </a:p>
          <a:p>
            <a:pPr marL="228600" marR="487680" indent="-215900">
              <a:lnSpc>
                <a:spcPts val="7150"/>
              </a:lnSpc>
              <a:spcBef>
                <a:spcPts val="550"/>
              </a:spcBef>
            </a:pPr>
            <a:r>
              <a:rPr sz="3000" spc="-155" dirty="0">
                <a:latin typeface="Century Gothic"/>
                <a:cs typeface="Century Gothic"/>
              </a:rPr>
              <a:t>3</a:t>
            </a:r>
            <a:r>
              <a:rPr sz="3000" spc="-100" dirty="0">
                <a:latin typeface="Century Gothic"/>
                <a:cs typeface="Century Gothic"/>
              </a:rPr>
              <a:t>)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80" dirty="0">
                <a:latin typeface="Century Gothic"/>
                <a:cs typeface="Century Gothic"/>
              </a:rPr>
              <a:t>E</a:t>
            </a:r>
            <a:r>
              <a:rPr sz="3000" spc="-100" dirty="0">
                <a:latin typeface="Century Gothic"/>
                <a:cs typeface="Century Gothic"/>
              </a:rPr>
              <a:t>j</a:t>
            </a:r>
            <a:r>
              <a:rPr sz="3000" spc="-290" dirty="0">
                <a:latin typeface="Century Gothic"/>
                <a:cs typeface="Century Gothic"/>
              </a:rPr>
              <a:t>e</a:t>
            </a:r>
            <a:r>
              <a:rPr sz="3000" spc="-440" dirty="0">
                <a:latin typeface="Century Gothic"/>
                <a:cs typeface="Century Gothic"/>
              </a:rPr>
              <a:t>cu</a:t>
            </a:r>
            <a:r>
              <a:rPr sz="3000" spc="-235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-155" dirty="0">
                <a:latin typeface="Century Gothic"/>
                <a:cs typeface="Century Gothic"/>
              </a:rPr>
              <a:t>u</a:t>
            </a:r>
            <a:r>
              <a:rPr sz="3000" spc="-7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395" dirty="0">
                <a:latin typeface="Century Gothic"/>
                <a:cs typeface="Century Gothic"/>
              </a:rPr>
              <a:t>c</a:t>
            </a:r>
            <a:r>
              <a:rPr sz="3000" spc="-114" dirty="0">
                <a:latin typeface="Century Gothic"/>
                <a:cs typeface="Century Gothic"/>
              </a:rPr>
              <a:t>i</a:t>
            </a:r>
            <a:r>
              <a:rPr sz="3000" spc="-285" dirty="0">
                <a:latin typeface="Century Gothic"/>
                <a:cs typeface="Century Gothic"/>
              </a:rPr>
              <a:t>ón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r>
              <a:rPr sz="3000" spc="120" dirty="0">
                <a:latin typeface="Century Gothic"/>
                <a:cs typeface="Century Gothic"/>
              </a:rPr>
              <a:t> 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r>
              <a:rPr sz="3000" spc="-90" dirty="0">
                <a:latin typeface="Century Gothic"/>
                <a:cs typeface="Century Gothic"/>
              </a:rPr>
              <a:t>/</a:t>
            </a:r>
            <a:r>
              <a:rPr sz="3000" spc="-580" dirty="0">
                <a:latin typeface="Century Gothic"/>
                <a:cs typeface="Century Gothic"/>
              </a:rPr>
              <a:t>c</a:t>
            </a:r>
            <a:r>
              <a:rPr sz="3000" spc="-285" dirty="0">
                <a:latin typeface="Century Gothic"/>
                <a:cs typeface="Century Gothic"/>
              </a:rPr>
              <a:t>o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165" dirty="0">
                <a:latin typeface="Century Gothic"/>
                <a:cs typeface="Century Gothic"/>
              </a:rPr>
              <a:t>f</a:t>
            </a:r>
            <a:r>
              <a:rPr sz="3000" spc="-80" dirty="0">
                <a:latin typeface="Century Gothic"/>
                <a:cs typeface="Century Gothic"/>
              </a:rPr>
              <a:t>i</a:t>
            </a:r>
            <a:r>
              <a:rPr sz="3000" spc="-229" dirty="0">
                <a:latin typeface="Century Gothic"/>
                <a:cs typeface="Century Gothic"/>
              </a:rPr>
              <a:t>g</a:t>
            </a:r>
            <a:r>
              <a:rPr sz="3000" spc="-245" dirty="0">
                <a:latin typeface="Century Gothic"/>
                <a:cs typeface="Century Gothic"/>
              </a:rPr>
              <a:t>u</a:t>
            </a:r>
            <a:r>
              <a:rPr sz="3000" spc="45" dirty="0">
                <a:latin typeface="Century Gothic"/>
                <a:cs typeface="Century Gothic"/>
              </a:rPr>
              <a:t>r</a:t>
            </a:r>
            <a:r>
              <a:rPr sz="3000" spc="-425" dirty="0">
                <a:latin typeface="Century Gothic"/>
                <a:cs typeface="Century Gothic"/>
              </a:rPr>
              <a:t>e</a:t>
            </a:r>
            <a:r>
              <a:rPr sz="3000" spc="30" dirty="0">
                <a:latin typeface="Century Gothic"/>
                <a:cs typeface="Century Gothic"/>
              </a:rPr>
              <a:t>. </a:t>
            </a:r>
            <a:r>
              <a:rPr sz="3000" spc="-340" dirty="0">
                <a:latin typeface="Century Gothic"/>
                <a:cs typeface="Century Gothic"/>
              </a:rPr>
              <a:t>P</a:t>
            </a:r>
            <a:r>
              <a:rPr sz="3000" spc="-375" dirty="0">
                <a:latin typeface="Century Gothic"/>
                <a:cs typeface="Century Gothic"/>
              </a:rPr>
              <a:t>a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420" dirty="0">
                <a:latin typeface="Century Gothic"/>
                <a:cs typeface="Century Gothic"/>
              </a:rPr>
              <a:t>á</a:t>
            </a:r>
            <a:r>
              <a:rPr sz="3000" spc="-570" dirty="0">
                <a:latin typeface="Century Gothic"/>
                <a:cs typeface="Century Gothic"/>
              </a:rPr>
              <a:t>m</a:t>
            </a:r>
            <a:r>
              <a:rPr sz="3000" spc="-38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55" dirty="0">
                <a:latin typeface="Century Gothic"/>
                <a:cs typeface="Century Gothic"/>
              </a:rPr>
              <a:t> </a:t>
            </a:r>
            <a:r>
              <a:rPr sz="3000" spc="30" dirty="0">
                <a:latin typeface="Century Gothic"/>
                <a:cs typeface="Century Gothic"/>
              </a:rPr>
              <a:t>-</a:t>
            </a:r>
            <a:r>
              <a:rPr sz="3000" spc="40" dirty="0">
                <a:latin typeface="Century Gothic"/>
                <a:cs typeface="Century Gothic"/>
              </a:rPr>
              <a:t>-</a:t>
            </a:r>
            <a:r>
              <a:rPr sz="3000" spc="-430" dirty="0">
                <a:latin typeface="Century Gothic"/>
                <a:cs typeface="Century Gothic"/>
              </a:rPr>
              <a:t>b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675" dirty="0">
                <a:latin typeface="Century Gothic"/>
                <a:cs typeface="Century Gothic"/>
              </a:rPr>
              <a:t>=</a:t>
            </a:r>
            <a:r>
              <a:rPr sz="3000" spc="-155" dirty="0">
                <a:latin typeface="Century Gothic"/>
                <a:cs typeface="Century Gothic"/>
              </a:rPr>
              <a:t>D</a:t>
            </a:r>
            <a:r>
              <a:rPr sz="3000" spc="-60" dirty="0">
                <a:latin typeface="Century Gothic"/>
                <a:cs typeface="Century Gothic"/>
              </a:rPr>
              <a:t>I</a:t>
            </a:r>
            <a:r>
              <a:rPr sz="3000" spc="-150" dirty="0">
                <a:latin typeface="Century Gothic"/>
                <a:cs typeface="Century Gothic"/>
              </a:rPr>
              <a:t>R</a:t>
            </a:r>
            <a:r>
              <a:rPr sz="3000" spc="-80" dirty="0">
                <a:latin typeface="Century Gothic"/>
                <a:cs typeface="Century Gothic"/>
              </a:rPr>
              <a:t>E</a:t>
            </a:r>
            <a:r>
              <a:rPr sz="3000" spc="-330" dirty="0">
                <a:latin typeface="Century Gothic"/>
                <a:cs typeface="Century Gothic"/>
              </a:rPr>
              <a:t>C</a:t>
            </a:r>
            <a:r>
              <a:rPr sz="3000" spc="204" dirty="0">
                <a:latin typeface="Century Gothic"/>
                <a:cs typeface="Century Gothic"/>
              </a:rPr>
              <a:t>T</a:t>
            </a:r>
            <a:r>
              <a:rPr sz="3000" dirty="0">
                <a:latin typeface="Century Gothic"/>
                <a:cs typeface="Century Gothic"/>
              </a:rPr>
              <a:t>O</a:t>
            </a:r>
            <a:r>
              <a:rPr sz="3000" spc="-254" dirty="0">
                <a:latin typeface="Century Gothic"/>
                <a:cs typeface="Century Gothic"/>
              </a:rPr>
              <a:t>R</a:t>
            </a:r>
            <a:r>
              <a:rPr sz="3000" spc="-145" dirty="0">
                <a:latin typeface="Century Gothic"/>
                <a:cs typeface="Century Gothic"/>
              </a:rPr>
              <a:t>Y</a:t>
            </a:r>
            <a:endParaRPr sz="3000">
              <a:latin typeface="Century Gothic"/>
              <a:cs typeface="Century Gothic"/>
            </a:endParaRPr>
          </a:p>
          <a:p>
            <a:pPr marL="461009">
              <a:lnSpc>
                <a:spcPts val="2740"/>
              </a:lnSpc>
            </a:pPr>
            <a:r>
              <a:rPr sz="3000" spc="-70" dirty="0">
                <a:latin typeface="Century Gothic"/>
                <a:cs typeface="Century Gothic"/>
              </a:rPr>
              <a:t>I</a:t>
            </a:r>
            <a:r>
              <a:rPr sz="3000" spc="-150" dirty="0">
                <a:latin typeface="Century Gothic"/>
                <a:cs typeface="Century Gothic"/>
              </a:rPr>
              <a:t>n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60" dirty="0">
                <a:latin typeface="Century Gothic"/>
                <a:cs typeface="Century Gothic"/>
              </a:rPr>
              <a:t>ic</a:t>
            </a:r>
            <a:r>
              <a:rPr sz="3000" spc="-409" dirty="0">
                <a:latin typeface="Century Gothic"/>
                <a:cs typeface="Century Gothic"/>
              </a:rPr>
              <a:t>a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85" dirty="0">
                <a:latin typeface="Century Gothic"/>
                <a:cs typeface="Century Gothic"/>
              </a:rPr>
              <a:t>on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á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55" dirty="0">
                <a:latin typeface="Century Gothic"/>
                <a:cs typeface="Century Gothic"/>
              </a:rPr>
              <a:t>l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515" dirty="0">
                <a:latin typeface="Century Gothic"/>
                <a:cs typeface="Century Gothic"/>
              </a:rPr>
              <a:t>m</a:t>
            </a:r>
            <a:r>
              <a:rPr sz="3000" spc="-355" dirty="0">
                <a:latin typeface="Century Gothic"/>
                <a:cs typeface="Century Gothic"/>
              </a:rPr>
              <a:t>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q</a:t>
            </a:r>
            <a:r>
              <a:rPr sz="3000" spc="-355" dirty="0">
                <a:latin typeface="Century Gothic"/>
                <a:cs typeface="Century Gothic"/>
              </a:rPr>
              <a:t>u</a:t>
            </a:r>
            <a:r>
              <a:rPr sz="3000" spc="-37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85" dirty="0">
                <a:latin typeface="Century Gothic"/>
                <a:cs typeface="Century Gothic"/>
              </a:rPr>
              <a:t>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endParaRPr sz="3000">
              <a:latin typeface="Century Gothic"/>
              <a:cs typeface="Century Gothic"/>
            </a:endParaRPr>
          </a:p>
          <a:p>
            <a:pPr marL="461009">
              <a:lnSpc>
                <a:spcPts val="3575"/>
              </a:lnSpc>
            </a:pP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j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40" dirty="0">
                <a:latin typeface="Century Gothic"/>
                <a:cs typeface="Century Gothic"/>
              </a:rPr>
              <a:t>cu</a:t>
            </a:r>
            <a:r>
              <a:rPr sz="3000" spc="-235" dirty="0">
                <a:latin typeface="Century Gothic"/>
                <a:cs typeface="Century Gothic"/>
              </a:rPr>
              <a:t>t</a:t>
            </a:r>
            <a:r>
              <a:rPr sz="3000" spc="-430" dirty="0">
                <a:latin typeface="Century Gothic"/>
                <a:cs typeface="Century Gothic"/>
              </a:rPr>
              <a:t>ab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320" dirty="0">
                <a:latin typeface="Century Gothic"/>
                <a:cs typeface="Century Gothic"/>
              </a:rPr>
              <a:t>e</a:t>
            </a:r>
            <a:r>
              <a:rPr sz="3000" spc="-180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r>
              <a:rPr sz="3000" spc="25" dirty="0">
                <a:latin typeface="Century Gothic"/>
                <a:cs typeface="Century Gothic"/>
              </a:rPr>
              <a:t> </a:t>
            </a:r>
            <a:r>
              <a:rPr sz="3000" spc="-285" dirty="0">
                <a:latin typeface="Century Gothic"/>
                <a:cs typeface="Century Gothic"/>
              </a:rPr>
              <a:t>P</a:t>
            </a:r>
            <a:r>
              <a:rPr sz="3000" spc="-30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34" dirty="0">
                <a:latin typeface="Century Gothic"/>
                <a:cs typeface="Century Gothic"/>
              </a:rPr>
              <a:t>ct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85" dirty="0">
                <a:latin typeface="Century Gothic"/>
                <a:cs typeface="Century Gothic"/>
              </a:rPr>
              <a:t>l</a:t>
            </a:r>
            <a:r>
              <a:rPr sz="3000" spc="-270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á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endParaRPr sz="3000">
              <a:latin typeface="Century Gothic"/>
              <a:cs typeface="Century Gothic"/>
            </a:endParaRPr>
          </a:p>
          <a:p>
            <a:pPr marL="461009">
              <a:lnSpc>
                <a:spcPts val="3575"/>
              </a:lnSpc>
            </a:pPr>
            <a:r>
              <a:rPr sz="3000" spc="-100" dirty="0">
                <a:latin typeface="Century Gothic"/>
                <a:cs typeface="Century Gothic"/>
              </a:rPr>
              <a:t>/</a:t>
            </a:r>
            <a:r>
              <a:rPr sz="3000" spc="-170" dirty="0">
                <a:latin typeface="Century Gothic"/>
                <a:cs typeface="Century Gothic"/>
              </a:rPr>
              <a:t>u</a:t>
            </a:r>
            <a:r>
              <a:rPr sz="3000" spc="-10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0" dirty="0">
                <a:latin typeface="Century Gothic"/>
                <a:cs typeface="Century Gothic"/>
              </a:rPr>
              <a:t>/</a:t>
            </a:r>
            <a:r>
              <a:rPr sz="3000" spc="-5" dirty="0">
                <a:latin typeface="Century Gothic"/>
                <a:cs typeface="Century Gothic"/>
              </a:rPr>
              <a:t>l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509" dirty="0">
                <a:latin typeface="Century Gothic"/>
                <a:cs typeface="Century Gothic"/>
              </a:rPr>
              <a:t>c</a:t>
            </a:r>
            <a:r>
              <a:rPr sz="3000" spc="-535" dirty="0">
                <a:latin typeface="Century Gothic"/>
                <a:cs typeface="Century Gothic"/>
              </a:rPr>
              <a:t>a</a:t>
            </a:r>
            <a:r>
              <a:rPr sz="3000" spc="-120" dirty="0">
                <a:latin typeface="Century Gothic"/>
                <a:cs typeface="Century Gothic"/>
              </a:rPr>
              <a:t>l/</a:t>
            </a:r>
            <a:r>
              <a:rPr sz="3000" spc="-235" dirty="0">
                <a:latin typeface="Century Gothic"/>
                <a:cs typeface="Century Gothic"/>
              </a:rPr>
              <a:t>p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30" dirty="0">
                <a:latin typeface="Century Gothic"/>
                <a:cs typeface="Century Gothic"/>
              </a:rPr>
              <a:t>q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215" dirty="0">
                <a:latin typeface="Century Gothic"/>
                <a:cs typeface="Century Gothic"/>
              </a:rPr>
              <a:t>/</a:t>
            </a:r>
            <a:r>
              <a:rPr sz="3000" spc="-330" dirty="0">
                <a:latin typeface="Century Gothic"/>
                <a:cs typeface="Century Gothic"/>
              </a:rPr>
              <a:t>b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12700" indent="448309">
              <a:lnSpc>
                <a:spcPts val="3590"/>
              </a:lnSpc>
            </a:pPr>
            <a:r>
              <a:rPr sz="3000" spc="-80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j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515" dirty="0">
                <a:latin typeface="Century Gothic"/>
                <a:cs typeface="Century Gothic"/>
              </a:rPr>
              <a:t>m</a:t>
            </a:r>
            <a:r>
              <a:rPr sz="3000" spc="-355" dirty="0">
                <a:latin typeface="Century Gothic"/>
                <a:cs typeface="Century Gothic"/>
              </a:rPr>
              <a:t>p</a:t>
            </a:r>
            <a:r>
              <a:rPr sz="3000" spc="-55" dirty="0">
                <a:latin typeface="Century Gothic"/>
                <a:cs typeface="Century Gothic"/>
              </a:rPr>
              <a:t>l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90" dirty="0">
                <a:latin typeface="Century Gothic"/>
                <a:cs typeface="Century Gothic"/>
              </a:rPr>
              <a:t>:</a:t>
            </a:r>
            <a:r>
              <a:rPr sz="3000" spc="55" dirty="0">
                <a:latin typeface="Century Gothic"/>
                <a:cs typeface="Century Gothic"/>
              </a:rPr>
              <a:t> 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r>
              <a:rPr sz="3000" spc="-285" dirty="0">
                <a:latin typeface="Century Gothic"/>
                <a:cs typeface="Century Gothic"/>
              </a:rPr>
              <a:t>/</a:t>
            </a:r>
            <a:r>
              <a:rPr sz="3000" spc="-420" dirty="0">
                <a:latin typeface="Century Gothic"/>
                <a:cs typeface="Century Gothic"/>
              </a:rPr>
              <a:t>c</a:t>
            </a:r>
            <a:r>
              <a:rPr sz="3000" spc="-285" dirty="0">
                <a:latin typeface="Century Gothic"/>
                <a:cs typeface="Century Gothic"/>
              </a:rPr>
              <a:t>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-80" dirty="0">
                <a:latin typeface="Century Gothic"/>
                <a:cs typeface="Century Gothic"/>
              </a:rPr>
              <a:t>i</a:t>
            </a:r>
            <a:r>
              <a:rPr sz="3000" spc="-229" dirty="0">
                <a:latin typeface="Century Gothic"/>
                <a:cs typeface="Century Gothic"/>
              </a:rPr>
              <a:t>g</a:t>
            </a:r>
            <a:r>
              <a:rPr sz="3000" spc="-155" dirty="0">
                <a:latin typeface="Century Gothic"/>
                <a:cs typeface="Century Gothic"/>
              </a:rPr>
              <a:t>u</a:t>
            </a:r>
            <a:r>
              <a:rPr sz="3000" spc="-75" dirty="0">
                <a:latin typeface="Century Gothic"/>
                <a:cs typeface="Century Gothic"/>
              </a:rPr>
              <a:t>r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30" dirty="0">
                <a:latin typeface="Century Gothic"/>
                <a:cs typeface="Century Gothic"/>
              </a:rPr>
              <a:t>-</a:t>
            </a:r>
            <a:r>
              <a:rPr sz="3000" spc="40" dirty="0">
                <a:latin typeface="Century Gothic"/>
                <a:cs typeface="Century Gothic"/>
              </a:rPr>
              <a:t>-</a:t>
            </a:r>
            <a:r>
              <a:rPr sz="3000" spc="-430" dirty="0">
                <a:latin typeface="Century Gothic"/>
                <a:cs typeface="Century Gothic"/>
              </a:rPr>
              <a:t>b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675" dirty="0">
                <a:latin typeface="Century Gothic"/>
                <a:cs typeface="Century Gothic"/>
              </a:rPr>
              <a:t>=</a:t>
            </a:r>
            <a:r>
              <a:rPr sz="3000" spc="-315" dirty="0">
                <a:latin typeface="Century Gothic"/>
                <a:cs typeface="Century Gothic"/>
              </a:rPr>
              <a:t>/c</a:t>
            </a:r>
            <a:r>
              <a:rPr sz="3000" spc="-345" dirty="0">
                <a:latin typeface="Century Gothic"/>
                <a:cs typeface="Century Gothic"/>
              </a:rPr>
              <a:t>u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15" dirty="0">
                <a:latin typeface="Century Gothic"/>
                <a:cs typeface="Century Gothic"/>
              </a:rPr>
              <a:t>/</a:t>
            </a:r>
            <a:r>
              <a:rPr sz="3000" spc="-330" dirty="0">
                <a:latin typeface="Century Gothic"/>
                <a:cs typeface="Century Gothic"/>
              </a:rPr>
              <a:t>b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endParaRPr sz="3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52"/>
              </a:spcBef>
            </a:pPr>
            <a:endParaRPr sz="3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000" spc="-28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M</a:t>
            </a:r>
            <a:r>
              <a:rPr sz="3000" spc="-434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á</a:t>
            </a:r>
            <a:r>
              <a:rPr sz="3000" spc="-2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s</a:t>
            </a:r>
            <a:r>
              <a:rPr sz="3000" spc="4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 </a:t>
            </a:r>
            <a:r>
              <a:rPr sz="3000" spc="-29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o</a:t>
            </a:r>
            <a:r>
              <a:rPr sz="3000" spc="-43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p</a:t>
            </a:r>
            <a:r>
              <a:rPr sz="3000" spc="-23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ci</a:t>
            </a:r>
            <a:r>
              <a:rPr sz="3000" spc="-350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o</a:t>
            </a:r>
            <a:r>
              <a:rPr sz="3000" spc="-27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n</a:t>
            </a:r>
            <a:r>
              <a:rPr sz="3000" spc="-46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e</a:t>
            </a:r>
            <a:r>
              <a:rPr sz="3000" spc="-25" dirty="0">
                <a:solidFill>
                  <a:srgbClr val="0000A7"/>
                </a:solidFill>
                <a:latin typeface="Century Gothic"/>
                <a:cs typeface="Century Gothic"/>
                <a:hlinkClick r:id="rId3"/>
              </a:rPr>
              <a:t>s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33830">
              <a:lnSpc>
                <a:spcPct val="100000"/>
              </a:lnSpc>
            </a:pPr>
            <a:r>
              <a:rPr spc="65" dirty="0"/>
              <a:t>I</a:t>
            </a:r>
            <a:r>
              <a:rPr spc="-405" dirty="0"/>
              <a:t>n</a:t>
            </a:r>
            <a:r>
              <a:rPr spc="-30" dirty="0"/>
              <a:t>s</a:t>
            </a:r>
            <a:r>
              <a:rPr spc="-350" dirty="0"/>
              <a:t>t</a:t>
            </a:r>
            <a:r>
              <a:rPr spc="-695" dirty="0"/>
              <a:t>a</a:t>
            </a:r>
            <a:r>
              <a:rPr spc="120" dirty="0"/>
              <a:t>l</a:t>
            </a:r>
            <a:r>
              <a:rPr spc="-635" dirty="0"/>
              <a:t>a</a:t>
            </a:r>
            <a:r>
              <a:rPr spc="-850" dirty="0"/>
              <a:t>c</a:t>
            </a:r>
            <a:r>
              <a:rPr spc="120" dirty="0"/>
              <a:t>i</a:t>
            </a:r>
            <a:r>
              <a:rPr spc="-440" dirty="0"/>
              <a:t>ó</a:t>
            </a:r>
            <a:r>
              <a:rPr spc="-405" dirty="0"/>
              <a:t>n</a:t>
            </a:r>
            <a:r>
              <a:rPr spc="50" dirty="0"/>
              <a:t> </a:t>
            </a:r>
            <a:r>
              <a:rPr spc="-459" dirty="0"/>
              <a:t>C</a:t>
            </a:r>
            <a:r>
              <a:rPr spc="-525" dirty="0"/>
              <a:t>ó</a:t>
            </a:r>
            <a:r>
              <a:rPr spc="-545" dirty="0"/>
              <a:t>d</a:t>
            </a:r>
            <a:r>
              <a:rPr spc="120" dirty="0"/>
              <a:t>i</a:t>
            </a:r>
            <a:r>
              <a:rPr spc="-540" dirty="0"/>
              <a:t>g</a:t>
            </a:r>
            <a:r>
              <a:rPr spc="-520" dirty="0"/>
              <a:t>o</a:t>
            </a:r>
            <a:r>
              <a:rPr spc="55" dirty="0"/>
              <a:t> </a:t>
            </a:r>
            <a:r>
              <a:rPr spc="-135" dirty="0"/>
              <a:t>F</a:t>
            </a:r>
            <a:r>
              <a:rPr spc="-160" dirty="0"/>
              <a:t>u</a:t>
            </a:r>
            <a:r>
              <a:rPr spc="-685" dirty="0"/>
              <a:t>e</a:t>
            </a:r>
            <a:r>
              <a:rPr spc="-405" dirty="0"/>
              <a:t>n</a:t>
            </a:r>
            <a:r>
              <a:rPr spc="-550" dirty="0"/>
              <a:t>te</a:t>
            </a:r>
          </a:p>
          <a:p>
            <a:pPr marL="12700" marR="5080">
              <a:lnSpc>
                <a:spcPct val="99300"/>
              </a:lnSpc>
              <a:spcBef>
                <a:spcPts val="3295"/>
              </a:spcBef>
            </a:pPr>
            <a:r>
              <a:rPr sz="3000" spc="-440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z="3000" spc="80" dirty="0">
                <a:solidFill>
                  <a:srgbClr val="000000"/>
                </a:solidFill>
                <a:latin typeface="Century Gothic"/>
                <a:cs typeface="Century Gothic"/>
              </a:rPr>
              <a:t>l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46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80" dirty="0">
                <a:solidFill>
                  <a:srgbClr val="000000"/>
                </a:solidFill>
                <a:latin typeface="Century Gothic"/>
                <a:cs typeface="Century Gothic"/>
              </a:rPr>
              <a:t>j</a:t>
            </a:r>
            <a:r>
              <a:rPr sz="3000" spc="-46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-440" dirty="0">
                <a:solidFill>
                  <a:srgbClr val="000000"/>
                </a:solidFill>
                <a:latin typeface="Century Gothic"/>
                <a:cs typeface="Century Gothic"/>
              </a:rPr>
              <a:t>cu</a:t>
            </a:r>
            <a:r>
              <a:rPr sz="3000" spc="-235" dirty="0">
                <a:solidFill>
                  <a:srgbClr val="000000"/>
                </a:solidFill>
                <a:latin typeface="Century Gothic"/>
                <a:cs typeface="Century Gothic"/>
              </a:rPr>
              <a:t>t</a:t>
            </a:r>
            <a:r>
              <a:rPr sz="3000" spc="-434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sz="3000" spc="3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46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80" dirty="0">
                <a:solidFill>
                  <a:srgbClr val="000000"/>
                </a:solidFill>
                <a:latin typeface="Century Gothic"/>
                <a:cs typeface="Century Gothic"/>
              </a:rPr>
              <a:t>l</a:t>
            </a:r>
            <a:r>
              <a:rPr sz="3000" spc="7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25" dirty="0">
                <a:solidFill>
                  <a:srgbClr val="000000"/>
                </a:solidFill>
              </a:rPr>
              <a:t>s</a:t>
            </a:r>
            <a:r>
              <a:rPr sz="3000" spc="-580" dirty="0">
                <a:solidFill>
                  <a:srgbClr val="000000"/>
                </a:solidFill>
              </a:rPr>
              <a:t>c</a:t>
            </a:r>
            <a:r>
              <a:rPr sz="3000" spc="45" dirty="0">
                <a:solidFill>
                  <a:srgbClr val="000000"/>
                </a:solidFill>
              </a:rPr>
              <a:t>r</a:t>
            </a:r>
            <a:r>
              <a:rPr sz="3000" spc="85" dirty="0">
                <a:solidFill>
                  <a:srgbClr val="000000"/>
                </a:solidFill>
              </a:rPr>
              <a:t>i</a:t>
            </a:r>
            <a:r>
              <a:rPr sz="3000" spc="-415" dirty="0">
                <a:solidFill>
                  <a:srgbClr val="000000"/>
                </a:solidFill>
              </a:rPr>
              <a:t>p</a:t>
            </a:r>
            <a:r>
              <a:rPr sz="3000" spc="-275" dirty="0">
                <a:solidFill>
                  <a:srgbClr val="000000"/>
                </a:solidFill>
              </a:rPr>
              <a:t>t</a:t>
            </a:r>
            <a:r>
              <a:rPr sz="3000" spc="45" dirty="0">
                <a:solidFill>
                  <a:srgbClr val="000000"/>
                </a:solidFill>
              </a:rPr>
              <a:t> </a:t>
            </a:r>
            <a:r>
              <a:rPr sz="3000" spc="-434" dirty="0">
                <a:solidFill>
                  <a:srgbClr val="000000"/>
                </a:solidFill>
              </a:rPr>
              <a:t>d</a:t>
            </a:r>
            <a:r>
              <a:rPr sz="3000" spc="-470" dirty="0">
                <a:solidFill>
                  <a:srgbClr val="000000"/>
                </a:solidFill>
              </a:rPr>
              <a:t>e</a:t>
            </a:r>
            <a:r>
              <a:rPr sz="3000" spc="55" dirty="0">
                <a:solidFill>
                  <a:srgbClr val="000000"/>
                </a:solidFill>
              </a:rPr>
              <a:t> </a:t>
            </a:r>
            <a:r>
              <a:rPr sz="3000" spc="-580" dirty="0">
                <a:solidFill>
                  <a:srgbClr val="000000"/>
                </a:solidFill>
              </a:rPr>
              <a:t>c</a:t>
            </a:r>
            <a:r>
              <a:rPr sz="3000" spc="-285" dirty="0">
                <a:solidFill>
                  <a:srgbClr val="000000"/>
                </a:solidFill>
              </a:rPr>
              <a:t>o</a:t>
            </a:r>
            <a:r>
              <a:rPr sz="3000" spc="-260" dirty="0">
                <a:solidFill>
                  <a:srgbClr val="000000"/>
                </a:solidFill>
              </a:rPr>
              <a:t>n</a:t>
            </a:r>
            <a:r>
              <a:rPr sz="3000" spc="-170" dirty="0">
                <a:solidFill>
                  <a:srgbClr val="000000"/>
                </a:solidFill>
              </a:rPr>
              <a:t>f</a:t>
            </a:r>
            <a:r>
              <a:rPr sz="3000" spc="85" dirty="0">
                <a:solidFill>
                  <a:srgbClr val="000000"/>
                </a:solidFill>
              </a:rPr>
              <a:t>i</a:t>
            </a:r>
            <a:r>
              <a:rPr sz="3000" spc="-390" dirty="0">
                <a:solidFill>
                  <a:srgbClr val="000000"/>
                </a:solidFill>
              </a:rPr>
              <a:t>g</a:t>
            </a:r>
            <a:r>
              <a:rPr sz="3000" spc="-245" dirty="0">
                <a:solidFill>
                  <a:srgbClr val="000000"/>
                </a:solidFill>
              </a:rPr>
              <a:t>u</a:t>
            </a:r>
            <a:r>
              <a:rPr sz="3000" spc="45" dirty="0">
                <a:solidFill>
                  <a:srgbClr val="000000"/>
                </a:solidFill>
              </a:rPr>
              <a:t>r</a:t>
            </a:r>
            <a:r>
              <a:rPr sz="3000" spc="-420" dirty="0">
                <a:solidFill>
                  <a:srgbClr val="000000"/>
                </a:solidFill>
              </a:rPr>
              <a:t>a</a:t>
            </a:r>
            <a:r>
              <a:rPr sz="3000" spc="-580" dirty="0">
                <a:solidFill>
                  <a:srgbClr val="000000"/>
                </a:solidFill>
              </a:rPr>
              <a:t>c</a:t>
            </a:r>
            <a:r>
              <a:rPr sz="3000" spc="85" dirty="0">
                <a:solidFill>
                  <a:srgbClr val="000000"/>
                </a:solidFill>
              </a:rPr>
              <a:t>i</a:t>
            </a:r>
            <a:r>
              <a:rPr sz="3000" spc="-285" dirty="0">
                <a:solidFill>
                  <a:srgbClr val="000000"/>
                </a:solidFill>
              </a:rPr>
              <a:t>ó</a:t>
            </a:r>
            <a:r>
              <a:rPr sz="3000" spc="-275" dirty="0">
                <a:solidFill>
                  <a:srgbClr val="000000"/>
                </a:solidFill>
              </a:rPr>
              <a:t>n</a:t>
            </a:r>
            <a:r>
              <a:rPr sz="3000" spc="125" dirty="0">
                <a:solidFill>
                  <a:srgbClr val="000000"/>
                </a:solidFill>
              </a:rPr>
              <a:t> </a:t>
            </a:r>
            <a:r>
              <a:rPr sz="3000" spc="-310" dirty="0">
                <a:solidFill>
                  <a:srgbClr val="000000"/>
                </a:solidFill>
                <a:latin typeface="Century Gothic"/>
                <a:cs typeface="Century Gothic"/>
              </a:rPr>
              <a:t>(</a:t>
            </a:r>
            <a:r>
              <a:rPr sz="3000" spc="30" dirty="0">
                <a:solidFill>
                  <a:srgbClr val="000000"/>
                </a:solidFill>
                <a:latin typeface="Century Gothic"/>
                <a:cs typeface="Century Gothic"/>
              </a:rPr>
              <a:t>.</a:t>
            </a:r>
            <a:r>
              <a:rPr sz="3000" spc="-315" dirty="0">
                <a:solidFill>
                  <a:srgbClr val="000000"/>
                </a:solidFill>
                <a:latin typeface="Century Gothic"/>
                <a:cs typeface="Century Gothic"/>
              </a:rPr>
              <a:t>/c</a:t>
            </a:r>
            <a:r>
              <a:rPr sz="3000" spc="-370" dirty="0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sz="3000" spc="-275" dirty="0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sz="3000" spc="-170" dirty="0">
                <a:solidFill>
                  <a:srgbClr val="000000"/>
                </a:solidFill>
                <a:latin typeface="Century Gothic"/>
                <a:cs typeface="Century Gothic"/>
              </a:rPr>
              <a:t>f</a:t>
            </a:r>
            <a:r>
              <a:rPr sz="3000" spc="85" dirty="0">
                <a:solidFill>
                  <a:srgbClr val="000000"/>
                </a:solidFill>
                <a:latin typeface="Century Gothic"/>
                <a:cs typeface="Century Gothic"/>
              </a:rPr>
              <a:t>i</a:t>
            </a:r>
            <a:r>
              <a:rPr sz="3000" spc="-405" dirty="0">
                <a:solidFill>
                  <a:srgbClr val="000000"/>
                </a:solidFill>
                <a:latin typeface="Century Gothic"/>
                <a:cs typeface="Century Gothic"/>
              </a:rPr>
              <a:t>g</a:t>
            </a:r>
            <a:r>
              <a:rPr sz="3000" spc="-155" dirty="0">
                <a:solidFill>
                  <a:srgbClr val="000000"/>
                </a:solidFill>
                <a:latin typeface="Century Gothic"/>
                <a:cs typeface="Century Gothic"/>
              </a:rPr>
              <a:t>u</a:t>
            </a:r>
            <a:r>
              <a:rPr sz="3000" spc="-75" dirty="0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sz="3000" spc="-46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-300" dirty="0">
                <a:solidFill>
                  <a:srgbClr val="000000"/>
                </a:solidFill>
                <a:latin typeface="Century Gothic"/>
                <a:cs typeface="Century Gothic"/>
              </a:rPr>
              <a:t>)</a:t>
            </a:r>
            <a:r>
              <a:rPr sz="3000" spc="2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46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sz="3000" spc="-2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415" dirty="0">
                <a:solidFill>
                  <a:srgbClr val="000000"/>
                </a:solidFill>
                <a:latin typeface="Century Gothic"/>
                <a:cs typeface="Century Gothic"/>
              </a:rPr>
              <a:t>p</a:t>
            </a:r>
            <a:r>
              <a:rPr sz="3000" spc="-300" dirty="0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sz="3000" spc="-15" dirty="0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sz="3000" spc="-85" dirty="0">
                <a:solidFill>
                  <a:srgbClr val="000000"/>
                </a:solidFill>
                <a:latin typeface="Century Gothic"/>
                <a:cs typeface="Century Gothic"/>
              </a:rPr>
              <a:t>i</a:t>
            </a:r>
            <a:r>
              <a:rPr sz="3000" spc="-254" dirty="0">
                <a:solidFill>
                  <a:srgbClr val="000000"/>
                </a:solidFill>
                <a:latin typeface="Century Gothic"/>
                <a:cs typeface="Century Gothic"/>
              </a:rPr>
              <a:t>b</a:t>
            </a:r>
            <a:r>
              <a:rPr sz="3000" spc="-95" dirty="0">
                <a:solidFill>
                  <a:srgbClr val="000000"/>
                </a:solidFill>
                <a:latin typeface="Century Gothic"/>
                <a:cs typeface="Century Gothic"/>
              </a:rPr>
              <a:t>l</a:t>
            </a:r>
            <a:r>
              <a:rPr sz="3000" spc="-29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4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430" dirty="0">
                <a:solidFill>
                  <a:srgbClr val="000000"/>
                </a:solidFill>
                <a:latin typeface="Century Gothic"/>
                <a:cs typeface="Century Gothic"/>
              </a:rPr>
              <a:t>q</a:t>
            </a:r>
            <a:r>
              <a:rPr sz="3000" spc="-355" dirty="0">
                <a:solidFill>
                  <a:srgbClr val="000000"/>
                </a:solidFill>
                <a:latin typeface="Century Gothic"/>
                <a:cs typeface="Century Gothic"/>
              </a:rPr>
              <a:t>u</a:t>
            </a:r>
            <a:r>
              <a:rPr sz="3000" spc="-37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4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280" dirty="0">
                <a:solidFill>
                  <a:srgbClr val="000000"/>
                </a:solidFill>
                <a:latin typeface="Century Gothic"/>
                <a:cs typeface="Century Gothic"/>
              </a:rPr>
              <a:t>t</a:t>
            </a:r>
            <a:r>
              <a:rPr sz="3000" spc="-46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sz="3000" spc="-405" dirty="0">
                <a:solidFill>
                  <a:srgbClr val="000000"/>
                </a:solidFill>
                <a:latin typeface="Century Gothic"/>
                <a:cs typeface="Century Gothic"/>
              </a:rPr>
              <a:t>g</a:t>
            </a:r>
            <a:r>
              <a:rPr sz="3000" spc="-420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z="3000" spc="-25" dirty="0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430" dirty="0">
                <a:solidFill>
                  <a:srgbClr val="000000"/>
                </a:solidFill>
                <a:latin typeface="Century Gothic"/>
                <a:cs typeface="Century Gothic"/>
              </a:rPr>
              <a:t>p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sz="3000" spc="-295" dirty="0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sz="3000" spc="-430" dirty="0">
                <a:solidFill>
                  <a:srgbClr val="000000"/>
                </a:solidFill>
                <a:latin typeface="Century Gothic"/>
                <a:cs typeface="Century Gothic"/>
              </a:rPr>
              <a:t>b</a:t>
            </a:r>
            <a:r>
              <a:rPr sz="3000" spc="85" dirty="0">
                <a:solidFill>
                  <a:srgbClr val="000000"/>
                </a:solidFill>
                <a:latin typeface="Century Gothic"/>
                <a:cs typeface="Century Gothic"/>
              </a:rPr>
              <a:t>l</a:t>
            </a:r>
            <a:r>
              <a:rPr sz="3000" spc="-46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-515" dirty="0">
                <a:solidFill>
                  <a:srgbClr val="000000"/>
                </a:solidFill>
                <a:latin typeface="Century Gothic"/>
                <a:cs typeface="Century Gothic"/>
              </a:rPr>
              <a:t>m</a:t>
            </a:r>
            <a:r>
              <a:rPr sz="3000" spc="-355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z="3000" spc="-25" dirty="0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000000"/>
                </a:solidFill>
                <a:latin typeface="Century Gothic"/>
                <a:cs typeface="Century Gothic"/>
              </a:rPr>
              <a:t>, </a:t>
            </a:r>
            <a:r>
              <a:rPr sz="3000" spc="-430" dirty="0">
                <a:solidFill>
                  <a:srgbClr val="000000"/>
                </a:solidFill>
                <a:latin typeface="Century Gothic"/>
                <a:cs typeface="Century Gothic"/>
              </a:rPr>
              <a:t>pa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sz="3000" spc="-434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25" dirty="0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sz="3000" spc="-295" dirty="0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sz="3000" spc="-50" dirty="0">
                <a:solidFill>
                  <a:srgbClr val="000000"/>
                </a:solidFill>
                <a:latin typeface="Century Gothic"/>
                <a:cs typeface="Century Gothic"/>
              </a:rPr>
              <a:t>l</a:t>
            </a:r>
            <a:r>
              <a:rPr sz="3000" spc="-125" dirty="0">
                <a:solidFill>
                  <a:srgbClr val="000000"/>
                </a:solidFill>
                <a:latin typeface="Century Gothic"/>
                <a:cs typeface="Century Gothic"/>
              </a:rPr>
              <a:t>u</a:t>
            </a:r>
            <a:r>
              <a:rPr sz="3000" spc="-235" dirty="0">
                <a:solidFill>
                  <a:srgbClr val="000000"/>
                </a:solidFill>
                <a:latin typeface="Century Gothic"/>
                <a:cs typeface="Century Gothic"/>
              </a:rPr>
              <a:t>ci</a:t>
            </a:r>
            <a:r>
              <a:rPr sz="3000" spc="-355" dirty="0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sz="3000" spc="-275" dirty="0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sz="3000" spc="-420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z="3000" spc="25" dirty="0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sz="3000" spc="85" dirty="0">
                <a:solidFill>
                  <a:srgbClr val="000000"/>
                </a:solidFill>
                <a:latin typeface="Century Gothic"/>
                <a:cs typeface="Century Gothic"/>
              </a:rPr>
              <a:t>l</a:t>
            </a:r>
            <a:r>
              <a:rPr sz="3000" spc="-295" dirty="0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sz="3000" spc="3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85" dirty="0">
                <a:solidFill>
                  <a:srgbClr val="000000"/>
                </a:solidFill>
                <a:latin typeface="Century Gothic"/>
                <a:cs typeface="Century Gothic"/>
              </a:rPr>
              <a:t>i</a:t>
            </a:r>
            <a:r>
              <a:rPr sz="3000" spc="-275" dirty="0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sz="3000" spc="-25" dirty="0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sz="3000" spc="-275" dirty="0">
                <a:solidFill>
                  <a:srgbClr val="000000"/>
                </a:solidFill>
                <a:latin typeface="Century Gothic"/>
                <a:cs typeface="Century Gothic"/>
              </a:rPr>
              <a:t>t</a:t>
            </a:r>
            <a:r>
              <a:rPr sz="3000" spc="-434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z="3000" spc="85" dirty="0">
                <a:solidFill>
                  <a:srgbClr val="000000"/>
                </a:solidFill>
                <a:latin typeface="Century Gothic"/>
                <a:cs typeface="Century Gothic"/>
              </a:rPr>
              <a:t>l</a:t>
            </a:r>
            <a:r>
              <a:rPr sz="3000" spc="-434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z="3000" spc="-17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85" dirty="0">
                <a:solidFill>
                  <a:srgbClr val="000000"/>
                </a:solidFill>
                <a:latin typeface="Century Gothic"/>
                <a:cs typeface="Century Gothic"/>
              </a:rPr>
              <a:t>l</a:t>
            </a:r>
            <a:r>
              <a:rPr sz="3000" spc="-295" dirty="0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sz="3000" spc="-25" dirty="0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415" dirty="0">
                <a:solidFill>
                  <a:srgbClr val="000000"/>
                </a:solidFill>
                <a:latin typeface="Century Gothic"/>
                <a:cs typeface="Century Gothic"/>
              </a:rPr>
              <a:t>p</a:t>
            </a:r>
            <a:r>
              <a:rPr sz="3000" spc="-430" dirty="0">
                <a:solidFill>
                  <a:srgbClr val="000000"/>
                </a:solidFill>
                <a:latin typeface="Century Gothic"/>
                <a:cs typeface="Century Gothic"/>
              </a:rPr>
              <a:t>aq</a:t>
            </a:r>
            <a:r>
              <a:rPr sz="3000" spc="-355" dirty="0">
                <a:solidFill>
                  <a:srgbClr val="000000"/>
                </a:solidFill>
                <a:latin typeface="Century Gothic"/>
                <a:cs typeface="Century Gothic"/>
              </a:rPr>
              <a:t>u</a:t>
            </a:r>
            <a:r>
              <a:rPr sz="3000" spc="-36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-280" dirty="0">
                <a:solidFill>
                  <a:srgbClr val="000000"/>
                </a:solidFill>
                <a:latin typeface="Century Gothic"/>
                <a:cs typeface="Century Gothic"/>
              </a:rPr>
              <a:t>t</a:t>
            </a:r>
            <a:r>
              <a:rPr sz="3000" spc="-46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440" dirty="0">
                <a:solidFill>
                  <a:srgbClr val="000000"/>
                </a:solidFill>
                <a:latin typeface="Century Gothic"/>
                <a:cs typeface="Century Gothic"/>
              </a:rPr>
              <a:t>d</a:t>
            </a:r>
            <a:r>
              <a:rPr sz="3000" spc="-46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-430" dirty="0">
                <a:solidFill>
                  <a:srgbClr val="000000"/>
                </a:solidFill>
                <a:latin typeface="Century Gothic"/>
                <a:cs typeface="Century Gothic"/>
              </a:rPr>
              <a:t>p</a:t>
            </a:r>
            <a:r>
              <a:rPr sz="3000" spc="-46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sz="3000" spc="-455" dirty="0">
                <a:solidFill>
                  <a:srgbClr val="000000"/>
                </a:solidFill>
                <a:latin typeface="Century Gothic"/>
                <a:cs typeface="Century Gothic"/>
              </a:rPr>
              <a:t>d</a:t>
            </a:r>
            <a:r>
              <a:rPr sz="3000" spc="85" dirty="0">
                <a:solidFill>
                  <a:srgbClr val="000000"/>
                </a:solidFill>
                <a:latin typeface="Century Gothic"/>
                <a:cs typeface="Century Gothic"/>
              </a:rPr>
              <a:t>i</a:t>
            </a:r>
            <a:r>
              <a:rPr sz="3000" spc="-46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sz="3000" spc="-280" dirty="0">
                <a:solidFill>
                  <a:srgbClr val="000000"/>
                </a:solidFill>
                <a:latin typeface="Century Gothic"/>
                <a:cs typeface="Century Gothic"/>
              </a:rPr>
              <a:t>t</a:t>
            </a:r>
            <a:r>
              <a:rPr sz="3000" spc="-46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sz="3000" spc="4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275" dirty="0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sz="3000" spc="-46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-530" dirty="0">
                <a:solidFill>
                  <a:srgbClr val="000000"/>
                </a:solidFill>
                <a:latin typeface="Century Gothic"/>
                <a:cs typeface="Century Gothic"/>
              </a:rPr>
              <a:t>c</a:t>
            </a:r>
            <a:r>
              <a:rPr sz="3000" spc="-52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sz="3000" spc="-434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sz="3000" spc="85" dirty="0">
                <a:solidFill>
                  <a:srgbClr val="000000"/>
                </a:solidFill>
                <a:latin typeface="Century Gothic"/>
                <a:cs typeface="Century Gothic"/>
              </a:rPr>
              <a:t>i</a:t>
            </a:r>
            <a:r>
              <a:rPr sz="3000" spc="-295" dirty="0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sz="3000" spc="-25" dirty="0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310" dirty="0">
                <a:solidFill>
                  <a:srgbClr val="000000"/>
                </a:solidFill>
                <a:latin typeface="Century Gothic"/>
                <a:cs typeface="Century Gothic"/>
              </a:rPr>
              <a:t>(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sz="3000" spc="-46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-434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z="3000" spc="-455" dirty="0">
                <a:solidFill>
                  <a:srgbClr val="000000"/>
                </a:solidFill>
                <a:latin typeface="Century Gothic"/>
                <a:cs typeface="Century Gothic"/>
              </a:rPr>
              <a:t>d</a:t>
            </a:r>
            <a:r>
              <a:rPr sz="3000" spc="85" dirty="0">
                <a:solidFill>
                  <a:srgbClr val="000000"/>
                </a:solidFill>
                <a:latin typeface="Century Gothic"/>
                <a:cs typeface="Century Gothic"/>
              </a:rPr>
              <a:t>li</a:t>
            </a:r>
            <a:r>
              <a:rPr sz="3000" spc="-275" dirty="0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sz="3000" spc="-470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405" dirty="0">
                <a:solidFill>
                  <a:srgbClr val="000000"/>
                </a:solidFill>
                <a:latin typeface="Century Gothic"/>
                <a:cs typeface="Century Gothic"/>
              </a:rPr>
              <a:t>y</a:t>
            </a:r>
            <a:r>
              <a:rPr sz="3000" spc="3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dirty="0">
                <a:solidFill>
                  <a:srgbClr val="000000"/>
                </a:solidFill>
                <a:latin typeface="Century Gothic"/>
                <a:cs typeface="Century Gothic"/>
              </a:rPr>
              <a:t>zl</a:t>
            </a:r>
            <a:r>
              <a:rPr sz="3000" spc="10" dirty="0">
                <a:solidFill>
                  <a:srgbClr val="000000"/>
                </a:solidFill>
                <a:latin typeface="Century Gothic"/>
                <a:cs typeface="Century Gothic"/>
              </a:rPr>
              <a:t>i</a:t>
            </a:r>
            <a:r>
              <a:rPr sz="3000" spc="-430" dirty="0">
                <a:solidFill>
                  <a:srgbClr val="000000"/>
                </a:solidFill>
                <a:latin typeface="Century Gothic"/>
                <a:cs typeface="Century Gothic"/>
              </a:rPr>
              <a:t>b</a:t>
            </a:r>
            <a:r>
              <a:rPr sz="3000" spc="-145" dirty="0">
                <a:solidFill>
                  <a:srgbClr val="000000"/>
                </a:solidFill>
                <a:latin typeface="Century Gothic"/>
                <a:cs typeface="Century Gothic"/>
              </a:rPr>
              <a:t>).</a:t>
            </a:r>
            <a:endParaRPr sz="30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9580" y="4697729"/>
            <a:ext cx="5514340" cy="454659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40" dirty="0">
                <a:latin typeface="Century Gothic"/>
                <a:cs typeface="Century Gothic"/>
              </a:rPr>
              <a:t>-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55" dirty="0">
                <a:latin typeface="Century Gothic"/>
                <a:cs typeface="Century Gothic"/>
              </a:rPr>
              <a:t>i</a:t>
            </a:r>
            <a:r>
              <a:rPr sz="3000" spc="-135" dirty="0">
                <a:latin typeface="Century Gothic"/>
                <a:cs typeface="Century Gothic"/>
              </a:rPr>
              <a:t>n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85" dirty="0">
                <a:latin typeface="Century Gothic"/>
                <a:cs typeface="Century Gothic"/>
              </a:rPr>
              <a:t>i</a:t>
            </a:r>
            <a:r>
              <a:rPr sz="3000" spc="-270" dirty="0">
                <a:latin typeface="Century Gothic"/>
                <a:cs typeface="Century Gothic"/>
              </a:rPr>
              <a:t>b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85" dirty="0">
                <a:latin typeface="Century Gothic"/>
                <a:cs typeface="Century Gothic"/>
              </a:rPr>
              <a:t>li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135" dirty="0">
                <a:latin typeface="Century Gothic"/>
                <a:cs typeface="Century Gothic"/>
              </a:rPr>
              <a:t>-</a:t>
            </a:r>
            <a:r>
              <a:rPr sz="3000" spc="-254" dirty="0">
                <a:latin typeface="Century Gothic"/>
                <a:cs typeface="Century Gothic"/>
              </a:rPr>
              <a:t>d</a:t>
            </a:r>
            <a:r>
              <a:rPr sz="3000" spc="-440" dirty="0">
                <a:latin typeface="Century Gothic"/>
                <a:cs typeface="Century Gothic"/>
              </a:rPr>
              <a:t>ev</a:t>
            </a:r>
            <a:endParaRPr sz="30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9580" y="5259070"/>
            <a:ext cx="4792980" cy="454659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40" dirty="0">
                <a:latin typeface="Century Gothic"/>
                <a:cs typeface="Century Gothic"/>
              </a:rPr>
              <a:t>-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55" dirty="0">
                <a:latin typeface="Century Gothic"/>
                <a:cs typeface="Century Gothic"/>
              </a:rPr>
              <a:t>i</a:t>
            </a:r>
            <a:r>
              <a:rPr sz="3000" spc="-135" dirty="0">
                <a:latin typeface="Century Gothic"/>
                <a:cs typeface="Century Gothic"/>
              </a:rPr>
              <a:t>n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" dirty="0">
                <a:latin typeface="Century Gothic"/>
                <a:cs typeface="Century Gothic"/>
              </a:rPr>
              <a:t>z</a:t>
            </a:r>
            <a:r>
              <a:rPr sz="3000" spc="-15" dirty="0">
                <a:latin typeface="Century Gothic"/>
                <a:cs typeface="Century Gothic"/>
              </a:rPr>
              <a:t>l</a:t>
            </a:r>
            <a:r>
              <a:rPr sz="3000" spc="-85" dirty="0">
                <a:latin typeface="Century Gothic"/>
                <a:cs typeface="Century Gothic"/>
              </a:rPr>
              <a:t>i</a:t>
            </a:r>
            <a:r>
              <a:rPr sz="3000" spc="-270" dirty="0">
                <a:latin typeface="Century Gothic"/>
                <a:cs typeface="Century Gothic"/>
              </a:rPr>
              <a:t>b</a:t>
            </a:r>
            <a:r>
              <a:rPr sz="3000" spc="-155" dirty="0">
                <a:latin typeface="Century Gothic"/>
                <a:cs typeface="Century Gothic"/>
              </a:rPr>
              <a:t>1</a:t>
            </a:r>
            <a:r>
              <a:rPr sz="3000" spc="-185" dirty="0">
                <a:latin typeface="Century Gothic"/>
                <a:cs typeface="Century Gothic"/>
              </a:rPr>
              <a:t>g</a:t>
            </a:r>
            <a:r>
              <a:rPr sz="3000" spc="40" dirty="0">
                <a:latin typeface="Century Gothic"/>
                <a:cs typeface="Century Gothic"/>
              </a:rPr>
              <a:t>-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385" dirty="0">
                <a:latin typeface="Century Gothic"/>
                <a:cs typeface="Century Gothic"/>
              </a:rPr>
              <a:t>v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/>
          <p:nvPr/>
        </p:nvSpPr>
        <p:spPr>
          <a:xfrm>
            <a:off x="7183119" y="3478529"/>
            <a:ext cx="875030" cy="454659"/>
          </a:xfrm>
          <a:custGeom>
            <a:avLst/>
            <a:gdLst/>
            <a:ahLst/>
            <a:cxnLst/>
            <a:rect l="l" t="t" r="r" b="b"/>
            <a:pathLst>
              <a:path w="875029" h="454660">
                <a:moveTo>
                  <a:pt x="0" y="454660"/>
                </a:moveTo>
                <a:lnTo>
                  <a:pt x="875029" y="454660"/>
                </a:lnTo>
                <a:lnTo>
                  <a:pt x="875029" y="0"/>
                </a:lnTo>
                <a:lnTo>
                  <a:pt x="0" y="0"/>
                </a:lnTo>
                <a:lnTo>
                  <a:pt x="0" y="45466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607310" y="5547359"/>
            <a:ext cx="1860550" cy="454659"/>
          </a:xfrm>
          <a:custGeom>
            <a:avLst/>
            <a:gdLst/>
            <a:ahLst/>
            <a:cxnLst/>
            <a:rect l="l" t="t" r="r" b="b"/>
            <a:pathLst>
              <a:path w="1860550" h="454660">
                <a:moveTo>
                  <a:pt x="0" y="454659"/>
                </a:moveTo>
                <a:lnTo>
                  <a:pt x="1860550" y="454659"/>
                </a:lnTo>
                <a:lnTo>
                  <a:pt x="1860550" y="0"/>
                </a:lnTo>
                <a:lnTo>
                  <a:pt x="0" y="0"/>
                </a:lnTo>
                <a:lnTo>
                  <a:pt x="0" y="45465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36880" y="1876509"/>
            <a:ext cx="9107170" cy="5104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33830">
              <a:lnSpc>
                <a:spcPct val="100000"/>
              </a:lnSpc>
            </a:pPr>
            <a:r>
              <a:rPr sz="4400" spc="6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3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35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69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-85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40" dirty="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459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525" dirty="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sz="4400" spc="-54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540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4400" spc="-52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5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135" dirty="0">
                <a:solidFill>
                  <a:srgbClr val="1B1B1B"/>
                </a:solidFill>
                <a:latin typeface="Century Gothic"/>
                <a:cs typeface="Century Gothic"/>
              </a:rPr>
              <a:t>F</a:t>
            </a:r>
            <a:r>
              <a:rPr sz="4400" spc="-160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550" dirty="0">
                <a:solidFill>
                  <a:srgbClr val="1B1B1B"/>
                </a:solidFill>
                <a:latin typeface="Century Gothic"/>
                <a:cs typeface="Century Gothic"/>
              </a:rPr>
              <a:t>te</a:t>
            </a:r>
            <a:endParaRPr sz="4400">
              <a:latin typeface="Century Gothic"/>
              <a:cs typeface="Century Gothic"/>
            </a:endParaRPr>
          </a:p>
          <a:p>
            <a:pPr marL="335280" indent="-322580">
              <a:lnSpc>
                <a:spcPct val="100000"/>
              </a:lnSpc>
              <a:spcBef>
                <a:spcPts val="3269"/>
              </a:spcBef>
              <a:buFont typeface="Century Gothic"/>
              <a:buAutoNum type="arabicParenR" startAt="4"/>
              <a:tabLst>
                <a:tab pos="336550" algn="l"/>
              </a:tabLst>
            </a:pPr>
            <a:r>
              <a:rPr sz="3000" spc="-320" dirty="0">
                <a:latin typeface="Century Gothic"/>
                <a:cs typeface="Century Gothic"/>
              </a:rPr>
              <a:t>C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85" dirty="0">
                <a:latin typeface="Century Gothic"/>
                <a:cs typeface="Century Gothic"/>
              </a:rPr>
              <a:t>l</a:t>
            </a:r>
            <a:r>
              <a:rPr sz="3000" spc="-270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320" dirty="0">
                <a:latin typeface="Century Gothic"/>
                <a:cs typeface="Century Gothic"/>
              </a:rPr>
              <a:t>C</a:t>
            </a:r>
            <a:r>
              <a:rPr sz="3000" spc="-285" dirty="0">
                <a:latin typeface="Century Gothic"/>
                <a:cs typeface="Century Gothic"/>
              </a:rPr>
              <a:t>on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40" dirty="0">
                <a:latin typeface="Century Gothic"/>
                <a:cs typeface="Century Gothic"/>
              </a:rPr>
              <a:t>i</a:t>
            </a:r>
            <a:r>
              <a:rPr sz="3000" spc="70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444500" lvl="1" indent="-215900">
              <a:lnSpc>
                <a:spcPct val="100000"/>
              </a:lnSpc>
              <a:spcBef>
                <a:spcPts val="1110"/>
              </a:spcBef>
              <a:buFont typeface="Century Gothic"/>
              <a:buAutoNum type="arabicPeriod"/>
              <a:tabLst>
                <a:tab pos="558165" algn="l"/>
              </a:tabLst>
            </a:pPr>
            <a:r>
              <a:rPr sz="3000" spc="-320" dirty="0">
                <a:latin typeface="Century Gothic"/>
                <a:cs typeface="Century Gothic"/>
              </a:rPr>
              <a:t>C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75" dirty="0">
                <a:latin typeface="Century Gothic"/>
                <a:cs typeface="Century Gothic"/>
              </a:rPr>
              <a:t>i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55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ó</a:t>
            </a:r>
            <a:r>
              <a:rPr sz="3000" spc="-55" dirty="0">
                <a:latin typeface="Century Gothic"/>
                <a:cs typeface="Century Gothic"/>
              </a:rPr>
              <a:t>l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55" dirty="0">
                <a:latin typeface="Century Gothic"/>
                <a:cs typeface="Century Gothic"/>
              </a:rPr>
              <a:t> </a:t>
            </a:r>
            <a:r>
              <a:rPr sz="3000" spc="-280" dirty="0">
                <a:latin typeface="Century Gothic"/>
                <a:cs typeface="Century Gothic"/>
              </a:rPr>
              <a:t>P</a:t>
            </a:r>
            <a:r>
              <a:rPr sz="3000" spc="-285" dirty="0">
                <a:latin typeface="Century Gothic"/>
                <a:cs typeface="Century Gothic"/>
              </a:rPr>
              <a:t>o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385" dirty="0">
                <a:latin typeface="Century Gothic"/>
                <a:cs typeface="Century Gothic"/>
              </a:rPr>
              <a:t>g</a:t>
            </a:r>
            <a:r>
              <a:rPr sz="3000" spc="45" dirty="0">
                <a:latin typeface="Century Gothic"/>
                <a:cs typeface="Century Gothic"/>
              </a:rPr>
              <a:t>r</a:t>
            </a:r>
            <a:r>
              <a:rPr sz="3000" spc="-459" dirty="0">
                <a:latin typeface="Century Gothic"/>
                <a:cs typeface="Century Gothic"/>
              </a:rPr>
              <a:t>e</a:t>
            </a:r>
            <a:r>
              <a:rPr sz="3000" spc="10" dirty="0">
                <a:latin typeface="Century Gothic"/>
                <a:cs typeface="Century Gothic"/>
              </a:rPr>
              <a:t>S</a:t>
            </a:r>
            <a:r>
              <a:rPr sz="3000" spc="20" dirty="0">
                <a:latin typeface="Century Gothic"/>
                <a:cs typeface="Century Gothic"/>
              </a:rPr>
              <a:t>Q</a:t>
            </a:r>
            <a:r>
              <a:rPr sz="3000" spc="-100" dirty="0">
                <a:latin typeface="Century Gothic"/>
                <a:cs typeface="Century Gothic"/>
              </a:rPr>
              <a:t>L</a:t>
            </a:r>
            <a:r>
              <a:rPr sz="3000" spc="30" dirty="0">
                <a:latin typeface="Century Gothic"/>
                <a:cs typeface="Century Gothic"/>
              </a:rPr>
              <a:t>. </a:t>
            </a:r>
            <a:r>
              <a:rPr sz="3000" spc="-320" dirty="0">
                <a:latin typeface="Century Gothic"/>
                <a:cs typeface="Century Gothic"/>
              </a:rPr>
              <a:t>C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515" dirty="0">
                <a:latin typeface="Century Gothic"/>
                <a:cs typeface="Century Gothic"/>
              </a:rPr>
              <a:t>m</a:t>
            </a:r>
            <a:r>
              <a:rPr sz="3000" spc="-370" dirty="0">
                <a:latin typeface="Century Gothic"/>
                <a:cs typeface="Century Gothic"/>
              </a:rPr>
              <a:t>a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50" dirty="0">
                <a:latin typeface="Century Gothic"/>
                <a:cs typeface="Century Gothic"/>
              </a:rPr>
              <a:t> 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140" dirty="0">
                <a:latin typeface="Century Gothic"/>
                <a:cs typeface="Century Gothic"/>
              </a:rPr>
              <a:t>k</a:t>
            </a:r>
            <a:r>
              <a:rPr sz="3000" spc="-455" dirty="0">
                <a:latin typeface="Century Gothic"/>
                <a:cs typeface="Century Gothic"/>
              </a:rPr>
              <a:t>e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3000" spc="-440" dirty="0">
                <a:latin typeface="Century Gothic"/>
                <a:cs typeface="Century Gothic"/>
              </a:rPr>
              <a:t>A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300" dirty="0">
                <a:latin typeface="Century Gothic"/>
                <a:cs typeface="Century Gothic"/>
              </a:rPr>
              <a:t>Po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dirty="0">
                <a:latin typeface="Century Gothic"/>
                <a:cs typeface="Century Gothic"/>
              </a:rPr>
              <a:t>SQ</a:t>
            </a:r>
            <a:r>
              <a:rPr sz="3000" spc="-155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15" dirty="0">
                <a:latin typeface="Century Gothic"/>
                <a:cs typeface="Century Gothic"/>
              </a:rPr>
              <a:t>i</a:t>
            </a:r>
            <a:r>
              <a:rPr sz="3000" spc="45" dirty="0">
                <a:latin typeface="Century Gothic"/>
                <a:cs typeface="Century Gothic"/>
              </a:rPr>
              <a:t>s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530" dirty="0">
                <a:latin typeface="Century Gothic"/>
                <a:cs typeface="Century Gothic"/>
              </a:rPr>
              <a:t>c</a:t>
            </a:r>
            <a:r>
              <a:rPr sz="3000" spc="-525" dirty="0">
                <a:latin typeface="Century Gothic"/>
                <a:cs typeface="Century Gothic"/>
              </a:rPr>
              <a:t>e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-135" dirty="0">
                <a:latin typeface="Century Gothic"/>
                <a:cs typeface="Century Gothic"/>
              </a:rPr>
              <a:t>u</a:t>
            </a:r>
            <a:r>
              <a:rPr sz="3000" spc="-40" dirty="0">
                <a:latin typeface="Century Gothic"/>
                <a:cs typeface="Century Gothic"/>
              </a:rPr>
              <a:t>l</a:t>
            </a:r>
            <a:r>
              <a:rPr sz="3000" spc="-95" dirty="0">
                <a:latin typeface="Century Gothic"/>
                <a:cs typeface="Century Gothic"/>
              </a:rPr>
              <a:t>l</a:t>
            </a:r>
            <a:r>
              <a:rPr sz="3000" spc="-245" dirty="0">
                <a:latin typeface="Century Gothic"/>
                <a:cs typeface="Century Gothic"/>
              </a:rPr>
              <a:t>y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0" dirty="0">
                <a:latin typeface="Century Gothic"/>
                <a:cs typeface="Century Gothic"/>
              </a:rPr>
              <a:t>. </a:t>
            </a:r>
            <a:r>
              <a:rPr sz="3000" spc="-355" dirty="0">
                <a:latin typeface="Century Gothic"/>
                <a:cs typeface="Century Gothic"/>
              </a:rPr>
              <a:t>R</a:t>
            </a:r>
            <a:r>
              <a:rPr sz="3000" spc="-370" dirty="0">
                <a:latin typeface="Century Gothic"/>
                <a:cs typeface="Century Gothic"/>
              </a:rPr>
              <a:t>e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05" dirty="0">
                <a:latin typeface="Century Gothic"/>
                <a:cs typeface="Century Gothic"/>
              </a:rPr>
              <a:t>y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85" dirty="0">
                <a:latin typeface="Century Gothic"/>
                <a:cs typeface="Century Gothic"/>
              </a:rPr>
              <a:t>ll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444500" marR="5080" lvl="1" indent="-215900">
              <a:lnSpc>
                <a:spcPct val="99300"/>
              </a:lnSpc>
              <a:spcBef>
                <a:spcPts val="1425"/>
              </a:spcBef>
              <a:buFont typeface="Century Gothic"/>
              <a:buAutoNum type="arabicPeriod" startAt="2"/>
              <a:tabLst>
                <a:tab pos="558165" algn="l"/>
              </a:tabLst>
            </a:pPr>
            <a:r>
              <a:rPr sz="3000" spc="-320" dirty="0">
                <a:latin typeface="Century Gothic"/>
                <a:cs typeface="Century Gothic"/>
              </a:rPr>
              <a:t>C</a:t>
            </a:r>
            <a:r>
              <a:rPr sz="3000" spc="-285" dirty="0">
                <a:latin typeface="Century Gothic"/>
                <a:cs typeface="Century Gothic"/>
              </a:rPr>
              <a:t>on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325" dirty="0">
                <a:latin typeface="Century Gothic"/>
                <a:cs typeface="Century Gothic"/>
              </a:rPr>
              <a:t>ucci</a:t>
            </a:r>
            <a:r>
              <a:rPr sz="3000" spc="-390" dirty="0">
                <a:latin typeface="Century Gothic"/>
                <a:cs typeface="Century Gothic"/>
              </a:rPr>
              <a:t>ó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295" dirty="0">
                <a:latin typeface="Century Gothic"/>
                <a:cs typeface="Century Gothic"/>
              </a:rPr>
              <a:t>Po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285" dirty="0">
                <a:latin typeface="Century Gothic"/>
                <a:cs typeface="Century Gothic"/>
              </a:rPr>
              <a:t>on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34" dirty="0">
                <a:latin typeface="Century Gothic"/>
                <a:cs typeface="Century Gothic"/>
              </a:rPr>
              <a:t>c</a:t>
            </a:r>
            <a:r>
              <a:rPr sz="3000" spc="-400" dirty="0">
                <a:latin typeface="Century Gothic"/>
                <a:cs typeface="Century Gothic"/>
              </a:rPr>
              <a:t>u</a:t>
            </a:r>
            <a:r>
              <a:rPr sz="3000" spc="-570" dirty="0">
                <a:latin typeface="Century Gothic"/>
                <a:cs typeface="Century Gothic"/>
              </a:rPr>
              <a:t>m</a:t>
            </a:r>
            <a:r>
              <a:rPr sz="3000" spc="-38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395" dirty="0">
                <a:latin typeface="Century Gothic"/>
                <a:cs typeface="Century Gothic"/>
              </a:rPr>
              <a:t>c</a:t>
            </a:r>
            <a:r>
              <a:rPr sz="3000" spc="-114" dirty="0">
                <a:latin typeface="Century Gothic"/>
                <a:cs typeface="Century Gothic"/>
              </a:rPr>
              <a:t>i</a:t>
            </a:r>
            <a:r>
              <a:rPr sz="3000" spc="-300" dirty="0">
                <a:latin typeface="Century Gothic"/>
                <a:cs typeface="Century Gothic"/>
              </a:rPr>
              <a:t>ó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125" dirty="0">
                <a:latin typeface="Century Gothic"/>
                <a:cs typeface="Century Gothic"/>
              </a:rPr>
              <a:t> </a:t>
            </a:r>
            <a:r>
              <a:rPr sz="3000" spc="-95" dirty="0">
                <a:latin typeface="Century Gothic"/>
                <a:cs typeface="Century Gothic"/>
              </a:rPr>
              <a:t>(</a:t>
            </a:r>
            <a:r>
              <a:rPr sz="3000" spc="-160" dirty="0">
                <a:latin typeface="Century Gothic"/>
                <a:cs typeface="Century Gothic"/>
              </a:rPr>
              <a:t>H</a:t>
            </a:r>
            <a:r>
              <a:rPr sz="3000" spc="204" dirty="0">
                <a:latin typeface="Century Gothic"/>
                <a:cs typeface="Century Gothic"/>
              </a:rPr>
              <a:t>T</a:t>
            </a:r>
            <a:r>
              <a:rPr sz="3000" spc="-280" dirty="0">
                <a:latin typeface="Century Gothic"/>
                <a:cs typeface="Century Gothic"/>
              </a:rPr>
              <a:t>M</a:t>
            </a:r>
            <a:r>
              <a:rPr sz="3000" spc="-155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05" dirty="0">
                <a:latin typeface="Century Gothic"/>
                <a:cs typeface="Century Gothic"/>
              </a:rPr>
              <a:t>y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515" dirty="0">
                <a:latin typeface="Century Gothic"/>
                <a:cs typeface="Century Gothic"/>
              </a:rPr>
              <a:t>m</a:t>
            </a:r>
            <a:r>
              <a:rPr sz="3000" spc="-370" dirty="0">
                <a:latin typeface="Century Gothic"/>
                <a:cs typeface="Century Gothic"/>
              </a:rPr>
              <a:t>a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300" dirty="0">
                <a:latin typeface="Century Gothic"/>
                <a:cs typeface="Century Gothic"/>
              </a:rPr>
              <a:t>)</a:t>
            </a:r>
            <a:r>
              <a:rPr sz="3000" spc="25" dirty="0">
                <a:latin typeface="Century Gothic"/>
                <a:cs typeface="Century Gothic"/>
              </a:rPr>
              <a:t> </a:t>
            </a:r>
            <a:r>
              <a:rPr sz="3000" spc="-405" dirty="0">
                <a:latin typeface="Century Gothic"/>
                <a:cs typeface="Century Gothic"/>
              </a:rPr>
              <a:t>y</a:t>
            </a:r>
            <a:r>
              <a:rPr sz="3000" spc="2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55" dirty="0">
                <a:latin typeface="Century Gothic"/>
                <a:cs typeface="Century Gothic"/>
              </a:rPr>
              <a:t>l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295" dirty="0">
                <a:latin typeface="Century Gothic"/>
                <a:cs typeface="Century Gothic"/>
              </a:rPr>
              <a:t>ó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135" dirty="0">
                <a:latin typeface="Century Gothic"/>
                <a:cs typeface="Century Gothic"/>
              </a:rPr>
              <a:t>u</a:t>
            </a:r>
            <a:r>
              <a:rPr sz="3000" spc="-40" dirty="0">
                <a:latin typeface="Century Gothic"/>
                <a:cs typeface="Century Gothic"/>
              </a:rPr>
              <a:t>l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175" dirty="0">
                <a:latin typeface="Century Gothic"/>
                <a:cs typeface="Century Gothic"/>
              </a:rPr>
              <a:t>ic</a:t>
            </a:r>
            <a:r>
              <a:rPr sz="3000" spc="-75" dirty="0">
                <a:latin typeface="Century Gothic"/>
                <a:cs typeface="Century Gothic"/>
              </a:rPr>
              <a:t>i</a:t>
            </a:r>
            <a:r>
              <a:rPr sz="3000" spc="-285" dirty="0">
                <a:latin typeface="Century Gothic"/>
                <a:cs typeface="Century Gothic"/>
              </a:rPr>
              <a:t>on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360" dirty="0">
                <a:latin typeface="Century Gothic"/>
                <a:cs typeface="Century Gothic"/>
              </a:rPr>
              <a:t>(c</a:t>
            </a:r>
            <a:r>
              <a:rPr sz="3000" spc="-450" dirty="0">
                <a:latin typeface="Century Gothic"/>
                <a:cs typeface="Century Gothic"/>
              </a:rPr>
              <a:t>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30" dirty="0">
                <a:latin typeface="Century Gothic"/>
                <a:cs typeface="Century Gothic"/>
              </a:rPr>
              <a:t>b</a:t>
            </a:r>
            <a:r>
              <a:rPr sz="3000" spc="-310" dirty="0">
                <a:latin typeface="Century Gothic"/>
                <a:cs typeface="Century Gothic"/>
              </a:rPr>
              <a:t>)</a:t>
            </a:r>
            <a:r>
              <a:rPr sz="3000" spc="30" dirty="0">
                <a:latin typeface="Century Gothic"/>
                <a:cs typeface="Century Gothic"/>
              </a:rPr>
              <a:t>. </a:t>
            </a:r>
            <a:r>
              <a:rPr sz="3000" spc="-320" dirty="0">
                <a:latin typeface="Century Gothic"/>
                <a:cs typeface="Century Gothic"/>
              </a:rPr>
              <a:t>C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50" dirty="0">
                <a:latin typeface="Century Gothic"/>
                <a:cs typeface="Century Gothic"/>
              </a:rPr>
              <a:t> </a:t>
            </a:r>
            <a:r>
              <a:rPr sz="3000" spc="-515" dirty="0">
                <a:latin typeface="Century Gothic"/>
                <a:cs typeface="Century Gothic"/>
              </a:rPr>
              <a:t>m</a:t>
            </a:r>
            <a:r>
              <a:rPr sz="3000" spc="-355" dirty="0">
                <a:latin typeface="Century Gothic"/>
                <a:cs typeface="Century Gothic"/>
              </a:rPr>
              <a:t>a</a:t>
            </a:r>
            <a:r>
              <a:rPr sz="3000" spc="-140" dirty="0">
                <a:latin typeface="Century Gothic"/>
                <a:cs typeface="Century Gothic"/>
              </a:rPr>
              <a:t>k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575" dirty="0">
                <a:latin typeface="Century Gothic"/>
                <a:cs typeface="Century Gothic"/>
              </a:rPr>
              <a:t>w</a:t>
            </a:r>
            <a:r>
              <a:rPr sz="3000" spc="-300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30" dirty="0">
                <a:latin typeface="Century Gothic"/>
                <a:cs typeface="Century Gothic"/>
              </a:rPr>
              <a:t>d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12700" marR="1675764">
              <a:lnSpc>
                <a:spcPts val="3570"/>
              </a:lnSpc>
              <a:spcBef>
                <a:spcPts val="690"/>
              </a:spcBef>
            </a:pPr>
            <a:r>
              <a:rPr sz="3000" spc="-300" dirty="0">
                <a:latin typeface="Century Gothic"/>
                <a:cs typeface="Century Gothic"/>
              </a:rPr>
              <a:t>Po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dirty="0">
                <a:latin typeface="Century Gothic"/>
                <a:cs typeface="Century Gothic"/>
              </a:rPr>
              <a:t>SQ</a:t>
            </a:r>
            <a:r>
              <a:rPr sz="3000" spc="-150" dirty="0">
                <a:latin typeface="Century Gothic"/>
                <a:cs typeface="Century Gothic"/>
              </a:rPr>
              <a:t>L</a:t>
            </a:r>
            <a:r>
              <a:rPr sz="3000" spc="30" dirty="0">
                <a:latin typeface="Century Gothic"/>
                <a:cs typeface="Century Gothic"/>
              </a:rPr>
              <a:t>,</a:t>
            </a:r>
            <a:r>
              <a:rPr sz="3000" spc="2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275" dirty="0">
                <a:latin typeface="Century Gothic"/>
                <a:cs typeface="Century Gothic"/>
              </a:rPr>
              <a:t>nt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85" dirty="0">
                <a:latin typeface="Century Gothic"/>
                <a:cs typeface="Century Gothic"/>
              </a:rPr>
              <a:t>i</a:t>
            </a:r>
            <a:r>
              <a:rPr sz="3000" spc="-270" dirty="0">
                <a:latin typeface="Century Gothic"/>
                <a:cs typeface="Century Gothic"/>
              </a:rPr>
              <a:t>b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45" dirty="0">
                <a:latin typeface="Century Gothic"/>
                <a:cs typeface="Century Gothic"/>
              </a:rPr>
              <a:t>H</a:t>
            </a:r>
            <a:r>
              <a:rPr sz="3000" spc="204" dirty="0">
                <a:latin typeface="Century Gothic"/>
                <a:cs typeface="Century Gothic"/>
              </a:rPr>
              <a:t>T</a:t>
            </a:r>
            <a:r>
              <a:rPr sz="3000" spc="-280" dirty="0">
                <a:latin typeface="Century Gothic"/>
                <a:cs typeface="Century Gothic"/>
              </a:rPr>
              <a:t>M</a:t>
            </a:r>
            <a:r>
              <a:rPr sz="3000" spc="-155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385" dirty="0">
                <a:latin typeface="Century Gothic"/>
                <a:cs typeface="Century Gothic"/>
              </a:rPr>
              <a:t>cu</a:t>
            </a:r>
            <a:r>
              <a:rPr sz="3000" spc="-560" dirty="0">
                <a:latin typeface="Century Gothic"/>
                <a:cs typeface="Century Gothic"/>
              </a:rPr>
              <a:t>m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300" dirty="0">
                <a:latin typeface="Century Gothic"/>
                <a:cs typeface="Century Gothic"/>
              </a:rPr>
              <a:t>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125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590" dirty="0">
                <a:latin typeface="Century Gothic"/>
                <a:cs typeface="Century Gothic"/>
              </a:rPr>
              <a:t>c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459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ss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-135" dirty="0">
                <a:latin typeface="Century Gothic"/>
                <a:cs typeface="Century Gothic"/>
              </a:rPr>
              <a:t>u</a:t>
            </a:r>
            <a:r>
              <a:rPr sz="3000" spc="-40" dirty="0">
                <a:latin typeface="Century Gothic"/>
                <a:cs typeface="Century Gothic"/>
              </a:rPr>
              <a:t>l</a:t>
            </a:r>
            <a:r>
              <a:rPr sz="3000" spc="-95" dirty="0">
                <a:latin typeface="Century Gothic"/>
                <a:cs typeface="Century Gothic"/>
              </a:rPr>
              <a:t>l</a:t>
            </a:r>
            <a:r>
              <a:rPr sz="3000" spc="-245" dirty="0">
                <a:latin typeface="Century Gothic"/>
                <a:cs typeface="Century Gothic"/>
              </a:rPr>
              <a:t>y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0" dirty="0">
                <a:latin typeface="Century Gothic"/>
                <a:cs typeface="Century Gothic"/>
              </a:rPr>
              <a:t>. </a:t>
            </a:r>
            <a:r>
              <a:rPr sz="3000" spc="-355" dirty="0">
                <a:latin typeface="Century Gothic"/>
                <a:cs typeface="Century Gothic"/>
              </a:rPr>
              <a:t>R</a:t>
            </a:r>
            <a:r>
              <a:rPr sz="3000" spc="-370" dirty="0">
                <a:latin typeface="Century Gothic"/>
                <a:cs typeface="Century Gothic"/>
              </a:rPr>
              <a:t>e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05" dirty="0">
                <a:latin typeface="Century Gothic"/>
                <a:cs typeface="Century Gothic"/>
              </a:rPr>
              <a:t>y</a:t>
            </a:r>
            <a:r>
              <a:rPr sz="3000" spc="25" dirty="0">
                <a:latin typeface="Century Gothic"/>
                <a:cs typeface="Century Gothic"/>
              </a:rPr>
              <a:t> 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75" dirty="0">
                <a:latin typeface="Century Gothic"/>
                <a:cs typeface="Century Gothic"/>
              </a:rPr>
              <a:t>l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/>
          <p:nvPr/>
        </p:nvSpPr>
        <p:spPr>
          <a:xfrm>
            <a:off x="2720339" y="4386579"/>
            <a:ext cx="2774950" cy="454659"/>
          </a:xfrm>
          <a:custGeom>
            <a:avLst/>
            <a:gdLst/>
            <a:ahLst/>
            <a:cxnLst/>
            <a:rect l="l" t="t" r="r" b="b"/>
            <a:pathLst>
              <a:path w="2774950" h="454660">
                <a:moveTo>
                  <a:pt x="0" y="454660"/>
                </a:moveTo>
                <a:lnTo>
                  <a:pt x="2774950" y="454660"/>
                </a:lnTo>
                <a:lnTo>
                  <a:pt x="2774950" y="0"/>
                </a:lnTo>
                <a:lnTo>
                  <a:pt x="0" y="0"/>
                </a:lnTo>
                <a:lnTo>
                  <a:pt x="0" y="45466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720339" y="5403850"/>
            <a:ext cx="3647440" cy="454659"/>
          </a:xfrm>
          <a:custGeom>
            <a:avLst/>
            <a:gdLst/>
            <a:ahLst/>
            <a:cxnLst/>
            <a:rect l="l" t="t" r="r" b="b"/>
            <a:pathLst>
              <a:path w="3647440" h="454660">
                <a:moveTo>
                  <a:pt x="0" y="454660"/>
                </a:moveTo>
                <a:lnTo>
                  <a:pt x="3647440" y="454660"/>
                </a:lnTo>
                <a:lnTo>
                  <a:pt x="3647440" y="0"/>
                </a:lnTo>
                <a:lnTo>
                  <a:pt x="0" y="0"/>
                </a:lnTo>
                <a:lnTo>
                  <a:pt x="0" y="45466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07310" y="6419850"/>
            <a:ext cx="3783329" cy="454659"/>
          </a:xfrm>
          <a:custGeom>
            <a:avLst/>
            <a:gdLst/>
            <a:ahLst/>
            <a:cxnLst/>
            <a:rect l="l" t="t" r="r" b="b"/>
            <a:pathLst>
              <a:path w="3783329" h="454659">
                <a:moveTo>
                  <a:pt x="0" y="454659"/>
                </a:moveTo>
                <a:lnTo>
                  <a:pt x="3783329" y="454659"/>
                </a:lnTo>
                <a:lnTo>
                  <a:pt x="3783329" y="0"/>
                </a:lnTo>
                <a:lnTo>
                  <a:pt x="0" y="0"/>
                </a:lnTo>
                <a:lnTo>
                  <a:pt x="0" y="45465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36880" y="1876509"/>
            <a:ext cx="9128760" cy="4996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33830">
              <a:lnSpc>
                <a:spcPct val="100000"/>
              </a:lnSpc>
            </a:pPr>
            <a:r>
              <a:rPr sz="4400" spc="6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3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35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69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-85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40" dirty="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459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525" dirty="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sz="4400" spc="-54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540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4400" spc="-52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5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135" dirty="0">
                <a:solidFill>
                  <a:srgbClr val="1B1B1B"/>
                </a:solidFill>
                <a:latin typeface="Century Gothic"/>
                <a:cs typeface="Century Gothic"/>
              </a:rPr>
              <a:t>F</a:t>
            </a:r>
            <a:r>
              <a:rPr sz="4400" spc="-160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550" dirty="0">
                <a:solidFill>
                  <a:srgbClr val="1B1B1B"/>
                </a:solidFill>
                <a:latin typeface="Century Gothic"/>
                <a:cs typeface="Century Gothic"/>
              </a:rPr>
              <a:t>te</a:t>
            </a:r>
            <a:endParaRPr sz="4400">
              <a:latin typeface="Century Gothic"/>
              <a:cs typeface="Century Gothic"/>
            </a:endParaRPr>
          </a:p>
          <a:p>
            <a:pPr marL="228600" marR="5080" indent="-215900">
              <a:lnSpc>
                <a:spcPts val="3570"/>
              </a:lnSpc>
              <a:spcBef>
                <a:spcPts val="3410"/>
              </a:spcBef>
              <a:buFont typeface="Century Gothic"/>
              <a:buAutoNum type="arabicParenR" startAt="5"/>
              <a:tabLst>
                <a:tab pos="336550" algn="l"/>
              </a:tabLst>
            </a:pPr>
            <a:r>
              <a:rPr sz="3000" spc="-70" dirty="0">
                <a:latin typeface="Century Gothic"/>
                <a:cs typeface="Century Gothic"/>
              </a:rPr>
              <a:t>I</a:t>
            </a:r>
            <a:r>
              <a:rPr sz="3000" spc="-150" dirty="0">
                <a:latin typeface="Century Gothic"/>
                <a:cs typeface="Century Gothic"/>
              </a:rPr>
              <a:t>n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395" dirty="0">
                <a:latin typeface="Century Gothic"/>
                <a:cs typeface="Century Gothic"/>
              </a:rPr>
              <a:t>c</a:t>
            </a:r>
            <a:r>
              <a:rPr sz="3000" spc="-114" dirty="0">
                <a:latin typeface="Century Gothic"/>
                <a:cs typeface="Century Gothic"/>
              </a:rPr>
              <a:t>i</a:t>
            </a:r>
            <a:r>
              <a:rPr sz="3000" spc="-285" dirty="0">
                <a:latin typeface="Century Gothic"/>
                <a:cs typeface="Century Gothic"/>
              </a:rPr>
              <a:t>ón</a:t>
            </a:r>
            <a:r>
              <a:rPr sz="3000" spc="30" dirty="0">
                <a:latin typeface="Century Gothic"/>
                <a:cs typeface="Century Gothic"/>
              </a:rPr>
              <a:t>. </a:t>
            </a:r>
            <a:r>
              <a:rPr sz="3000" dirty="0">
                <a:latin typeface="Century Gothic"/>
                <a:cs typeface="Century Gothic"/>
              </a:rPr>
              <a:t>N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75" dirty="0">
                <a:latin typeface="Century Gothic"/>
                <a:cs typeface="Century Gothic"/>
              </a:rPr>
              <a:t>l</a:t>
            </a:r>
            <a:r>
              <a:rPr sz="3000" spc="-305" dirty="0">
                <a:latin typeface="Century Gothic"/>
                <a:cs typeface="Century Gothic"/>
              </a:rPr>
              <a:t>m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100" dirty="0">
                <a:latin typeface="Century Gothic"/>
                <a:cs typeface="Century Gothic"/>
              </a:rPr>
              <a:t>j</a:t>
            </a:r>
            <a:r>
              <a:rPr sz="3000" spc="-290" dirty="0">
                <a:latin typeface="Century Gothic"/>
                <a:cs typeface="Century Gothic"/>
              </a:rPr>
              <a:t>e</a:t>
            </a:r>
            <a:r>
              <a:rPr sz="3000" spc="-440" dirty="0">
                <a:latin typeface="Century Gothic"/>
                <a:cs typeface="Century Gothic"/>
              </a:rPr>
              <a:t>cu</a:t>
            </a:r>
            <a:r>
              <a:rPr sz="3000" spc="-235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315" dirty="0">
                <a:latin typeface="Century Gothic"/>
                <a:cs typeface="Century Gothic"/>
              </a:rPr>
              <a:t>m</a:t>
            </a:r>
            <a:r>
              <a:rPr sz="3000" spc="-65" dirty="0">
                <a:latin typeface="Century Gothic"/>
                <a:cs typeface="Century Gothic"/>
              </a:rPr>
              <a:t>i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285" dirty="0">
                <a:latin typeface="Century Gothic"/>
                <a:cs typeface="Century Gothic"/>
              </a:rPr>
              <a:t>o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225" dirty="0">
                <a:latin typeface="Century Gothic"/>
                <a:cs typeface="Century Gothic"/>
              </a:rPr>
              <a:t> </a:t>
            </a:r>
            <a:r>
              <a:rPr sz="3000" spc="-160" dirty="0">
                <a:latin typeface="Century Gothic"/>
                <a:cs typeface="Century Gothic"/>
              </a:rPr>
              <a:t>(</a:t>
            </a:r>
            <a:r>
              <a:rPr sz="3000" spc="-165" dirty="0">
                <a:latin typeface="Century Gothic"/>
                <a:cs typeface="Century Gothic"/>
              </a:rPr>
              <a:t>s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310" dirty="0">
                <a:latin typeface="Century Gothic"/>
                <a:cs typeface="Century Gothic"/>
              </a:rPr>
              <a:t>)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557530" marR="3515995" lvl="1" indent="-328930">
              <a:lnSpc>
                <a:spcPts val="3570"/>
              </a:lnSpc>
              <a:spcBef>
                <a:spcPts val="1150"/>
              </a:spcBef>
              <a:buFont typeface="Century Gothic"/>
              <a:buAutoNum type="arabicPeriod"/>
              <a:tabLst>
                <a:tab pos="558165" algn="l"/>
              </a:tabLst>
            </a:pPr>
            <a:r>
              <a:rPr sz="3000" spc="-70" dirty="0">
                <a:latin typeface="Century Gothic"/>
                <a:cs typeface="Century Gothic"/>
              </a:rPr>
              <a:t>I</a:t>
            </a:r>
            <a:r>
              <a:rPr sz="3000" spc="-150" dirty="0">
                <a:latin typeface="Century Gothic"/>
                <a:cs typeface="Century Gothic"/>
              </a:rPr>
              <a:t>n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395" dirty="0">
                <a:latin typeface="Century Gothic"/>
                <a:cs typeface="Century Gothic"/>
              </a:rPr>
              <a:t>c</a:t>
            </a:r>
            <a:r>
              <a:rPr sz="3000" spc="-114" dirty="0">
                <a:latin typeface="Century Gothic"/>
                <a:cs typeface="Century Gothic"/>
              </a:rPr>
              <a:t>i</a:t>
            </a:r>
            <a:r>
              <a:rPr sz="3000" spc="-300" dirty="0">
                <a:latin typeface="Century Gothic"/>
                <a:cs typeface="Century Gothic"/>
              </a:rPr>
              <a:t>ó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95" dirty="0">
                <a:latin typeface="Century Gothic"/>
                <a:cs typeface="Century Gothic"/>
              </a:rPr>
              <a:t>ó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300" dirty="0">
                <a:latin typeface="Century Gothic"/>
                <a:cs typeface="Century Gothic"/>
              </a:rPr>
              <a:t>Po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459" dirty="0">
                <a:latin typeface="Century Gothic"/>
                <a:cs typeface="Century Gothic"/>
              </a:rPr>
              <a:t>e</a:t>
            </a:r>
            <a:r>
              <a:rPr sz="3000" dirty="0">
                <a:latin typeface="Century Gothic"/>
                <a:cs typeface="Century Gothic"/>
              </a:rPr>
              <a:t>S</a:t>
            </a:r>
            <a:r>
              <a:rPr sz="3000" spc="-10" dirty="0">
                <a:latin typeface="Century Gothic"/>
                <a:cs typeface="Century Gothic"/>
              </a:rPr>
              <a:t>Q</a:t>
            </a:r>
            <a:r>
              <a:rPr sz="3000" spc="-150" dirty="0">
                <a:latin typeface="Century Gothic"/>
                <a:cs typeface="Century Gothic"/>
              </a:rPr>
              <a:t>L</a:t>
            </a:r>
            <a:r>
              <a:rPr sz="3000" spc="30" dirty="0">
                <a:latin typeface="Century Gothic"/>
                <a:cs typeface="Century Gothic"/>
              </a:rPr>
              <a:t>. </a:t>
            </a:r>
            <a:r>
              <a:rPr sz="3000" spc="-320" dirty="0">
                <a:latin typeface="Century Gothic"/>
                <a:cs typeface="Century Gothic"/>
              </a:rPr>
              <a:t>C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65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335" dirty="0">
                <a:latin typeface="Century Gothic"/>
                <a:cs typeface="Century Gothic"/>
              </a:rPr>
              <a:t>u</a:t>
            </a:r>
            <a:r>
              <a:rPr sz="3000" spc="-370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515" dirty="0">
                <a:latin typeface="Century Gothic"/>
                <a:cs typeface="Century Gothic"/>
              </a:rPr>
              <a:t>m</a:t>
            </a:r>
            <a:r>
              <a:rPr sz="3000" spc="-370" dirty="0">
                <a:latin typeface="Century Gothic"/>
                <a:cs typeface="Century Gothic"/>
              </a:rPr>
              <a:t>a</a:t>
            </a:r>
            <a:r>
              <a:rPr sz="3000" spc="-130" dirty="0">
                <a:latin typeface="Century Gothic"/>
                <a:cs typeface="Century Gothic"/>
              </a:rPr>
              <a:t>k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75" dirty="0">
                <a:latin typeface="Century Gothic"/>
                <a:cs typeface="Century Gothic"/>
              </a:rPr>
              <a:t>l</a:t>
            </a:r>
            <a:r>
              <a:rPr sz="3000" spc="135" dirty="0">
                <a:latin typeface="Century Gothic"/>
                <a:cs typeface="Century Gothic"/>
              </a:rPr>
              <a:t>l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557530" lvl="1" indent="-328930">
              <a:lnSpc>
                <a:spcPts val="3590"/>
              </a:lnSpc>
              <a:spcBef>
                <a:spcPts val="715"/>
              </a:spcBef>
              <a:buFont typeface="Century Gothic"/>
              <a:buAutoNum type="arabicPeriod"/>
              <a:tabLst>
                <a:tab pos="558165" algn="l"/>
              </a:tabLst>
            </a:pPr>
            <a:r>
              <a:rPr sz="3000" spc="-70" dirty="0">
                <a:latin typeface="Century Gothic"/>
                <a:cs typeface="Century Gothic"/>
              </a:rPr>
              <a:t>I</a:t>
            </a:r>
            <a:r>
              <a:rPr sz="3000" spc="-150" dirty="0">
                <a:latin typeface="Century Gothic"/>
                <a:cs typeface="Century Gothic"/>
              </a:rPr>
              <a:t>n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-295" dirty="0">
                <a:latin typeface="Century Gothic"/>
                <a:cs typeface="Century Gothic"/>
              </a:rPr>
              <a:t>ó</a:t>
            </a:r>
            <a:r>
              <a:rPr sz="3000" spc="-55" dirty="0">
                <a:latin typeface="Century Gothic"/>
                <a:cs typeface="Century Gothic"/>
              </a:rPr>
              <a:t>l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85" dirty="0">
                <a:latin typeface="Century Gothic"/>
                <a:cs typeface="Century Gothic"/>
              </a:rPr>
              <a:t>l</a:t>
            </a:r>
            <a:r>
              <a:rPr sz="3000" spc="-270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385" dirty="0">
                <a:latin typeface="Century Gothic"/>
                <a:cs typeface="Century Gothic"/>
              </a:rPr>
              <a:t>cu</a:t>
            </a:r>
            <a:r>
              <a:rPr sz="3000" spc="-560" dirty="0">
                <a:latin typeface="Century Gothic"/>
                <a:cs typeface="Century Gothic"/>
              </a:rPr>
              <a:t>m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235" dirty="0">
                <a:latin typeface="Century Gothic"/>
                <a:cs typeface="Century Gothic"/>
              </a:rPr>
              <a:t>ci</a:t>
            </a:r>
            <a:r>
              <a:rPr sz="3000" spc="-355" dirty="0">
                <a:latin typeface="Century Gothic"/>
                <a:cs typeface="Century Gothic"/>
              </a:rPr>
              <a:t>ó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R="2522220" algn="ctr">
              <a:lnSpc>
                <a:spcPts val="3590"/>
              </a:lnSpc>
            </a:pPr>
            <a:r>
              <a:rPr sz="3000" spc="-320" dirty="0">
                <a:latin typeface="Century Gothic"/>
                <a:cs typeface="Century Gothic"/>
              </a:rPr>
              <a:t>C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65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335" dirty="0">
                <a:latin typeface="Century Gothic"/>
                <a:cs typeface="Century Gothic"/>
              </a:rPr>
              <a:t>u</a:t>
            </a:r>
            <a:r>
              <a:rPr sz="3000" spc="-370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515" dirty="0">
                <a:latin typeface="Century Gothic"/>
                <a:cs typeface="Century Gothic"/>
              </a:rPr>
              <a:t>m</a:t>
            </a:r>
            <a:r>
              <a:rPr sz="3000" spc="-370" dirty="0">
                <a:latin typeface="Century Gothic"/>
                <a:cs typeface="Century Gothic"/>
              </a:rPr>
              <a:t>a</a:t>
            </a:r>
            <a:r>
              <a:rPr sz="3000" spc="-130" dirty="0">
                <a:latin typeface="Century Gothic"/>
                <a:cs typeface="Century Gothic"/>
              </a:rPr>
              <a:t>k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75" dirty="0">
                <a:latin typeface="Century Gothic"/>
                <a:cs typeface="Century Gothic"/>
              </a:rPr>
              <a:t>l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135" dirty="0">
                <a:latin typeface="Century Gothic"/>
                <a:cs typeface="Century Gothic"/>
              </a:rPr>
              <a:t>-</a:t>
            </a:r>
            <a:r>
              <a:rPr sz="3000" spc="-270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395" dirty="0">
                <a:latin typeface="Century Gothic"/>
                <a:cs typeface="Century Gothic"/>
              </a:rPr>
              <a:t>c</a:t>
            </a:r>
            <a:r>
              <a:rPr sz="3000" spc="-17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557530" lvl="1" indent="-328930">
              <a:lnSpc>
                <a:spcPts val="3585"/>
              </a:lnSpc>
              <a:spcBef>
                <a:spcPts val="830"/>
              </a:spcBef>
              <a:buFont typeface="Century Gothic"/>
              <a:buAutoNum type="arabicPeriod" startAt="3"/>
              <a:tabLst>
                <a:tab pos="558165" algn="l"/>
              </a:tabLst>
            </a:pPr>
            <a:r>
              <a:rPr sz="3000" spc="-70" dirty="0">
                <a:latin typeface="Century Gothic"/>
                <a:cs typeface="Century Gothic"/>
              </a:rPr>
              <a:t>I</a:t>
            </a:r>
            <a:r>
              <a:rPr sz="3000" spc="-150" dirty="0">
                <a:latin typeface="Century Gothic"/>
                <a:cs typeface="Century Gothic"/>
              </a:rPr>
              <a:t>n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300" dirty="0">
                <a:latin typeface="Century Gothic"/>
                <a:cs typeface="Century Gothic"/>
              </a:rPr>
              <a:t>o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,</a:t>
            </a:r>
            <a:r>
              <a:rPr sz="3000" spc="25" dirty="0">
                <a:latin typeface="Century Gothic"/>
                <a:cs typeface="Century Gothic"/>
              </a:rPr>
              <a:t> </a:t>
            </a:r>
            <a:r>
              <a:rPr sz="3000" spc="-300" dirty="0">
                <a:latin typeface="Century Gothic"/>
                <a:cs typeface="Century Gothic"/>
              </a:rPr>
              <a:t>Po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,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385" dirty="0">
                <a:latin typeface="Century Gothic"/>
                <a:cs typeface="Century Gothic"/>
              </a:rPr>
              <a:t>cu</a:t>
            </a:r>
            <a:r>
              <a:rPr sz="3000" spc="-560" dirty="0">
                <a:latin typeface="Century Gothic"/>
                <a:cs typeface="Century Gothic"/>
              </a:rPr>
              <a:t>m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235" dirty="0">
                <a:latin typeface="Century Gothic"/>
                <a:cs typeface="Century Gothic"/>
              </a:rPr>
              <a:t>ci</a:t>
            </a:r>
            <a:r>
              <a:rPr sz="3000" spc="-355" dirty="0">
                <a:latin typeface="Century Gothic"/>
                <a:cs typeface="Century Gothic"/>
              </a:rPr>
              <a:t>ó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405" dirty="0">
                <a:latin typeface="Century Gothic"/>
                <a:cs typeface="Century Gothic"/>
              </a:rPr>
              <a:t>y</a:t>
            </a:r>
            <a:r>
              <a:rPr sz="3000" spc="2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30" dirty="0">
                <a:latin typeface="Century Gothic"/>
                <a:cs typeface="Century Gothic"/>
              </a:rPr>
              <a:t>b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R="2612390" algn="ctr">
              <a:lnSpc>
                <a:spcPts val="3585"/>
              </a:lnSpc>
            </a:pPr>
            <a:r>
              <a:rPr sz="3000" spc="-320" dirty="0">
                <a:latin typeface="Century Gothic"/>
                <a:cs typeface="Century Gothic"/>
              </a:rPr>
              <a:t>C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50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335" dirty="0">
                <a:latin typeface="Century Gothic"/>
                <a:cs typeface="Century Gothic"/>
              </a:rPr>
              <a:t>u</a:t>
            </a:r>
            <a:r>
              <a:rPr sz="3000" spc="-3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140" dirty="0">
                <a:latin typeface="Century Gothic"/>
                <a:cs typeface="Century Gothic"/>
              </a:rPr>
              <a:t>k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75" dirty="0">
                <a:latin typeface="Century Gothic"/>
                <a:cs typeface="Century Gothic"/>
              </a:rPr>
              <a:t>l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155" dirty="0">
                <a:latin typeface="Century Gothic"/>
                <a:cs typeface="Century Gothic"/>
              </a:rPr>
              <a:t>-</a:t>
            </a:r>
            <a:r>
              <a:rPr sz="3000" spc="-335" dirty="0">
                <a:latin typeface="Century Gothic"/>
                <a:cs typeface="Century Gothic"/>
              </a:rPr>
              <a:t>wo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85" dirty="0">
                <a:latin typeface="Century Gothic"/>
                <a:cs typeface="Century Gothic"/>
              </a:rPr>
              <a:t>l</a:t>
            </a:r>
            <a:r>
              <a:rPr sz="3000" spc="-204" dirty="0">
                <a:latin typeface="Century Gothic"/>
                <a:cs typeface="Century Gothic"/>
              </a:rPr>
              <a:t>d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26030">
              <a:lnSpc>
                <a:spcPct val="100000"/>
              </a:lnSpc>
            </a:pPr>
            <a:r>
              <a:rPr spc="-420" dirty="0"/>
              <a:t>P</a:t>
            </a:r>
            <a:r>
              <a:rPr spc="-295" dirty="0"/>
              <a:t>o</a:t>
            </a:r>
            <a:r>
              <a:rPr spc="-170" dirty="0"/>
              <a:t>s</a:t>
            </a:r>
            <a:r>
              <a:rPr spc="-405" dirty="0"/>
              <a:t>t</a:t>
            </a:r>
            <a:r>
              <a:rPr spc="45" dirty="0"/>
              <a:t> </a:t>
            </a:r>
            <a:r>
              <a:rPr spc="55" dirty="0"/>
              <a:t>- </a:t>
            </a:r>
            <a:r>
              <a:rPr spc="65" dirty="0"/>
              <a:t>I</a:t>
            </a:r>
            <a:r>
              <a:rPr spc="-395" dirty="0"/>
              <a:t>n</a:t>
            </a:r>
            <a:r>
              <a:rPr spc="-30" dirty="0"/>
              <a:t>s</a:t>
            </a:r>
            <a:r>
              <a:rPr spc="-350" dirty="0"/>
              <a:t>t</a:t>
            </a:r>
            <a:r>
              <a:rPr spc="-695" dirty="0"/>
              <a:t>a</a:t>
            </a:r>
            <a:r>
              <a:rPr spc="120" dirty="0"/>
              <a:t>l</a:t>
            </a:r>
            <a:r>
              <a:rPr spc="-635" dirty="0"/>
              <a:t>a</a:t>
            </a:r>
            <a:r>
              <a:rPr spc="-575" dirty="0"/>
              <a:t>c</a:t>
            </a:r>
            <a:r>
              <a:rPr spc="-180" dirty="0"/>
              <a:t>i</a:t>
            </a:r>
            <a:r>
              <a:rPr spc="-425" dirty="0"/>
              <a:t>ón</a:t>
            </a:r>
          </a:p>
          <a:p>
            <a:pPr marL="12700" marR="1423035">
              <a:lnSpc>
                <a:spcPts val="3570"/>
              </a:lnSpc>
              <a:spcBef>
                <a:spcPts val="3410"/>
              </a:spcBef>
            </a:pPr>
            <a:r>
              <a:rPr sz="3000" spc="-465" dirty="0">
                <a:solidFill>
                  <a:srgbClr val="000000"/>
                </a:solidFill>
                <a:latin typeface="Century Gothic"/>
                <a:cs typeface="Century Gothic"/>
              </a:rPr>
              <a:t>V</a:t>
            </a:r>
            <a:r>
              <a:rPr sz="3000" spc="-434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sz="3000" spc="85" dirty="0">
                <a:solidFill>
                  <a:srgbClr val="000000"/>
                </a:solidFill>
                <a:latin typeface="Century Gothic"/>
                <a:cs typeface="Century Gothic"/>
              </a:rPr>
              <a:t>i</a:t>
            </a:r>
            <a:r>
              <a:rPr sz="3000" spc="-430" dirty="0">
                <a:solidFill>
                  <a:srgbClr val="000000"/>
                </a:solidFill>
                <a:latin typeface="Century Gothic"/>
                <a:cs typeface="Century Gothic"/>
              </a:rPr>
              <a:t>ab</a:t>
            </a:r>
            <a:r>
              <a:rPr sz="3000" spc="85" dirty="0">
                <a:solidFill>
                  <a:srgbClr val="000000"/>
                </a:solidFill>
                <a:latin typeface="Century Gothic"/>
                <a:cs typeface="Century Gothic"/>
              </a:rPr>
              <a:t>l</a:t>
            </a:r>
            <a:r>
              <a:rPr sz="3000" spc="-46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000000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4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46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sz="3000" spc="-280" dirty="0">
                <a:solidFill>
                  <a:srgbClr val="000000"/>
                </a:solidFill>
                <a:latin typeface="Century Gothic"/>
                <a:cs typeface="Century Gothic"/>
              </a:rPr>
              <a:t>t</a:t>
            </a:r>
            <a:r>
              <a:rPr sz="3000" spc="-295" dirty="0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sz="3000" spc="-285" dirty="0">
                <a:solidFill>
                  <a:srgbClr val="000000"/>
                </a:solidFill>
                <a:latin typeface="Century Gothic"/>
                <a:cs typeface="Century Gothic"/>
              </a:rPr>
              <a:t>no</a:t>
            </a:r>
            <a:r>
              <a:rPr sz="3000" spc="90" dirty="0">
                <a:solidFill>
                  <a:srgbClr val="000000"/>
                </a:solidFill>
                <a:latin typeface="Century Gothic"/>
                <a:cs typeface="Century Gothic"/>
              </a:rPr>
              <a:t>: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15" dirty="0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sz="3000" spc="-470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355" dirty="0">
                <a:solidFill>
                  <a:srgbClr val="000000"/>
                </a:solidFill>
                <a:latin typeface="Century Gothic"/>
                <a:cs typeface="Century Gothic"/>
              </a:rPr>
              <a:t>u</a:t>
            </a:r>
            <a:r>
              <a:rPr sz="3000" spc="-195" dirty="0">
                <a:solidFill>
                  <a:srgbClr val="000000"/>
                </a:solidFill>
                <a:latin typeface="Century Gothic"/>
                <a:cs typeface="Century Gothic"/>
              </a:rPr>
              <a:t>t</a:t>
            </a:r>
            <a:r>
              <a:rPr sz="3000" spc="75" dirty="0">
                <a:solidFill>
                  <a:srgbClr val="000000"/>
                </a:solidFill>
                <a:latin typeface="Century Gothic"/>
                <a:cs typeface="Century Gothic"/>
              </a:rPr>
              <a:t>i</a:t>
            </a:r>
            <a:r>
              <a:rPr sz="3000" spc="85" dirty="0">
                <a:solidFill>
                  <a:srgbClr val="000000"/>
                </a:solidFill>
                <a:latin typeface="Century Gothic"/>
                <a:cs typeface="Century Gothic"/>
              </a:rPr>
              <a:t>li</a:t>
            </a:r>
            <a:r>
              <a:rPr sz="3000" spc="-225" dirty="0">
                <a:solidFill>
                  <a:srgbClr val="000000"/>
                </a:solidFill>
                <a:latin typeface="Century Gothic"/>
                <a:cs typeface="Century Gothic"/>
              </a:rPr>
              <a:t>z</a:t>
            </a:r>
            <a:r>
              <a:rPr sz="3000" spc="-350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z="3000" spc="-275" dirty="0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sz="3000" spc="3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415" dirty="0">
                <a:solidFill>
                  <a:srgbClr val="000000"/>
                </a:solidFill>
                <a:latin typeface="Century Gothic"/>
                <a:cs typeface="Century Gothic"/>
              </a:rPr>
              <a:t>p</a:t>
            </a:r>
            <a:r>
              <a:rPr sz="3000" spc="-434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sz="3000" spc="-434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z="3000" spc="3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434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z="3000" spc="85" dirty="0">
                <a:solidFill>
                  <a:srgbClr val="000000"/>
                </a:solidFill>
                <a:latin typeface="Century Gothic"/>
                <a:cs typeface="Century Gothic"/>
              </a:rPr>
              <a:t>l</a:t>
            </a:r>
            <a:r>
              <a:rPr sz="3000" spc="-450" dirty="0">
                <a:solidFill>
                  <a:srgbClr val="000000"/>
                </a:solidFill>
                <a:latin typeface="Century Gothic"/>
                <a:cs typeface="Century Gothic"/>
              </a:rPr>
              <a:t>m</a:t>
            </a:r>
            <a:r>
              <a:rPr sz="3000" spc="-434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z="3000" spc="-595" dirty="0">
                <a:solidFill>
                  <a:srgbClr val="000000"/>
                </a:solidFill>
                <a:latin typeface="Century Gothic"/>
                <a:cs typeface="Century Gothic"/>
              </a:rPr>
              <a:t>c</a:t>
            </a:r>
            <a:r>
              <a:rPr sz="3000" spc="-46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-260" dirty="0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sz="3000" spc="-434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sz="3000" spc="3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440" dirty="0">
                <a:solidFill>
                  <a:srgbClr val="000000"/>
                </a:solidFill>
                <a:latin typeface="Century Gothic"/>
                <a:cs typeface="Century Gothic"/>
              </a:rPr>
              <a:t>d</a:t>
            </a:r>
            <a:r>
              <a:rPr sz="3000" spc="40" dirty="0">
                <a:solidFill>
                  <a:srgbClr val="000000"/>
                </a:solidFill>
                <a:latin typeface="Century Gothic"/>
                <a:cs typeface="Century Gothic"/>
              </a:rPr>
              <a:t>i</a:t>
            </a:r>
            <a:r>
              <a:rPr sz="3000" spc="70" dirty="0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sz="3000" spc="-46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-434" dirty="0">
                <a:solidFill>
                  <a:srgbClr val="000000"/>
                </a:solidFill>
                <a:latin typeface="Century Gothic"/>
                <a:cs typeface="Century Gothic"/>
              </a:rPr>
              <a:t>ct</a:t>
            </a:r>
            <a:r>
              <a:rPr sz="3000" spc="-295" dirty="0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sz="3000" spc="85" dirty="0">
                <a:solidFill>
                  <a:srgbClr val="000000"/>
                </a:solidFill>
                <a:latin typeface="Century Gothic"/>
                <a:cs typeface="Century Gothic"/>
              </a:rPr>
              <a:t>i</a:t>
            </a:r>
            <a:r>
              <a:rPr sz="3000" spc="-300" dirty="0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sz="3000" spc="-25" dirty="0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sz="3000" spc="4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295" dirty="0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430" dirty="0">
                <a:solidFill>
                  <a:srgbClr val="000000"/>
                </a:solidFill>
                <a:latin typeface="Century Gothic"/>
                <a:cs typeface="Century Gothic"/>
              </a:rPr>
              <a:t>pa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sz="3000" spc="-434" dirty="0">
                <a:solidFill>
                  <a:srgbClr val="000000"/>
                </a:solidFill>
                <a:latin typeface="Century Gothic"/>
                <a:cs typeface="Century Gothic"/>
              </a:rPr>
              <a:t>á</a:t>
            </a:r>
            <a:r>
              <a:rPr sz="3000" spc="-450" dirty="0">
                <a:solidFill>
                  <a:srgbClr val="000000"/>
                </a:solidFill>
                <a:latin typeface="Century Gothic"/>
                <a:cs typeface="Century Gothic"/>
              </a:rPr>
              <a:t>m</a:t>
            </a:r>
            <a:r>
              <a:rPr sz="3000" spc="-46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-280" dirty="0">
                <a:solidFill>
                  <a:srgbClr val="000000"/>
                </a:solidFill>
                <a:latin typeface="Century Gothic"/>
                <a:cs typeface="Century Gothic"/>
              </a:rPr>
              <a:t>t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sz="3000" spc="-295" dirty="0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sz="3000" spc="-25" dirty="0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000000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4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000000"/>
                </a:solidFill>
                <a:latin typeface="Century Gothic"/>
                <a:cs typeface="Century Gothic"/>
              </a:rPr>
              <a:t>co</a:t>
            </a:r>
            <a:r>
              <a:rPr sz="3000" spc="-275" dirty="0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sz="3000" spc="-46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-254" dirty="0">
                <a:solidFill>
                  <a:srgbClr val="000000"/>
                </a:solidFill>
                <a:latin typeface="Century Gothic"/>
                <a:cs typeface="Century Gothic"/>
              </a:rPr>
              <a:t>x</a:t>
            </a:r>
            <a:r>
              <a:rPr sz="3000" spc="-55" dirty="0">
                <a:solidFill>
                  <a:srgbClr val="000000"/>
                </a:solidFill>
                <a:latin typeface="Century Gothic"/>
                <a:cs typeface="Century Gothic"/>
              </a:rPr>
              <a:t>i</a:t>
            </a:r>
            <a:r>
              <a:rPr sz="3000" spc="-160" dirty="0">
                <a:solidFill>
                  <a:srgbClr val="000000"/>
                </a:solidFill>
                <a:latin typeface="Century Gothic"/>
                <a:cs typeface="Century Gothic"/>
              </a:rPr>
              <a:t>ó</a:t>
            </a:r>
            <a:r>
              <a:rPr sz="3000" spc="-275" dirty="0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sz="3000" spc="30" dirty="0">
                <a:solidFill>
                  <a:srgbClr val="000000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228600" marR="5080" indent="-215900">
              <a:lnSpc>
                <a:spcPts val="3570"/>
              </a:lnSpc>
              <a:spcBef>
                <a:spcPts val="1150"/>
              </a:spcBef>
              <a:buSzPct val="45000"/>
              <a:buFont typeface="MS Gothic"/>
              <a:buChar char="➢"/>
              <a:tabLst>
                <a:tab pos="228600" algn="l"/>
              </a:tabLst>
            </a:pPr>
            <a:r>
              <a:rPr sz="3000" dirty="0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sz="3000" spc="-260" dirty="0">
                <a:solidFill>
                  <a:srgbClr val="000000"/>
                </a:solidFill>
                <a:latin typeface="Century Gothic"/>
                <a:cs typeface="Century Gothic"/>
              </a:rPr>
              <a:t>h</a:t>
            </a:r>
            <a:r>
              <a:rPr sz="3000" spc="-434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sz="3000" spc="-46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-455" dirty="0">
                <a:solidFill>
                  <a:srgbClr val="000000"/>
                </a:solidFill>
                <a:latin typeface="Century Gothic"/>
                <a:cs typeface="Century Gothic"/>
              </a:rPr>
              <a:t>d</a:t>
            </a:r>
            <a:r>
              <a:rPr sz="3000" spc="3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150" dirty="0">
                <a:solidFill>
                  <a:srgbClr val="000000"/>
                </a:solidFill>
                <a:latin typeface="Century Gothic"/>
                <a:cs typeface="Century Gothic"/>
              </a:rPr>
              <a:t>L</a:t>
            </a:r>
            <a:r>
              <a:rPr sz="3000" spc="-85" dirty="0">
                <a:solidFill>
                  <a:srgbClr val="000000"/>
                </a:solidFill>
                <a:latin typeface="Century Gothic"/>
                <a:cs typeface="Century Gothic"/>
              </a:rPr>
              <a:t>i</a:t>
            </a:r>
            <a:r>
              <a:rPr sz="3000" spc="-254" dirty="0">
                <a:solidFill>
                  <a:srgbClr val="000000"/>
                </a:solidFill>
                <a:latin typeface="Century Gothic"/>
                <a:cs typeface="Century Gothic"/>
              </a:rPr>
              <a:t>b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sz="3000" spc="-434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sz="3000" spc="-95" dirty="0">
                <a:solidFill>
                  <a:srgbClr val="000000"/>
                </a:solidFill>
                <a:latin typeface="Century Gothic"/>
                <a:cs typeface="Century Gothic"/>
              </a:rPr>
              <a:t>i</a:t>
            </a:r>
            <a:r>
              <a:rPr sz="3000" spc="-290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sz="3000" spc="90" dirty="0">
                <a:solidFill>
                  <a:srgbClr val="000000"/>
                </a:solidFill>
                <a:latin typeface="Century Gothic"/>
                <a:cs typeface="Century Gothic"/>
              </a:rPr>
              <a:t>: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80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sz="3000" spc="4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434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z="3000" spc="85" dirty="0">
                <a:solidFill>
                  <a:srgbClr val="000000"/>
                </a:solidFill>
                <a:latin typeface="Century Gothic"/>
                <a:cs typeface="Century Gothic"/>
              </a:rPr>
              <a:t>l</a:t>
            </a:r>
            <a:r>
              <a:rPr sz="3000" spc="-405" dirty="0">
                <a:solidFill>
                  <a:srgbClr val="000000"/>
                </a:solidFill>
                <a:latin typeface="Century Gothic"/>
                <a:cs typeface="Century Gothic"/>
              </a:rPr>
              <a:t>g</a:t>
            </a:r>
            <a:r>
              <a:rPr sz="3000" spc="-265" dirty="0">
                <a:solidFill>
                  <a:srgbClr val="000000"/>
                </a:solidFill>
                <a:latin typeface="Century Gothic"/>
                <a:cs typeface="Century Gothic"/>
              </a:rPr>
              <a:t>u</a:t>
            </a:r>
            <a:r>
              <a:rPr sz="3000" spc="-245" dirty="0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sz="3000" spc="-300" dirty="0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sz="3000" spc="-25" dirty="0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sz="3000" spc="4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dirty="0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000000"/>
                </a:solidFill>
                <a:latin typeface="Century Gothic"/>
                <a:cs typeface="Century Gothic"/>
              </a:rPr>
              <a:t>.</a:t>
            </a:r>
            <a:r>
              <a:rPr sz="3000" spc="-10" dirty="0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sz="3000" spc="30" dirty="0">
                <a:solidFill>
                  <a:srgbClr val="000000"/>
                </a:solidFill>
                <a:latin typeface="Century Gothic"/>
                <a:cs typeface="Century Gothic"/>
              </a:rPr>
              <a:t>. </a:t>
            </a:r>
            <a:r>
              <a:rPr sz="3000" spc="-46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275" dirty="0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sz="3000" spc="-46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-530" dirty="0">
                <a:solidFill>
                  <a:srgbClr val="000000"/>
                </a:solidFill>
                <a:latin typeface="Century Gothic"/>
                <a:cs typeface="Century Gothic"/>
              </a:rPr>
              <a:t>c</a:t>
            </a:r>
            <a:r>
              <a:rPr sz="3000" spc="-52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sz="3000" spc="-434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sz="3000" spc="-55" dirty="0">
                <a:solidFill>
                  <a:srgbClr val="000000"/>
                </a:solidFill>
                <a:latin typeface="Century Gothic"/>
                <a:cs typeface="Century Gothic"/>
              </a:rPr>
              <a:t>i</a:t>
            </a:r>
            <a:r>
              <a:rPr sz="3000" spc="-160" dirty="0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55" dirty="0">
                <a:solidFill>
                  <a:srgbClr val="000000"/>
                </a:solidFill>
                <a:latin typeface="Century Gothic"/>
                <a:cs typeface="Century Gothic"/>
              </a:rPr>
              <a:t>i</a:t>
            </a:r>
            <a:r>
              <a:rPr sz="3000" spc="-135" dirty="0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sz="3000" spc="-455" dirty="0">
                <a:solidFill>
                  <a:srgbClr val="000000"/>
                </a:solidFill>
                <a:latin typeface="Century Gothic"/>
                <a:cs typeface="Century Gothic"/>
              </a:rPr>
              <a:t>d</a:t>
            </a:r>
            <a:r>
              <a:rPr sz="3000" spc="-260" dirty="0">
                <a:solidFill>
                  <a:srgbClr val="000000"/>
                </a:solidFill>
                <a:latin typeface="Century Gothic"/>
                <a:cs typeface="Century Gothic"/>
              </a:rPr>
              <a:t>ic</a:t>
            </a:r>
            <a:r>
              <a:rPr sz="3000" spc="-405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sz="3000" spc="85" dirty="0">
                <a:solidFill>
                  <a:srgbClr val="000000"/>
                </a:solidFill>
                <a:latin typeface="Century Gothic"/>
                <a:cs typeface="Century Gothic"/>
              </a:rPr>
              <a:t>l</a:t>
            </a:r>
            <a:r>
              <a:rPr sz="3000" spc="-470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-20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440" dirty="0">
                <a:solidFill>
                  <a:srgbClr val="000000"/>
                </a:solidFill>
                <a:latin typeface="Century Gothic"/>
                <a:cs typeface="Century Gothic"/>
              </a:rPr>
              <a:t>d</a:t>
            </a:r>
            <a:r>
              <a:rPr sz="3000" spc="-300" dirty="0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sz="3000" spc="-260" dirty="0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sz="3000" spc="-455" dirty="0">
                <a:solidFill>
                  <a:srgbClr val="000000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4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25" dirty="0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sz="3000" spc="-470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46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sz="3000" spc="-440" dirty="0">
                <a:solidFill>
                  <a:srgbClr val="000000"/>
                </a:solidFill>
                <a:latin typeface="Century Gothic"/>
                <a:cs typeface="Century Gothic"/>
              </a:rPr>
              <a:t>cu</a:t>
            </a:r>
            <a:r>
              <a:rPr sz="3000" spc="-450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-260" dirty="0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sz="3000" spc="-280" dirty="0">
                <a:solidFill>
                  <a:srgbClr val="000000"/>
                </a:solidFill>
                <a:latin typeface="Century Gothic"/>
                <a:cs typeface="Century Gothic"/>
              </a:rPr>
              <a:t>t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sz="3000" spc="-434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z="3000" spc="-275" dirty="0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85" dirty="0">
                <a:solidFill>
                  <a:srgbClr val="000000"/>
                </a:solidFill>
                <a:latin typeface="Century Gothic"/>
                <a:cs typeface="Century Gothic"/>
              </a:rPr>
              <a:t>l</a:t>
            </a:r>
            <a:r>
              <a:rPr sz="3000" spc="-270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z="3000" spc="-25" dirty="0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sz="3000" spc="4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85" dirty="0">
                <a:solidFill>
                  <a:srgbClr val="000000"/>
                </a:solidFill>
                <a:latin typeface="Century Gothic"/>
                <a:cs typeface="Century Gothic"/>
              </a:rPr>
              <a:t>l</a:t>
            </a:r>
            <a:r>
              <a:rPr sz="3000" spc="-85" dirty="0">
                <a:solidFill>
                  <a:srgbClr val="000000"/>
                </a:solidFill>
                <a:latin typeface="Century Gothic"/>
                <a:cs typeface="Century Gothic"/>
              </a:rPr>
              <a:t>i</a:t>
            </a:r>
            <a:r>
              <a:rPr sz="3000" spc="-270" dirty="0">
                <a:solidFill>
                  <a:srgbClr val="000000"/>
                </a:solidFill>
                <a:latin typeface="Century Gothic"/>
                <a:cs typeface="Century Gothic"/>
              </a:rPr>
              <a:t>b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sz="3000" spc="-46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sz="3000" spc="85" dirty="0">
                <a:solidFill>
                  <a:srgbClr val="000000"/>
                </a:solidFill>
                <a:latin typeface="Century Gothic"/>
                <a:cs typeface="Century Gothic"/>
              </a:rPr>
              <a:t>í</a:t>
            </a:r>
            <a:r>
              <a:rPr sz="3000" spc="-434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z="3000" spc="-25" dirty="0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595" dirty="0">
                <a:solidFill>
                  <a:srgbClr val="000000"/>
                </a:solidFill>
                <a:latin typeface="Century Gothic"/>
                <a:cs typeface="Century Gothic"/>
              </a:rPr>
              <a:t>c</a:t>
            </a:r>
            <a:r>
              <a:rPr sz="3000" spc="-295" dirty="0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sz="3000" spc="-450" dirty="0">
                <a:solidFill>
                  <a:srgbClr val="000000"/>
                </a:solidFill>
                <a:latin typeface="Century Gothic"/>
                <a:cs typeface="Century Gothic"/>
              </a:rPr>
              <a:t>m</a:t>
            </a:r>
            <a:r>
              <a:rPr sz="3000" spc="-430" dirty="0">
                <a:solidFill>
                  <a:srgbClr val="000000"/>
                </a:solidFill>
                <a:latin typeface="Century Gothic"/>
                <a:cs typeface="Century Gothic"/>
              </a:rPr>
              <a:t>pa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sz="3000" spc="-275" dirty="0">
                <a:solidFill>
                  <a:srgbClr val="000000"/>
                </a:solidFill>
                <a:latin typeface="Century Gothic"/>
                <a:cs typeface="Century Gothic"/>
              </a:rPr>
              <a:t>t</a:t>
            </a:r>
            <a:r>
              <a:rPr sz="3000" spc="-85" dirty="0">
                <a:solidFill>
                  <a:srgbClr val="000000"/>
                </a:solidFill>
                <a:latin typeface="Century Gothic"/>
                <a:cs typeface="Century Gothic"/>
              </a:rPr>
              <a:t>i</a:t>
            </a:r>
            <a:r>
              <a:rPr sz="3000" spc="-270" dirty="0">
                <a:solidFill>
                  <a:srgbClr val="000000"/>
                </a:solidFill>
                <a:latin typeface="Century Gothic"/>
                <a:cs typeface="Century Gothic"/>
              </a:rPr>
              <a:t>d</a:t>
            </a:r>
            <a:r>
              <a:rPr sz="3000" spc="-420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z="3000" spc="-25" dirty="0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000000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21"/>
              </a:spcBef>
            </a:pPr>
            <a:endParaRPr sz="3000">
              <a:latin typeface="Times New Roman"/>
              <a:cs typeface="Times New Roman"/>
            </a:endParaRPr>
          </a:p>
          <a:p>
            <a:pPr marL="228600" marR="1047750">
              <a:lnSpc>
                <a:spcPct val="99300"/>
              </a:lnSpc>
            </a:pPr>
            <a:r>
              <a:rPr sz="3000" spc="-80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sz="3000" spc="4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55" dirty="0">
                <a:solidFill>
                  <a:srgbClr val="000000"/>
                </a:solidFill>
                <a:latin typeface="Century Gothic"/>
                <a:cs typeface="Century Gothic"/>
              </a:rPr>
              <a:t>l</a:t>
            </a:r>
            <a:r>
              <a:rPr sz="3000" spc="-150" dirty="0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sz="3000" spc="-25" dirty="0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dirty="0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sz="3000" spc="85" dirty="0">
                <a:solidFill>
                  <a:srgbClr val="000000"/>
                </a:solidFill>
                <a:latin typeface="Century Gothic"/>
                <a:cs typeface="Century Gothic"/>
              </a:rPr>
              <a:t>i</a:t>
            </a:r>
            <a:r>
              <a:rPr sz="3000" spc="-25" dirty="0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sz="3000" spc="-280" dirty="0">
                <a:solidFill>
                  <a:srgbClr val="000000"/>
                </a:solidFill>
                <a:latin typeface="Century Gothic"/>
                <a:cs typeface="Century Gothic"/>
              </a:rPr>
              <a:t>t</a:t>
            </a:r>
            <a:r>
              <a:rPr sz="3000" spc="-46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-450" dirty="0">
                <a:solidFill>
                  <a:srgbClr val="000000"/>
                </a:solidFill>
                <a:latin typeface="Century Gothic"/>
                <a:cs typeface="Century Gothic"/>
              </a:rPr>
              <a:t>m</a:t>
            </a:r>
            <a:r>
              <a:rPr sz="3000" spc="-434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z="3000" spc="-25" dirty="0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sz="3000" spc="7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50" dirty="0">
                <a:solidFill>
                  <a:srgbClr val="000000"/>
                </a:solidFill>
              </a:rPr>
              <a:t>F</a:t>
            </a:r>
            <a:r>
              <a:rPr sz="3000" spc="45" dirty="0">
                <a:solidFill>
                  <a:srgbClr val="000000"/>
                </a:solidFill>
              </a:rPr>
              <a:t>r</a:t>
            </a:r>
            <a:r>
              <a:rPr sz="3000" spc="-459" dirty="0">
                <a:solidFill>
                  <a:srgbClr val="000000"/>
                </a:solidFill>
              </a:rPr>
              <a:t>ee</a:t>
            </a:r>
            <a:r>
              <a:rPr sz="3000" spc="-45" dirty="0">
                <a:solidFill>
                  <a:srgbClr val="000000"/>
                </a:solidFill>
              </a:rPr>
              <a:t>B</a:t>
            </a:r>
            <a:r>
              <a:rPr sz="3000" spc="10" dirty="0">
                <a:solidFill>
                  <a:srgbClr val="000000"/>
                </a:solidFill>
              </a:rPr>
              <a:t>S</a:t>
            </a:r>
            <a:r>
              <a:rPr sz="3000" spc="-120" dirty="0">
                <a:solidFill>
                  <a:srgbClr val="000000"/>
                </a:solidFill>
              </a:rPr>
              <a:t>D</a:t>
            </a:r>
            <a:r>
              <a:rPr sz="3000" spc="30" dirty="0">
                <a:solidFill>
                  <a:srgbClr val="000000"/>
                </a:solidFill>
                <a:latin typeface="Century Gothic"/>
                <a:cs typeface="Century Gothic"/>
              </a:rPr>
              <a:t>, </a:t>
            </a:r>
            <a:r>
              <a:rPr sz="3000" spc="50" dirty="0">
                <a:solidFill>
                  <a:srgbClr val="000000"/>
                </a:solidFill>
              </a:rPr>
              <a:t>H</a:t>
            </a:r>
            <a:r>
              <a:rPr sz="3000" spc="-280" dirty="0">
                <a:solidFill>
                  <a:srgbClr val="000000"/>
                </a:solidFill>
              </a:rPr>
              <a:t>P</a:t>
            </a:r>
            <a:r>
              <a:rPr sz="3000" spc="45" dirty="0">
                <a:solidFill>
                  <a:srgbClr val="000000"/>
                </a:solidFill>
              </a:rPr>
              <a:t>-</a:t>
            </a:r>
            <a:r>
              <a:rPr sz="3000" spc="110" dirty="0">
                <a:solidFill>
                  <a:srgbClr val="000000"/>
                </a:solidFill>
              </a:rPr>
              <a:t>U</a:t>
            </a:r>
            <a:r>
              <a:rPr sz="3000" spc="-365" dirty="0">
                <a:solidFill>
                  <a:srgbClr val="000000"/>
                </a:solidFill>
              </a:rPr>
              <a:t>X</a:t>
            </a:r>
            <a:r>
              <a:rPr sz="3000" spc="30" dirty="0">
                <a:solidFill>
                  <a:srgbClr val="000000"/>
                </a:solidFill>
                <a:latin typeface="Century Gothic"/>
                <a:cs typeface="Century Gothic"/>
              </a:rPr>
              <a:t>, </a:t>
            </a:r>
            <a:r>
              <a:rPr sz="3000" spc="-150" dirty="0">
                <a:solidFill>
                  <a:srgbClr val="000000"/>
                </a:solidFill>
              </a:rPr>
              <a:t>L</a:t>
            </a:r>
            <a:r>
              <a:rPr sz="3000" spc="-55" dirty="0">
                <a:solidFill>
                  <a:srgbClr val="000000"/>
                </a:solidFill>
              </a:rPr>
              <a:t>i</a:t>
            </a:r>
            <a:r>
              <a:rPr sz="3000" spc="-130" dirty="0">
                <a:solidFill>
                  <a:srgbClr val="000000"/>
                </a:solidFill>
              </a:rPr>
              <a:t>n</a:t>
            </a:r>
            <a:r>
              <a:rPr sz="3000" spc="-254" dirty="0">
                <a:solidFill>
                  <a:srgbClr val="000000"/>
                </a:solidFill>
              </a:rPr>
              <a:t>u</a:t>
            </a:r>
            <a:r>
              <a:rPr sz="3000" spc="-235" dirty="0">
                <a:solidFill>
                  <a:srgbClr val="000000"/>
                </a:solidFill>
              </a:rPr>
              <a:t>x</a:t>
            </a:r>
            <a:r>
              <a:rPr sz="3000" spc="30" dirty="0">
                <a:solidFill>
                  <a:srgbClr val="000000"/>
                </a:solidFill>
                <a:latin typeface="Century Gothic"/>
                <a:cs typeface="Century Gothic"/>
              </a:rPr>
              <a:t>, </a:t>
            </a:r>
            <a:r>
              <a:rPr sz="3000" spc="20" dirty="0">
                <a:solidFill>
                  <a:srgbClr val="000000"/>
                </a:solidFill>
              </a:rPr>
              <a:t>N</a:t>
            </a:r>
            <a:r>
              <a:rPr sz="3000" spc="-459" dirty="0">
                <a:solidFill>
                  <a:srgbClr val="000000"/>
                </a:solidFill>
              </a:rPr>
              <a:t>e</a:t>
            </a:r>
            <a:r>
              <a:rPr sz="3000" spc="-265" dirty="0">
                <a:solidFill>
                  <a:srgbClr val="000000"/>
                </a:solidFill>
              </a:rPr>
              <a:t>t</a:t>
            </a:r>
            <a:r>
              <a:rPr sz="3000" spc="-55" dirty="0">
                <a:solidFill>
                  <a:srgbClr val="000000"/>
                </a:solidFill>
              </a:rPr>
              <a:t>B</a:t>
            </a:r>
            <a:r>
              <a:rPr sz="3000" spc="10" dirty="0">
                <a:solidFill>
                  <a:srgbClr val="000000"/>
                </a:solidFill>
              </a:rPr>
              <a:t>S</a:t>
            </a:r>
            <a:r>
              <a:rPr sz="3000" spc="-125" dirty="0">
                <a:solidFill>
                  <a:srgbClr val="000000"/>
                </a:solidFill>
              </a:rPr>
              <a:t>D</a:t>
            </a:r>
            <a:r>
              <a:rPr sz="3000" spc="30" dirty="0">
                <a:solidFill>
                  <a:srgbClr val="000000"/>
                </a:solidFill>
                <a:latin typeface="Century Gothic"/>
                <a:cs typeface="Century Gothic"/>
              </a:rPr>
              <a:t>, </a:t>
            </a:r>
            <a:r>
              <a:rPr sz="3000" spc="30" dirty="0">
                <a:solidFill>
                  <a:srgbClr val="000000"/>
                </a:solidFill>
              </a:rPr>
              <a:t>O</a:t>
            </a:r>
            <a:r>
              <a:rPr sz="3000" spc="-415" dirty="0">
                <a:solidFill>
                  <a:srgbClr val="000000"/>
                </a:solidFill>
              </a:rPr>
              <a:t>p</a:t>
            </a:r>
            <a:r>
              <a:rPr sz="3000" spc="-459" dirty="0">
                <a:solidFill>
                  <a:srgbClr val="000000"/>
                </a:solidFill>
              </a:rPr>
              <a:t>e</a:t>
            </a:r>
            <a:r>
              <a:rPr sz="3000" spc="-254" dirty="0">
                <a:solidFill>
                  <a:srgbClr val="000000"/>
                </a:solidFill>
              </a:rPr>
              <a:t>n</a:t>
            </a:r>
            <a:r>
              <a:rPr sz="3000" spc="-65" dirty="0">
                <a:solidFill>
                  <a:srgbClr val="000000"/>
                </a:solidFill>
              </a:rPr>
              <a:t>B</a:t>
            </a:r>
            <a:r>
              <a:rPr sz="3000" spc="20" dirty="0">
                <a:solidFill>
                  <a:srgbClr val="000000"/>
                </a:solidFill>
              </a:rPr>
              <a:t>S</a:t>
            </a:r>
            <a:r>
              <a:rPr sz="3000" spc="-160" dirty="0">
                <a:solidFill>
                  <a:srgbClr val="000000"/>
                </a:solidFill>
              </a:rPr>
              <a:t>D</a:t>
            </a:r>
            <a:r>
              <a:rPr sz="3000" spc="70" dirty="0">
                <a:solidFill>
                  <a:srgbClr val="000000"/>
                </a:solidFill>
              </a:rPr>
              <a:t> </a:t>
            </a:r>
            <a:r>
              <a:rPr sz="3000" spc="-405" dirty="0">
                <a:solidFill>
                  <a:srgbClr val="000000"/>
                </a:solidFill>
                <a:latin typeface="Century Gothic"/>
                <a:cs typeface="Century Gothic"/>
              </a:rPr>
              <a:t>y</a:t>
            </a:r>
            <a:r>
              <a:rPr sz="3000" spc="3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10" dirty="0">
                <a:solidFill>
                  <a:srgbClr val="000000"/>
                </a:solidFill>
              </a:rPr>
              <a:t>S</a:t>
            </a:r>
            <a:r>
              <a:rPr sz="3000" spc="-285" dirty="0">
                <a:solidFill>
                  <a:srgbClr val="000000"/>
                </a:solidFill>
              </a:rPr>
              <a:t>o</a:t>
            </a:r>
            <a:r>
              <a:rPr sz="3000" spc="85" dirty="0">
                <a:solidFill>
                  <a:srgbClr val="000000"/>
                </a:solidFill>
              </a:rPr>
              <a:t>l</a:t>
            </a:r>
            <a:r>
              <a:rPr sz="3000" spc="-420" dirty="0">
                <a:solidFill>
                  <a:srgbClr val="000000"/>
                </a:solidFill>
              </a:rPr>
              <a:t>a</a:t>
            </a:r>
            <a:r>
              <a:rPr sz="3000" spc="45" dirty="0">
                <a:solidFill>
                  <a:srgbClr val="000000"/>
                </a:solidFill>
              </a:rPr>
              <a:t>r</a:t>
            </a:r>
            <a:r>
              <a:rPr sz="3000" spc="85" dirty="0">
                <a:solidFill>
                  <a:srgbClr val="000000"/>
                </a:solidFill>
              </a:rPr>
              <a:t>i</a:t>
            </a:r>
            <a:r>
              <a:rPr sz="3000" dirty="0">
                <a:solidFill>
                  <a:srgbClr val="000000"/>
                </a:solidFill>
              </a:rPr>
              <a:t>s</a:t>
            </a:r>
            <a:r>
              <a:rPr sz="3000" spc="30" dirty="0">
                <a:solidFill>
                  <a:srgbClr val="000000"/>
                </a:solidFill>
                <a:latin typeface="Century Gothic"/>
                <a:cs typeface="Century Gothic"/>
              </a:rPr>
              <a:t>, </a:t>
            </a:r>
            <a:r>
              <a:rPr sz="3000" spc="-260" dirty="0">
                <a:solidFill>
                  <a:srgbClr val="000000"/>
                </a:solidFill>
              </a:rPr>
              <a:t>n</a:t>
            </a:r>
            <a:r>
              <a:rPr sz="3000" spc="-295" dirty="0">
                <a:solidFill>
                  <a:srgbClr val="000000"/>
                </a:solidFill>
              </a:rPr>
              <a:t>o</a:t>
            </a:r>
            <a:r>
              <a:rPr sz="3000" spc="55" dirty="0">
                <a:solidFill>
                  <a:srgbClr val="000000"/>
                </a:solidFill>
              </a:rPr>
              <a:t> </a:t>
            </a:r>
            <a:r>
              <a:rPr sz="3000" spc="-459" dirty="0">
                <a:solidFill>
                  <a:srgbClr val="000000"/>
                </a:solidFill>
              </a:rPr>
              <a:t>e</a:t>
            </a:r>
            <a:r>
              <a:rPr sz="3000" spc="-25" dirty="0">
                <a:solidFill>
                  <a:srgbClr val="000000"/>
                </a:solidFill>
              </a:rPr>
              <a:t>s</a:t>
            </a:r>
            <a:r>
              <a:rPr sz="3000" spc="45" dirty="0">
                <a:solidFill>
                  <a:srgbClr val="000000"/>
                </a:solidFill>
              </a:rPr>
              <a:t> </a:t>
            </a:r>
            <a:r>
              <a:rPr sz="3000" spc="-260" dirty="0">
                <a:solidFill>
                  <a:srgbClr val="000000"/>
                </a:solidFill>
              </a:rPr>
              <a:t>n</a:t>
            </a:r>
            <a:r>
              <a:rPr sz="3000" spc="-445" dirty="0">
                <a:solidFill>
                  <a:srgbClr val="000000"/>
                </a:solidFill>
              </a:rPr>
              <a:t>e</a:t>
            </a:r>
            <a:r>
              <a:rPr sz="3000" spc="-580" dirty="0">
                <a:solidFill>
                  <a:srgbClr val="000000"/>
                </a:solidFill>
              </a:rPr>
              <a:t>c</a:t>
            </a:r>
            <a:r>
              <a:rPr sz="3000" spc="-459" dirty="0">
                <a:solidFill>
                  <a:srgbClr val="000000"/>
                </a:solidFill>
              </a:rPr>
              <a:t>e</a:t>
            </a:r>
            <a:r>
              <a:rPr sz="3000" spc="-25" dirty="0">
                <a:solidFill>
                  <a:srgbClr val="000000"/>
                </a:solidFill>
              </a:rPr>
              <a:t>s</a:t>
            </a:r>
            <a:r>
              <a:rPr sz="3000" spc="-420" dirty="0">
                <a:solidFill>
                  <a:srgbClr val="000000"/>
                </a:solidFill>
              </a:rPr>
              <a:t>a</a:t>
            </a:r>
            <a:r>
              <a:rPr sz="3000" spc="50" dirty="0">
                <a:solidFill>
                  <a:srgbClr val="000000"/>
                </a:solidFill>
              </a:rPr>
              <a:t>r</a:t>
            </a:r>
            <a:r>
              <a:rPr sz="3000" spc="-55" dirty="0">
                <a:solidFill>
                  <a:srgbClr val="000000"/>
                </a:solidFill>
              </a:rPr>
              <a:t>i</a:t>
            </a:r>
            <a:r>
              <a:rPr sz="3000" spc="-160" dirty="0">
                <a:solidFill>
                  <a:srgbClr val="000000"/>
                </a:solidFill>
              </a:rPr>
              <a:t>o</a:t>
            </a:r>
            <a:r>
              <a:rPr sz="3000" spc="90" dirty="0">
                <a:solidFill>
                  <a:srgbClr val="000000"/>
                </a:solidFill>
              </a:rPr>
              <a:t> </a:t>
            </a:r>
            <a:r>
              <a:rPr sz="3000" spc="-46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sz="3000" spc="-280" dirty="0">
                <a:solidFill>
                  <a:srgbClr val="000000"/>
                </a:solidFill>
                <a:latin typeface="Century Gothic"/>
                <a:cs typeface="Century Gothic"/>
              </a:rPr>
              <a:t>t</a:t>
            </a:r>
            <a:r>
              <a:rPr sz="3000" spc="-420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z="3000" spc="-430" dirty="0">
                <a:solidFill>
                  <a:srgbClr val="000000"/>
                </a:solidFill>
                <a:latin typeface="Century Gothic"/>
                <a:cs typeface="Century Gothic"/>
              </a:rPr>
              <a:t>b</a:t>
            </a:r>
            <a:r>
              <a:rPr sz="3000" spc="-95" dirty="0">
                <a:solidFill>
                  <a:srgbClr val="000000"/>
                </a:solidFill>
                <a:latin typeface="Century Gothic"/>
                <a:cs typeface="Century Gothic"/>
              </a:rPr>
              <a:t>l</a:t>
            </a:r>
            <a:r>
              <a:rPr sz="3000" spc="-290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-530" dirty="0">
                <a:solidFill>
                  <a:srgbClr val="000000"/>
                </a:solidFill>
                <a:latin typeface="Century Gothic"/>
                <a:cs typeface="Century Gothic"/>
              </a:rPr>
              <a:t>c</a:t>
            </a:r>
            <a:r>
              <a:rPr sz="3000" spc="-52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sz="3000" spc="3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85" dirty="0">
                <a:solidFill>
                  <a:srgbClr val="000000"/>
                </a:solidFill>
                <a:latin typeface="Century Gothic"/>
                <a:cs typeface="Century Gothic"/>
              </a:rPr>
              <a:t>l</a:t>
            </a:r>
            <a:r>
              <a:rPr sz="3000" spc="-434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z="3000" spc="-17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380" dirty="0">
                <a:solidFill>
                  <a:srgbClr val="000000"/>
                </a:solidFill>
                <a:latin typeface="Century Gothic"/>
                <a:cs typeface="Century Gothic"/>
              </a:rPr>
              <a:t>v</a:t>
            </a:r>
            <a:r>
              <a:rPr sz="3000" spc="-434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sz="3000" spc="85" dirty="0">
                <a:solidFill>
                  <a:srgbClr val="000000"/>
                </a:solidFill>
                <a:latin typeface="Century Gothic"/>
                <a:cs typeface="Century Gothic"/>
              </a:rPr>
              <a:t>i</a:t>
            </a:r>
            <a:r>
              <a:rPr sz="3000" spc="-440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z="3000" spc="-415" dirty="0">
                <a:solidFill>
                  <a:srgbClr val="000000"/>
                </a:solidFill>
                <a:latin typeface="Century Gothic"/>
                <a:cs typeface="Century Gothic"/>
              </a:rPr>
              <a:t>b</a:t>
            </a:r>
            <a:r>
              <a:rPr sz="3000" spc="85" dirty="0">
                <a:solidFill>
                  <a:srgbClr val="000000"/>
                </a:solidFill>
                <a:latin typeface="Century Gothic"/>
                <a:cs typeface="Century Gothic"/>
              </a:rPr>
              <a:t>l</a:t>
            </a:r>
            <a:r>
              <a:rPr sz="3000" spc="-470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000000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459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sz="3000" spc="-280" dirty="0">
                <a:solidFill>
                  <a:srgbClr val="000000"/>
                </a:solidFill>
                <a:latin typeface="Century Gothic"/>
                <a:cs typeface="Century Gothic"/>
              </a:rPr>
              <a:t>t</a:t>
            </a:r>
            <a:r>
              <a:rPr sz="3000" spc="-295" dirty="0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sz="3000" spc="-285" dirty="0">
                <a:solidFill>
                  <a:srgbClr val="000000"/>
                </a:solidFill>
                <a:latin typeface="Century Gothic"/>
                <a:cs typeface="Century Gothic"/>
              </a:rPr>
              <a:t>no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120" dirty="0">
                <a:solidFill>
                  <a:srgbClr val="000000"/>
                </a:solidFill>
                <a:latin typeface="Century Gothic"/>
                <a:cs typeface="Century Gothic"/>
              </a:rPr>
              <a:t>L</a:t>
            </a:r>
            <a:r>
              <a:rPr sz="3000" spc="-175" dirty="0">
                <a:solidFill>
                  <a:srgbClr val="000000"/>
                </a:solidFill>
                <a:latin typeface="Century Gothic"/>
                <a:cs typeface="Century Gothic"/>
              </a:rPr>
              <a:t>D</a:t>
            </a:r>
            <a:r>
              <a:rPr sz="3000" spc="-90" dirty="0">
                <a:solidFill>
                  <a:srgbClr val="000000"/>
                </a:solidFill>
                <a:latin typeface="Century Gothic"/>
                <a:cs typeface="Century Gothic"/>
              </a:rPr>
              <a:t>_</a:t>
            </a:r>
            <a:r>
              <a:rPr sz="3000" spc="-80" dirty="0">
                <a:solidFill>
                  <a:srgbClr val="000000"/>
                </a:solidFill>
                <a:latin typeface="Century Gothic"/>
                <a:cs typeface="Century Gothic"/>
              </a:rPr>
              <a:t>L</a:t>
            </a:r>
            <a:r>
              <a:rPr sz="3000" spc="-15" dirty="0">
                <a:solidFill>
                  <a:srgbClr val="000000"/>
                </a:solidFill>
                <a:latin typeface="Century Gothic"/>
                <a:cs typeface="Century Gothic"/>
              </a:rPr>
              <a:t>IB</a:t>
            </a:r>
            <a:r>
              <a:rPr sz="3000" spc="-254" dirty="0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sz="3000" spc="-440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z="3000" spc="-210" dirty="0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sz="3000" spc="-200" dirty="0">
                <a:solidFill>
                  <a:srgbClr val="000000"/>
                </a:solidFill>
                <a:latin typeface="Century Gothic"/>
                <a:cs typeface="Century Gothic"/>
              </a:rPr>
              <a:t>Y</a:t>
            </a:r>
            <a:r>
              <a:rPr sz="3000" spc="-215" dirty="0">
                <a:solidFill>
                  <a:srgbClr val="000000"/>
                </a:solidFill>
                <a:latin typeface="Century Gothic"/>
                <a:cs typeface="Century Gothic"/>
              </a:rPr>
              <a:t>_P</a:t>
            </a:r>
            <a:r>
              <a:rPr sz="3000" spc="-285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z="3000" spc="204" dirty="0">
                <a:solidFill>
                  <a:srgbClr val="000000"/>
                </a:solidFill>
                <a:latin typeface="Century Gothic"/>
                <a:cs typeface="Century Gothic"/>
              </a:rPr>
              <a:t>T</a:t>
            </a:r>
            <a:r>
              <a:rPr sz="3000" spc="45" dirty="0">
                <a:solidFill>
                  <a:srgbClr val="000000"/>
                </a:solidFill>
                <a:latin typeface="Century Gothic"/>
                <a:cs typeface="Century Gothic"/>
              </a:rPr>
              <a:t>H</a:t>
            </a:r>
            <a:r>
              <a:rPr sz="3000" spc="30" dirty="0">
                <a:solidFill>
                  <a:srgbClr val="000000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/>
          <p:nvPr/>
        </p:nvSpPr>
        <p:spPr>
          <a:xfrm>
            <a:off x="449580" y="3741420"/>
            <a:ext cx="7179309" cy="433070"/>
          </a:xfrm>
          <a:custGeom>
            <a:avLst/>
            <a:gdLst/>
            <a:ahLst/>
            <a:cxnLst/>
            <a:rect l="l" t="t" r="r" b="b"/>
            <a:pathLst>
              <a:path w="7179309" h="433070">
                <a:moveTo>
                  <a:pt x="0" y="433070"/>
                </a:moveTo>
                <a:lnTo>
                  <a:pt x="7179309" y="433070"/>
                </a:lnTo>
                <a:lnTo>
                  <a:pt x="7179309" y="0"/>
                </a:lnTo>
                <a:lnTo>
                  <a:pt x="0" y="0"/>
                </a:lnTo>
                <a:lnTo>
                  <a:pt x="0" y="43307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49580" y="4173220"/>
            <a:ext cx="3032760" cy="433070"/>
          </a:xfrm>
          <a:custGeom>
            <a:avLst/>
            <a:gdLst/>
            <a:ahLst/>
            <a:cxnLst/>
            <a:rect l="l" t="t" r="r" b="b"/>
            <a:pathLst>
              <a:path w="3032760" h="433070">
                <a:moveTo>
                  <a:pt x="0" y="433070"/>
                </a:moveTo>
                <a:lnTo>
                  <a:pt x="3032760" y="433070"/>
                </a:lnTo>
                <a:lnTo>
                  <a:pt x="3032760" y="0"/>
                </a:lnTo>
                <a:lnTo>
                  <a:pt x="0" y="0"/>
                </a:lnTo>
                <a:lnTo>
                  <a:pt x="0" y="43307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36880" y="1876509"/>
            <a:ext cx="9058275" cy="3590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26030">
              <a:lnSpc>
                <a:spcPct val="100000"/>
              </a:lnSpc>
            </a:pPr>
            <a:r>
              <a:rPr sz="4400" spc="-42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44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17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4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55" dirty="0">
                <a:solidFill>
                  <a:srgbClr val="1B1B1B"/>
                </a:solidFill>
                <a:latin typeface="Century Gothic"/>
                <a:cs typeface="Century Gothic"/>
              </a:rPr>
              <a:t>- </a:t>
            </a:r>
            <a:r>
              <a:rPr sz="4400" spc="6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39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3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35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69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-57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18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25" dirty="0">
                <a:solidFill>
                  <a:srgbClr val="1B1B1B"/>
                </a:solidFill>
                <a:latin typeface="Century Gothic"/>
                <a:cs typeface="Century Gothic"/>
              </a:rPr>
              <a:t>ón</a:t>
            </a:r>
            <a:endParaRPr sz="4400">
              <a:latin typeface="Century Gothic"/>
              <a:cs typeface="Century Gothic"/>
            </a:endParaRPr>
          </a:p>
          <a:p>
            <a:pPr marL="12700" marR="5080">
              <a:lnSpc>
                <a:spcPts val="3400"/>
              </a:lnSpc>
              <a:spcBef>
                <a:spcPts val="3400"/>
              </a:spcBef>
            </a:pPr>
            <a:r>
              <a:rPr sz="2850" spc="-75" dirty="0">
                <a:latin typeface="Century Gothic"/>
                <a:cs typeface="Century Gothic"/>
              </a:rPr>
              <a:t>E</a:t>
            </a:r>
            <a:r>
              <a:rPr sz="2850" spc="-35" dirty="0">
                <a:latin typeface="Century Gothic"/>
                <a:cs typeface="Century Gothic"/>
              </a:rPr>
              <a:t>s</a:t>
            </a:r>
            <a:r>
              <a:rPr sz="2850" spc="-275" dirty="0">
                <a:latin typeface="Century Gothic"/>
                <a:cs typeface="Century Gothic"/>
              </a:rPr>
              <a:t>t</a:t>
            </a:r>
            <a:r>
              <a:rPr sz="2850" spc="-415" dirty="0">
                <a:latin typeface="Century Gothic"/>
                <a:cs typeface="Century Gothic"/>
              </a:rPr>
              <a:t>ab</a:t>
            </a:r>
            <a:r>
              <a:rPr sz="2850" spc="75" dirty="0">
                <a:latin typeface="Century Gothic"/>
                <a:cs typeface="Century Gothic"/>
              </a:rPr>
              <a:t>l</a:t>
            </a:r>
            <a:r>
              <a:rPr sz="2850" spc="-455" dirty="0">
                <a:latin typeface="Century Gothic"/>
                <a:cs typeface="Century Gothic"/>
              </a:rPr>
              <a:t>e</a:t>
            </a:r>
            <a:r>
              <a:rPr sz="2850" spc="-395" dirty="0">
                <a:latin typeface="Century Gothic"/>
                <a:cs typeface="Century Gothic"/>
              </a:rPr>
              <a:t>ce</a:t>
            </a:r>
            <a:r>
              <a:rPr sz="2850" spc="-185" dirty="0">
                <a:latin typeface="Century Gothic"/>
                <a:cs typeface="Century Gothic"/>
              </a:rPr>
              <a:t>r</a:t>
            </a:r>
            <a:r>
              <a:rPr sz="2850" spc="20" dirty="0">
                <a:latin typeface="Century Gothic"/>
                <a:cs typeface="Century Gothic"/>
              </a:rPr>
              <a:t> </a:t>
            </a:r>
            <a:r>
              <a:rPr sz="2850" spc="75" dirty="0">
                <a:latin typeface="Century Gothic"/>
                <a:cs typeface="Century Gothic"/>
              </a:rPr>
              <a:t>l</a:t>
            </a:r>
            <a:r>
              <a:rPr sz="2850" spc="-409" dirty="0">
                <a:latin typeface="Century Gothic"/>
                <a:cs typeface="Century Gothic"/>
              </a:rPr>
              <a:t>a</a:t>
            </a:r>
            <a:r>
              <a:rPr sz="2850" spc="15" dirty="0">
                <a:latin typeface="Century Gothic"/>
                <a:cs typeface="Century Gothic"/>
              </a:rPr>
              <a:t> </a:t>
            </a:r>
            <a:r>
              <a:rPr sz="2850" spc="-365" dirty="0">
                <a:latin typeface="Century Gothic"/>
                <a:cs typeface="Century Gothic"/>
              </a:rPr>
              <a:t>v</a:t>
            </a:r>
            <a:r>
              <a:rPr sz="2850" spc="-425" dirty="0">
                <a:latin typeface="Century Gothic"/>
                <a:cs typeface="Century Gothic"/>
              </a:rPr>
              <a:t>a</a:t>
            </a:r>
            <a:r>
              <a:rPr sz="2850" spc="30" dirty="0">
                <a:latin typeface="Century Gothic"/>
                <a:cs typeface="Century Gothic"/>
              </a:rPr>
              <a:t>r</a:t>
            </a:r>
            <a:r>
              <a:rPr sz="2850" spc="75" dirty="0">
                <a:latin typeface="Century Gothic"/>
                <a:cs typeface="Century Gothic"/>
              </a:rPr>
              <a:t>i</a:t>
            </a:r>
            <a:r>
              <a:rPr sz="2850" spc="-415" dirty="0">
                <a:latin typeface="Century Gothic"/>
                <a:cs typeface="Century Gothic"/>
              </a:rPr>
              <a:t>a</a:t>
            </a:r>
            <a:r>
              <a:rPr sz="2850" spc="-425" dirty="0">
                <a:latin typeface="Century Gothic"/>
                <a:cs typeface="Century Gothic"/>
              </a:rPr>
              <a:t>b</a:t>
            </a:r>
            <a:r>
              <a:rPr sz="2850" spc="75" dirty="0">
                <a:latin typeface="Century Gothic"/>
                <a:cs typeface="Century Gothic"/>
              </a:rPr>
              <a:t>l</a:t>
            </a:r>
            <a:r>
              <a:rPr sz="2850" spc="-445" dirty="0">
                <a:latin typeface="Century Gothic"/>
                <a:cs typeface="Century Gothic"/>
              </a:rPr>
              <a:t>e</a:t>
            </a:r>
            <a:r>
              <a:rPr sz="2850" spc="30" dirty="0">
                <a:latin typeface="Century Gothic"/>
                <a:cs typeface="Century Gothic"/>
              </a:rPr>
              <a:t> </a:t>
            </a:r>
            <a:r>
              <a:rPr sz="2850" spc="-445" dirty="0">
                <a:latin typeface="Century Gothic"/>
                <a:cs typeface="Century Gothic"/>
              </a:rPr>
              <a:t>de</a:t>
            </a:r>
            <a:r>
              <a:rPr sz="2850" spc="15" dirty="0">
                <a:latin typeface="Century Gothic"/>
                <a:cs typeface="Century Gothic"/>
              </a:rPr>
              <a:t> </a:t>
            </a:r>
            <a:r>
              <a:rPr sz="2850" spc="-380" dirty="0">
                <a:latin typeface="Century Gothic"/>
                <a:cs typeface="Century Gothic"/>
              </a:rPr>
              <a:t>e</a:t>
            </a:r>
            <a:r>
              <a:rPr sz="2850" spc="-365" dirty="0">
                <a:latin typeface="Century Gothic"/>
                <a:cs typeface="Century Gothic"/>
              </a:rPr>
              <a:t>n</a:t>
            </a:r>
            <a:r>
              <a:rPr sz="2850" spc="-204" dirty="0">
                <a:latin typeface="Century Gothic"/>
                <a:cs typeface="Century Gothic"/>
              </a:rPr>
              <a:t>to</a:t>
            </a:r>
            <a:r>
              <a:rPr sz="2850" spc="-120" dirty="0">
                <a:latin typeface="Century Gothic"/>
                <a:cs typeface="Century Gothic"/>
              </a:rPr>
              <a:t>r</a:t>
            </a:r>
            <a:r>
              <a:rPr sz="2850" spc="-280" dirty="0">
                <a:latin typeface="Century Gothic"/>
                <a:cs typeface="Century Gothic"/>
              </a:rPr>
              <a:t>no</a:t>
            </a:r>
            <a:r>
              <a:rPr sz="2850" spc="55" dirty="0">
                <a:latin typeface="Century Gothic"/>
                <a:cs typeface="Century Gothic"/>
              </a:rPr>
              <a:t> </a:t>
            </a:r>
            <a:r>
              <a:rPr sz="2850" spc="-145" dirty="0">
                <a:latin typeface="Century Gothic"/>
                <a:cs typeface="Century Gothic"/>
              </a:rPr>
              <a:t>LD</a:t>
            </a:r>
            <a:r>
              <a:rPr sz="2850" dirty="0">
                <a:latin typeface="Century Gothic"/>
                <a:cs typeface="Century Gothic"/>
              </a:rPr>
              <a:t>_</a:t>
            </a:r>
            <a:r>
              <a:rPr sz="2850" spc="-155" dirty="0">
                <a:latin typeface="Century Gothic"/>
                <a:cs typeface="Century Gothic"/>
              </a:rPr>
              <a:t>L</a:t>
            </a:r>
            <a:r>
              <a:rPr sz="2850" spc="50" dirty="0">
                <a:latin typeface="Century Gothic"/>
                <a:cs typeface="Century Gothic"/>
              </a:rPr>
              <a:t>I</a:t>
            </a:r>
            <a:r>
              <a:rPr sz="2850" spc="-80" dirty="0">
                <a:latin typeface="Century Gothic"/>
                <a:cs typeface="Century Gothic"/>
              </a:rPr>
              <a:t>B</a:t>
            </a:r>
            <a:r>
              <a:rPr sz="2850" spc="-254" dirty="0">
                <a:latin typeface="Century Gothic"/>
                <a:cs typeface="Century Gothic"/>
              </a:rPr>
              <a:t>R</a:t>
            </a:r>
            <a:r>
              <a:rPr sz="2850" spc="-420" dirty="0">
                <a:latin typeface="Century Gothic"/>
                <a:cs typeface="Century Gothic"/>
              </a:rPr>
              <a:t>A</a:t>
            </a:r>
            <a:r>
              <a:rPr sz="2850" spc="-254" dirty="0">
                <a:latin typeface="Century Gothic"/>
                <a:cs typeface="Century Gothic"/>
              </a:rPr>
              <a:t>R</a:t>
            </a:r>
            <a:r>
              <a:rPr sz="2850" spc="-145" dirty="0">
                <a:latin typeface="Century Gothic"/>
                <a:cs typeface="Century Gothic"/>
              </a:rPr>
              <a:t>Y</a:t>
            </a:r>
            <a:r>
              <a:rPr sz="2850" spc="-10" dirty="0">
                <a:latin typeface="Century Gothic"/>
                <a:cs typeface="Century Gothic"/>
              </a:rPr>
              <a:t>_</a:t>
            </a:r>
            <a:r>
              <a:rPr sz="2850" spc="-270" dirty="0">
                <a:latin typeface="Century Gothic"/>
                <a:cs typeface="Century Gothic"/>
              </a:rPr>
              <a:t>P</a:t>
            </a:r>
            <a:r>
              <a:rPr sz="2850" spc="-430" dirty="0">
                <a:latin typeface="Century Gothic"/>
                <a:cs typeface="Century Gothic"/>
              </a:rPr>
              <a:t>A</a:t>
            </a:r>
            <a:r>
              <a:rPr sz="2850" spc="80" dirty="0">
                <a:latin typeface="Century Gothic"/>
                <a:cs typeface="Century Gothic"/>
              </a:rPr>
              <a:t>T</a:t>
            </a:r>
            <a:r>
              <a:rPr sz="2850" spc="135" dirty="0">
                <a:latin typeface="Century Gothic"/>
                <a:cs typeface="Century Gothic"/>
              </a:rPr>
              <a:t>H</a:t>
            </a:r>
            <a:r>
              <a:rPr sz="2850" spc="40" dirty="0">
                <a:latin typeface="Century Gothic"/>
                <a:cs typeface="Century Gothic"/>
              </a:rPr>
              <a:t> </a:t>
            </a:r>
            <a:r>
              <a:rPr sz="2850" spc="-455" dirty="0">
                <a:latin typeface="Century Gothic"/>
                <a:cs typeface="Century Gothic"/>
              </a:rPr>
              <a:t>e</a:t>
            </a:r>
            <a:r>
              <a:rPr sz="2850" spc="-265" dirty="0">
                <a:latin typeface="Century Gothic"/>
                <a:cs typeface="Century Gothic"/>
              </a:rPr>
              <a:t>n</a:t>
            </a:r>
            <a:r>
              <a:rPr sz="2850" spc="10" dirty="0">
                <a:latin typeface="Century Gothic"/>
                <a:cs typeface="Century Gothic"/>
              </a:rPr>
              <a:t> </a:t>
            </a:r>
            <a:r>
              <a:rPr sz="2850" spc="-250" dirty="0">
                <a:latin typeface="Century Gothic"/>
                <a:cs typeface="Century Gothic"/>
              </a:rPr>
              <a:t>u</a:t>
            </a:r>
            <a:r>
              <a:rPr sz="2850" spc="-254" dirty="0">
                <a:latin typeface="Century Gothic"/>
                <a:cs typeface="Century Gothic"/>
              </a:rPr>
              <a:t>n</a:t>
            </a:r>
            <a:r>
              <a:rPr sz="2850" spc="-409" dirty="0">
                <a:latin typeface="Century Gothic"/>
                <a:cs typeface="Century Gothic"/>
              </a:rPr>
              <a:t>a</a:t>
            </a:r>
            <a:r>
              <a:rPr sz="2850" spc="-170" dirty="0">
                <a:latin typeface="Century Gothic"/>
                <a:cs typeface="Century Gothic"/>
              </a:rPr>
              <a:t> </a:t>
            </a:r>
            <a:r>
              <a:rPr sz="2850" spc="-35" dirty="0">
                <a:latin typeface="Century Gothic"/>
                <a:cs typeface="Century Gothic"/>
              </a:rPr>
              <a:t>s</a:t>
            </a:r>
            <a:r>
              <a:rPr sz="2850" spc="-275" dirty="0">
                <a:latin typeface="Century Gothic"/>
                <a:cs typeface="Century Gothic"/>
              </a:rPr>
              <a:t>h</a:t>
            </a:r>
            <a:r>
              <a:rPr sz="2850" spc="-455" dirty="0">
                <a:latin typeface="Century Gothic"/>
                <a:cs typeface="Century Gothic"/>
              </a:rPr>
              <a:t>e</a:t>
            </a:r>
            <a:r>
              <a:rPr sz="2850" spc="85" dirty="0">
                <a:latin typeface="Century Gothic"/>
                <a:cs typeface="Century Gothic"/>
              </a:rPr>
              <a:t>l</a:t>
            </a:r>
            <a:r>
              <a:rPr sz="2850" spc="75" dirty="0">
                <a:latin typeface="Century Gothic"/>
                <a:cs typeface="Century Gothic"/>
              </a:rPr>
              <a:t>l</a:t>
            </a:r>
            <a:r>
              <a:rPr sz="2850" spc="20" dirty="0">
                <a:latin typeface="Century Gothic"/>
                <a:cs typeface="Century Gothic"/>
              </a:rPr>
              <a:t> </a:t>
            </a:r>
            <a:r>
              <a:rPr sz="2850" spc="-80" dirty="0">
                <a:latin typeface="Century Gothic"/>
                <a:cs typeface="Century Gothic"/>
              </a:rPr>
              <a:t>B</a:t>
            </a:r>
            <a:r>
              <a:rPr sz="2850" spc="-170" dirty="0">
                <a:latin typeface="Century Gothic"/>
                <a:cs typeface="Century Gothic"/>
              </a:rPr>
              <a:t>our</a:t>
            </a:r>
            <a:r>
              <a:rPr sz="2850" spc="-280" dirty="0">
                <a:latin typeface="Century Gothic"/>
                <a:cs typeface="Century Gothic"/>
              </a:rPr>
              <a:t>n</a:t>
            </a:r>
            <a:r>
              <a:rPr sz="2850" spc="-445" dirty="0">
                <a:latin typeface="Century Gothic"/>
                <a:cs typeface="Century Gothic"/>
              </a:rPr>
              <a:t>e</a:t>
            </a:r>
            <a:r>
              <a:rPr sz="2850" spc="30" dirty="0">
                <a:latin typeface="Century Gothic"/>
                <a:cs typeface="Century Gothic"/>
              </a:rPr>
              <a:t> </a:t>
            </a:r>
            <a:r>
              <a:rPr sz="2850" spc="-285" dirty="0">
                <a:latin typeface="Century Gothic"/>
                <a:cs typeface="Century Gothic"/>
              </a:rPr>
              <a:t>(</a:t>
            </a:r>
            <a:r>
              <a:rPr sz="2850" spc="-35" dirty="0">
                <a:latin typeface="Century Gothic"/>
                <a:cs typeface="Century Gothic"/>
              </a:rPr>
              <a:t>s</a:t>
            </a:r>
            <a:r>
              <a:rPr sz="2850" spc="-280" dirty="0">
                <a:latin typeface="Century Gothic"/>
                <a:cs typeface="Century Gothic"/>
              </a:rPr>
              <a:t>h</a:t>
            </a:r>
            <a:r>
              <a:rPr sz="2850" spc="30" dirty="0">
                <a:latin typeface="Century Gothic"/>
                <a:cs typeface="Century Gothic"/>
              </a:rPr>
              <a:t>,</a:t>
            </a:r>
            <a:r>
              <a:rPr sz="2850" spc="15" dirty="0">
                <a:latin typeface="Century Gothic"/>
                <a:cs typeface="Century Gothic"/>
              </a:rPr>
              <a:t> </a:t>
            </a:r>
            <a:r>
              <a:rPr sz="2850" spc="-130" dirty="0">
                <a:latin typeface="Century Gothic"/>
                <a:cs typeface="Century Gothic"/>
              </a:rPr>
              <a:t>k</a:t>
            </a:r>
            <a:r>
              <a:rPr sz="2850" spc="-35" dirty="0">
                <a:latin typeface="Century Gothic"/>
                <a:cs typeface="Century Gothic"/>
              </a:rPr>
              <a:t>s</a:t>
            </a:r>
            <a:r>
              <a:rPr sz="2850" spc="-275" dirty="0">
                <a:latin typeface="Century Gothic"/>
                <a:cs typeface="Century Gothic"/>
              </a:rPr>
              <a:t>h</a:t>
            </a:r>
            <a:r>
              <a:rPr sz="2850" spc="30" dirty="0">
                <a:latin typeface="Century Gothic"/>
                <a:cs typeface="Century Gothic"/>
              </a:rPr>
              <a:t>,</a:t>
            </a:r>
            <a:r>
              <a:rPr sz="2850" spc="15" dirty="0">
                <a:latin typeface="Century Gothic"/>
                <a:cs typeface="Century Gothic"/>
              </a:rPr>
              <a:t> </a:t>
            </a:r>
            <a:r>
              <a:rPr sz="2850" spc="-425" dirty="0">
                <a:latin typeface="Century Gothic"/>
                <a:cs typeface="Century Gothic"/>
              </a:rPr>
              <a:t>b</a:t>
            </a:r>
            <a:r>
              <a:rPr sz="2850" spc="-415" dirty="0">
                <a:latin typeface="Century Gothic"/>
                <a:cs typeface="Century Gothic"/>
              </a:rPr>
              <a:t>a</a:t>
            </a:r>
            <a:r>
              <a:rPr sz="2850" spc="-35" dirty="0">
                <a:latin typeface="Century Gothic"/>
                <a:cs typeface="Century Gothic"/>
              </a:rPr>
              <a:t>s</a:t>
            </a:r>
            <a:r>
              <a:rPr sz="2850" spc="-275" dirty="0">
                <a:latin typeface="Century Gothic"/>
                <a:cs typeface="Century Gothic"/>
              </a:rPr>
              <a:t>h</a:t>
            </a:r>
            <a:r>
              <a:rPr sz="2850" spc="30" dirty="0">
                <a:latin typeface="Century Gothic"/>
                <a:cs typeface="Century Gothic"/>
              </a:rPr>
              <a:t>,</a:t>
            </a:r>
            <a:r>
              <a:rPr sz="2850" spc="15" dirty="0">
                <a:latin typeface="Century Gothic"/>
                <a:cs typeface="Century Gothic"/>
              </a:rPr>
              <a:t> </a:t>
            </a:r>
            <a:r>
              <a:rPr sz="2850" spc="-145" dirty="0">
                <a:latin typeface="Century Gothic"/>
                <a:cs typeface="Century Gothic"/>
              </a:rPr>
              <a:t>z</a:t>
            </a:r>
            <a:r>
              <a:rPr sz="2850" spc="-35" dirty="0">
                <a:latin typeface="Century Gothic"/>
                <a:cs typeface="Century Gothic"/>
              </a:rPr>
              <a:t>s</a:t>
            </a:r>
            <a:r>
              <a:rPr sz="2850" spc="-280" dirty="0">
                <a:latin typeface="Century Gothic"/>
                <a:cs typeface="Century Gothic"/>
              </a:rPr>
              <a:t>h</a:t>
            </a:r>
            <a:r>
              <a:rPr sz="2850" spc="-285" dirty="0">
                <a:latin typeface="Century Gothic"/>
                <a:cs typeface="Century Gothic"/>
              </a:rPr>
              <a:t>)</a:t>
            </a:r>
            <a:r>
              <a:rPr sz="2850" spc="85" dirty="0">
                <a:latin typeface="Century Gothic"/>
                <a:cs typeface="Century Gothic"/>
              </a:rPr>
              <a:t>:</a:t>
            </a:r>
            <a:endParaRPr sz="2850">
              <a:latin typeface="Century Gothic"/>
              <a:cs typeface="Century Gothic"/>
            </a:endParaRPr>
          </a:p>
          <a:p>
            <a:pPr marL="12700">
              <a:lnSpc>
                <a:spcPts val="3270"/>
              </a:lnSpc>
            </a:pPr>
            <a:r>
              <a:rPr sz="2850" spc="-415" dirty="0">
                <a:latin typeface="Century Gothic"/>
                <a:cs typeface="Century Gothic"/>
              </a:rPr>
              <a:t>e</a:t>
            </a:r>
            <a:r>
              <a:rPr sz="2850" spc="-320" dirty="0">
                <a:latin typeface="Century Gothic"/>
                <a:cs typeface="Century Gothic"/>
              </a:rPr>
              <a:t>x</a:t>
            </a:r>
            <a:r>
              <a:rPr sz="2850" spc="-415" dirty="0">
                <a:latin typeface="Century Gothic"/>
                <a:cs typeface="Century Gothic"/>
              </a:rPr>
              <a:t>p</a:t>
            </a:r>
            <a:r>
              <a:rPr sz="2850" spc="-175" dirty="0">
                <a:latin typeface="Century Gothic"/>
                <a:cs typeface="Century Gothic"/>
              </a:rPr>
              <a:t>o</a:t>
            </a:r>
            <a:r>
              <a:rPr sz="2850" spc="-90" dirty="0">
                <a:latin typeface="Century Gothic"/>
                <a:cs typeface="Century Gothic"/>
              </a:rPr>
              <a:t>r</a:t>
            </a:r>
            <a:r>
              <a:rPr sz="2850" spc="-265" dirty="0">
                <a:latin typeface="Century Gothic"/>
                <a:cs typeface="Century Gothic"/>
              </a:rPr>
              <a:t>t</a:t>
            </a:r>
            <a:r>
              <a:rPr sz="2850" spc="30" dirty="0">
                <a:latin typeface="Century Gothic"/>
                <a:cs typeface="Century Gothic"/>
              </a:rPr>
              <a:t> </a:t>
            </a:r>
            <a:r>
              <a:rPr sz="2850" spc="-114" dirty="0">
                <a:latin typeface="Century Gothic"/>
                <a:cs typeface="Century Gothic"/>
              </a:rPr>
              <a:t>L</a:t>
            </a:r>
            <a:r>
              <a:rPr sz="2850" spc="-190" dirty="0">
                <a:latin typeface="Century Gothic"/>
                <a:cs typeface="Century Gothic"/>
              </a:rPr>
              <a:t>D</a:t>
            </a:r>
            <a:r>
              <a:rPr sz="2850" dirty="0">
                <a:latin typeface="Century Gothic"/>
                <a:cs typeface="Century Gothic"/>
              </a:rPr>
              <a:t>_</a:t>
            </a:r>
            <a:r>
              <a:rPr sz="2850" spc="-75" dirty="0">
                <a:latin typeface="Century Gothic"/>
                <a:cs typeface="Century Gothic"/>
              </a:rPr>
              <a:t>L</a:t>
            </a:r>
            <a:r>
              <a:rPr sz="2850" spc="-30" dirty="0">
                <a:latin typeface="Century Gothic"/>
                <a:cs typeface="Century Gothic"/>
              </a:rPr>
              <a:t>I</a:t>
            </a:r>
            <a:r>
              <a:rPr sz="2850" spc="-80" dirty="0">
                <a:latin typeface="Century Gothic"/>
                <a:cs typeface="Century Gothic"/>
              </a:rPr>
              <a:t>B</a:t>
            </a:r>
            <a:r>
              <a:rPr sz="2850" spc="-254" dirty="0">
                <a:latin typeface="Century Gothic"/>
                <a:cs typeface="Century Gothic"/>
              </a:rPr>
              <a:t>R</a:t>
            </a:r>
            <a:r>
              <a:rPr sz="2850" spc="-430" dirty="0">
                <a:latin typeface="Century Gothic"/>
                <a:cs typeface="Century Gothic"/>
              </a:rPr>
              <a:t>A</a:t>
            </a:r>
            <a:r>
              <a:rPr sz="2850" spc="-254" dirty="0">
                <a:latin typeface="Century Gothic"/>
                <a:cs typeface="Century Gothic"/>
              </a:rPr>
              <a:t>R</a:t>
            </a:r>
            <a:r>
              <a:rPr sz="2850" spc="-145" dirty="0">
                <a:latin typeface="Century Gothic"/>
                <a:cs typeface="Century Gothic"/>
              </a:rPr>
              <a:t>Y</a:t>
            </a:r>
            <a:r>
              <a:rPr sz="2850" dirty="0">
                <a:latin typeface="Century Gothic"/>
                <a:cs typeface="Century Gothic"/>
              </a:rPr>
              <a:t>_</a:t>
            </a:r>
            <a:r>
              <a:rPr sz="2850" spc="-280" dirty="0">
                <a:latin typeface="Century Gothic"/>
                <a:cs typeface="Century Gothic"/>
              </a:rPr>
              <a:t>P</a:t>
            </a:r>
            <a:r>
              <a:rPr sz="2850" spc="-420" dirty="0">
                <a:latin typeface="Century Gothic"/>
                <a:cs typeface="Century Gothic"/>
              </a:rPr>
              <a:t>A</a:t>
            </a:r>
            <a:r>
              <a:rPr sz="2850" spc="80" dirty="0">
                <a:latin typeface="Century Gothic"/>
                <a:cs typeface="Century Gothic"/>
              </a:rPr>
              <a:t>T</a:t>
            </a:r>
            <a:r>
              <a:rPr sz="2850" spc="114" dirty="0">
                <a:latin typeface="Century Gothic"/>
                <a:cs typeface="Century Gothic"/>
              </a:rPr>
              <a:t>H</a:t>
            </a:r>
            <a:r>
              <a:rPr sz="2850" spc="630" dirty="0">
                <a:latin typeface="Century Gothic"/>
                <a:cs typeface="Century Gothic"/>
              </a:rPr>
              <a:t>=</a:t>
            </a:r>
            <a:r>
              <a:rPr sz="2850" spc="-110" dirty="0">
                <a:latin typeface="Century Gothic"/>
                <a:cs typeface="Century Gothic"/>
              </a:rPr>
              <a:t>/</a:t>
            </a:r>
            <a:r>
              <a:rPr sz="2850" spc="-165" dirty="0">
                <a:latin typeface="Century Gothic"/>
                <a:cs typeface="Century Gothic"/>
              </a:rPr>
              <a:t>u</a:t>
            </a:r>
            <a:r>
              <a:rPr sz="2850" spc="-110" dirty="0">
                <a:latin typeface="Century Gothic"/>
                <a:cs typeface="Century Gothic"/>
              </a:rPr>
              <a:t>s</a:t>
            </a:r>
            <a:r>
              <a:rPr sz="2850" spc="30" dirty="0">
                <a:latin typeface="Century Gothic"/>
                <a:cs typeface="Century Gothic"/>
              </a:rPr>
              <a:t>r</a:t>
            </a:r>
            <a:r>
              <a:rPr sz="2850" spc="-110" dirty="0">
                <a:latin typeface="Century Gothic"/>
                <a:cs typeface="Century Gothic"/>
              </a:rPr>
              <a:t>/</a:t>
            </a:r>
            <a:r>
              <a:rPr sz="2850" spc="75" dirty="0">
                <a:latin typeface="Century Gothic"/>
                <a:cs typeface="Century Gothic"/>
              </a:rPr>
              <a:t>l</a:t>
            </a:r>
            <a:r>
              <a:rPr sz="2850" spc="-295" dirty="0">
                <a:latin typeface="Century Gothic"/>
                <a:cs typeface="Century Gothic"/>
              </a:rPr>
              <a:t>o</a:t>
            </a:r>
            <a:r>
              <a:rPr sz="2850" spc="-500" dirty="0">
                <a:latin typeface="Century Gothic"/>
                <a:cs typeface="Century Gothic"/>
              </a:rPr>
              <a:t>ca</a:t>
            </a:r>
            <a:r>
              <a:rPr sz="2850" spc="75" dirty="0">
                <a:latin typeface="Century Gothic"/>
                <a:cs typeface="Century Gothic"/>
              </a:rPr>
              <a:t>l</a:t>
            </a:r>
            <a:r>
              <a:rPr sz="2850" spc="-110" dirty="0">
                <a:latin typeface="Century Gothic"/>
                <a:cs typeface="Century Gothic"/>
              </a:rPr>
              <a:t>/</a:t>
            </a:r>
            <a:r>
              <a:rPr sz="2850" spc="-425" dirty="0">
                <a:latin typeface="Century Gothic"/>
                <a:cs typeface="Century Gothic"/>
              </a:rPr>
              <a:t>p</a:t>
            </a:r>
            <a:r>
              <a:rPr sz="2850" spc="-390" dirty="0">
                <a:latin typeface="Century Gothic"/>
                <a:cs typeface="Century Gothic"/>
              </a:rPr>
              <a:t>g</a:t>
            </a:r>
            <a:r>
              <a:rPr sz="2850" spc="-35" dirty="0">
                <a:latin typeface="Century Gothic"/>
                <a:cs typeface="Century Gothic"/>
              </a:rPr>
              <a:t>s</a:t>
            </a:r>
            <a:r>
              <a:rPr sz="2850" spc="-425" dirty="0">
                <a:latin typeface="Century Gothic"/>
                <a:cs typeface="Century Gothic"/>
              </a:rPr>
              <a:t>q</a:t>
            </a:r>
            <a:r>
              <a:rPr sz="2850" spc="75" dirty="0">
                <a:latin typeface="Century Gothic"/>
                <a:cs typeface="Century Gothic"/>
              </a:rPr>
              <a:t>l</a:t>
            </a:r>
            <a:r>
              <a:rPr sz="2850" spc="-110" dirty="0">
                <a:latin typeface="Century Gothic"/>
                <a:cs typeface="Century Gothic"/>
              </a:rPr>
              <a:t>/</a:t>
            </a:r>
            <a:r>
              <a:rPr sz="2850" spc="75" dirty="0">
                <a:latin typeface="Century Gothic"/>
                <a:cs typeface="Century Gothic"/>
              </a:rPr>
              <a:t>li</a:t>
            </a:r>
            <a:r>
              <a:rPr sz="2850" spc="-415" dirty="0">
                <a:latin typeface="Century Gothic"/>
                <a:cs typeface="Century Gothic"/>
              </a:rPr>
              <a:t>b</a:t>
            </a:r>
            <a:r>
              <a:rPr sz="2850" spc="85" dirty="0">
                <a:latin typeface="Century Gothic"/>
                <a:cs typeface="Century Gothic"/>
              </a:rPr>
              <a:t>:</a:t>
            </a:r>
            <a:endParaRPr sz="2850">
              <a:latin typeface="Century Gothic"/>
              <a:cs typeface="Century Gothic"/>
            </a:endParaRPr>
          </a:p>
          <a:p>
            <a:pPr marL="12700">
              <a:lnSpc>
                <a:spcPts val="3410"/>
              </a:lnSpc>
            </a:pPr>
            <a:r>
              <a:rPr sz="2850" spc="65" dirty="0">
                <a:latin typeface="Century Gothic"/>
                <a:cs typeface="Century Gothic"/>
              </a:rPr>
              <a:t>$</a:t>
            </a:r>
            <a:r>
              <a:rPr sz="2850" spc="-155" dirty="0">
                <a:latin typeface="Century Gothic"/>
                <a:cs typeface="Century Gothic"/>
              </a:rPr>
              <a:t>LD</a:t>
            </a:r>
            <a:r>
              <a:rPr sz="2850" dirty="0">
                <a:latin typeface="Century Gothic"/>
                <a:cs typeface="Century Gothic"/>
              </a:rPr>
              <a:t>_</a:t>
            </a:r>
            <a:r>
              <a:rPr sz="2850" spc="-55" dirty="0">
                <a:latin typeface="Century Gothic"/>
                <a:cs typeface="Century Gothic"/>
              </a:rPr>
              <a:t>LI</a:t>
            </a:r>
            <a:r>
              <a:rPr sz="2850" spc="-155" dirty="0">
                <a:latin typeface="Century Gothic"/>
                <a:cs typeface="Century Gothic"/>
              </a:rPr>
              <a:t>B</a:t>
            </a:r>
            <a:r>
              <a:rPr sz="2850" spc="-175" dirty="0">
                <a:latin typeface="Century Gothic"/>
                <a:cs typeface="Century Gothic"/>
              </a:rPr>
              <a:t>R</a:t>
            </a:r>
            <a:r>
              <a:rPr sz="2850" spc="-420" dirty="0">
                <a:latin typeface="Century Gothic"/>
                <a:cs typeface="Century Gothic"/>
              </a:rPr>
              <a:t>A</a:t>
            </a:r>
            <a:r>
              <a:rPr sz="2850" spc="-254" dirty="0">
                <a:latin typeface="Century Gothic"/>
                <a:cs typeface="Century Gothic"/>
              </a:rPr>
              <a:t>R</a:t>
            </a:r>
            <a:r>
              <a:rPr sz="2850" spc="-145" dirty="0">
                <a:latin typeface="Century Gothic"/>
                <a:cs typeface="Century Gothic"/>
              </a:rPr>
              <a:t>Y</a:t>
            </a:r>
            <a:r>
              <a:rPr sz="2850" spc="-10" dirty="0">
                <a:latin typeface="Century Gothic"/>
                <a:cs typeface="Century Gothic"/>
              </a:rPr>
              <a:t>_</a:t>
            </a:r>
            <a:r>
              <a:rPr sz="2850" spc="-270" dirty="0">
                <a:latin typeface="Century Gothic"/>
                <a:cs typeface="Century Gothic"/>
              </a:rPr>
              <a:t>P</a:t>
            </a:r>
            <a:r>
              <a:rPr sz="2850" spc="-420" dirty="0">
                <a:latin typeface="Century Gothic"/>
                <a:cs typeface="Century Gothic"/>
              </a:rPr>
              <a:t>A</a:t>
            </a:r>
            <a:r>
              <a:rPr sz="2850" spc="180" dirty="0">
                <a:latin typeface="Century Gothic"/>
                <a:cs typeface="Century Gothic"/>
              </a:rPr>
              <a:t>T</a:t>
            </a:r>
            <a:r>
              <a:rPr sz="2850" spc="35" dirty="0">
                <a:latin typeface="Century Gothic"/>
                <a:cs typeface="Century Gothic"/>
              </a:rPr>
              <a:t>H</a:t>
            </a:r>
            <a:endParaRPr sz="285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50" spc="185" dirty="0">
                <a:latin typeface="Century Gothic"/>
                <a:cs typeface="Century Gothic"/>
              </a:rPr>
              <a:t>T</a:t>
            </a:r>
            <a:r>
              <a:rPr sz="2850" spc="90" dirty="0">
                <a:latin typeface="Century Gothic"/>
                <a:cs typeface="Century Gothic"/>
              </a:rPr>
              <a:t>i</a:t>
            </a:r>
            <a:r>
              <a:rPr sz="2850" spc="-425" dirty="0">
                <a:latin typeface="Century Gothic"/>
                <a:cs typeface="Century Gothic"/>
              </a:rPr>
              <a:t>p</a:t>
            </a:r>
            <a:r>
              <a:rPr sz="2850" spc="-280" dirty="0">
                <a:latin typeface="Century Gothic"/>
                <a:cs typeface="Century Gothic"/>
              </a:rPr>
              <a:t>o</a:t>
            </a:r>
            <a:r>
              <a:rPr sz="2850" spc="30" dirty="0">
                <a:latin typeface="Century Gothic"/>
                <a:cs typeface="Century Gothic"/>
              </a:rPr>
              <a:t> </a:t>
            </a:r>
            <a:r>
              <a:rPr sz="2850" spc="-445" dirty="0">
                <a:latin typeface="Century Gothic"/>
                <a:cs typeface="Century Gothic"/>
              </a:rPr>
              <a:t>de</a:t>
            </a:r>
            <a:r>
              <a:rPr sz="2850" spc="15" dirty="0">
                <a:latin typeface="Century Gothic"/>
                <a:cs typeface="Century Gothic"/>
              </a:rPr>
              <a:t> </a:t>
            </a:r>
            <a:r>
              <a:rPr sz="2850" spc="-35" dirty="0">
                <a:latin typeface="Century Gothic"/>
                <a:cs typeface="Century Gothic"/>
              </a:rPr>
              <a:t>s</a:t>
            </a:r>
            <a:r>
              <a:rPr sz="2850" spc="-275" dirty="0">
                <a:latin typeface="Century Gothic"/>
                <a:cs typeface="Century Gothic"/>
              </a:rPr>
              <a:t>h</a:t>
            </a:r>
            <a:r>
              <a:rPr sz="2850" spc="-455" dirty="0">
                <a:latin typeface="Century Gothic"/>
                <a:cs typeface="Century Gothic"/>
              </a:rPr>
              <a:t>e</a:t>
            </a:r>
            <a:r>
              <a:rPr sz="2850" spc="75" dirty="0">
                <a:latin typeface="Century Gothic"/>
                <a:cs typeface="Century Gothic"/>
              </a:rPr>
              <a:t>l</a:t>
            </a:r>
            <a:r>
              <a:rPr sz="2850" spc="85" dirty="0">
                <a:latin typeface="Century Gothic"/>
                <a:cs typeface="Century Gothic"/>
              </a:rPr>
              <a:t>l:</a:t>
            </a:r>
            <a:r>
              <a:rPr sz="2850" spc="15" dirty="0">
                <a:latin typeface="Century Gothic"/>
                <a:cs typeface="Century Gothic"/>
              </a:rPr>
              <a:t> </a:t>
            </a:r>
            <a:r>
              <a:rPr sz="2850" spc="-565" dirty="0">
                <a:latin typeface="Century Gothic"/>
                <a:cs typeface="Century Gothic"/>
              </a:rPr>
              <a:t>c</a:t>
            </a:r>
            <a:r>
              <a:rPr sz="2850" spc="-35" dirty="0">
                <a:latin typeface="Century Gothic"/>
                <a:cs typeface="Century Gothic"/>
              </a:rPr>
              <a:t>s</a:t>
            </a:r>
            <a:r>
              <a:rPr sz="2850" spc="-265" dirty="0">
                <a:latin typeface="Century Gothic"/>
                <a:cs typeface="Century Gothic"/>
              </a:rPr>
              <a:t>h</a:t>
            </a:r>
            <a:r>
              <a:rPr sz="2850" spc="25" dirty="0">
                <a:latin typeface="Century Gothic"/>
                <a:cs typeface="Century Gothic"/>
              </a:rPr>
              <a:t> </a:t>
            </a:r>
            <a:r>
              <a:rPr sz="2850" spc="-280" dirty="0">
                <a:latin typeface="Century Gothic"/>
                <a:cs typeface="Century Gothic"/>
              </a:rPr>
              <a:t>o</a:t>
            </a:r>
            <a:r>
              <a:rPr sz="2850" spc="5" dirty="0">
                <a:latin typeface="Century Gothic"/>
                <a:cs typeface="Century Gothic"/>
              </a:rPr>
              <a:t> </a:t>
            </a:r>
            <a:r>
              <a:rPr sz="2850" spc="-300" dirty="0">
                <a:latin typeface="Century Gothic"/>
                <a:cs typeface="Century Gothic"/>
              </a:rPr>
              <a:t>tc</a:t>
            </a:r>
            <a:r>
              <a:rPr sz="2850" spc="-245" dirty="0">
                <a:latin typeface="Century Gothic"/>
                <a:cs typeface="Century Gothic"/>
              </a:rPr>
              <a:t>s</a:t>
            </a:r>
            <a:r>
              <a:rPr sz="2850" spc="-265" dirty="0">
                <a:latin typeface="Century Gothic"/>
                <a:cs typeface="Century Gothic"/>
              </a:rPr>
              <a:t>h</a:t>
            </a:r>
            <a:endParaRPr sz="285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9580" y="5467350"/>
            <a:ext cx="6878320" cy="43307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850" spc="-35" dirty="0">
                <a:latin typeface="Century Gothic"/>
                <a:cs typeface="Century Gothic"/>
              </a:rPr>
              <a:t>s</a:t>
            </a:r>
            <a:r>
              <a:rPr sz="2850" spc="-360" dirty="0">
                <a:latin typeface="Century Gothic"/>
                <a:cs typeface="Century Gothic"/>
              </a:rPr>
              <a:t>et</a:t>
            </a:r>
            <a:r>
              <a:rPr sz="2850" spc="-475" dirty="0">
                <a:latin typeface="Century Gothic"/>
                <a:cs typeface="Century Gothic"/>
              </a:rPr>
              <a:t>e</a:t>
            </a:r>
            <a:r>
              <a:rPr sz="2850" spc="-275" dirty="0">
                <a:latin typeface="Century Gothic"/>
                <a:cs typeface="Century Gothic"/>
              </a:rPr>
              <a:t>n</a:t>
            </a:r>
            <a:r>
              <a:rPr sz="2850" spc="-365" dirty="0">
                <a:latin typeface="Century Gothic"/>
                <a:cs typeface="Century Gothic"/>
              </a:rPr>
              <a:t>v</a:t>
            </a:r>
            <a:r>
              <a:rPr sz="2850" spc="25" dirty="0">
                <a:latin typeface="Century Gothic"/>
                <a:cs typeface="Century Gothic"/>
              </a:rPr>
              <a:t> </a:t>
            </a:r>
            <a:r>
              <a:rPr sz="2850" spc="-155" dirty="0">
                <a:latin typeface="Century Gothic"/>
                <a:cs typeface="Century Gothic"/>
              </a:rPr>
              <a:t>LD</a:t>
            </a:r>
            <a:r>
              <a:rPr sz="2850" dirty="0">
                <a:latin typeface="Century Gothic"/>
                <a:cs typeface="Century Gothic"/>
              </a:rPr>
              <a:t>_</a:t>
            </a:r>
            <a:r>
              <a:rPr sz="2850" spc="-55" dirty="0">
                <a:latin typeface="Century Gothic"/>
                <a:cs typeface="Century Gothic"/>
              </a:rPr>
              <a:t>LI</a:t>
            </a:r>
            <a:r>
              <a:rPr sz="2850" spc="-155" dirty="0">
                <a:latin typeface="Century Gothic"/>
                <a:cs typeface="Century Gothic"/>
              </a:rPr>
              <a:t>B</a:t>
            </a:r>
            <a:r>
              <a:rPr sz="2850" spc="-175" dirty="0">
                <a:latin typeface="Century Gothic"/>
                <a:cs typeface="Century Gothic"/>
              </a:rPr>
              <a:t>R</a:t>
            </a:r>
            <a:r>
              <a:rPr sz="2850" spc="-420" dirty="0">
                <a:latin typeface="Century Gothic"/>
                <a:cs typeface="Century Gothic"/>
              </a:rPr>
              <a:t>A</a:t>
            </a:r>
            <a:r>
              <a:rPr sz="2850" spc="-254" dirty="0">
                <a:latin typeface="Century Gothic"/>
                <a:cs typeface="Century Gothic"/>
              </a:rPr>
              <a:t>R</a:t>
            </a:r>
            <a:r>
              <a:rPr sz="2850" spc="-145" dirty="0">
                <a:latin typeface="Century Gothic"/>
                <a:cs typeface="Century Gothic"/>
              </a:rPr>
              <a:t>Y</a:t>
            </a:r>
            <a:r>
              <a:rPr sz="2850" spc="-10" dirty="0">
                <a:latin typeface="Century Gothic"/>
                <a:cs typeface="Century Gothic"/>
              </a:rPr>
              <a:t>_</a:t>
            </a:r>
            <a:r>
              <a:rPr sz="2850" spc="-270" dirty="0">
                <a:latin typeface="Century Gothic"/>
                <a:cs typeface="Century Gothic"/>
              </a:rPr>
              <a:t>P</a:t>
            </a:r>
            <a:r>
              <a:rPr sz="2850" spc="-420" dirty="0">
                <a:latin typeface="Century Gothic"/>
                <a:cs typeface="Century Gothic"/>
              </a:rPr>
              <a:t>A</a:t>
            </a:r>
            <a:r>
              <a:rPr sz="2850" spc="180" dirty="0">
                <a:latin typeface="Century Gothic"/>
                <a:cs typeface="Century Gothic"/>
              </a:rPr>
              <a:t>T</a:t>
            </a:r>
            <a:r>
              <a:rPr sz="2850" spc="35" dirty="0">
                <a:latin typeface="Century Gothic"/>
                <a:cs typeface="Century Gothic"/>
              </a:rPr>
              <a:t>H</a:t>
            </a:r>
            <a:r>
              <a:rPr sz="2850" spc="25" dirty="0">
                <a:latin typeface="Century Gothic"/>
                <a:cs typeface="Century Gothic"/>
              </a:rPr>
              <a:t> </a:t>
            </a:r>
            <a:r>
              <a:rPr sz="2850" spc="-110" dirty="0">
                <a:latin typeface="Century Gothic"/>
                <a:cs typeface="Century Gothic"/>
              </a:rPr>
              <a:t>/</a:t>
            </a:r>
            <a:r>
              <a:rPr sz="2850" spc="-165" dirty="0">
                <a:latin typeface="Century Gothic"/>
                <a:cs typeface="Century Gothic"/>
              </a:rPr>
              <a:t>u</a:t>
            </a:r>
            <a:r>
              <a:rPr sz="2850" spc="-110" dirty="0">
                <a:latin typeface="Century Gothic"/>
                <a:cs typeface="Century Gothic"/>
              </a:rPr>
              <a:t>s</a:t>
            </a:r>
            <a:r>
              <a:rPr sz="2850" spc="30" dirty="0">
                <a:latin typeface="Century Gothic"/>
                <a:cs typeface="Century Gothic"/>
              </a:rPr>
              <a:t>r</a:t>
            </a:r>
            <a:r>
              <a:rPr sz="2850" spc="-110" dirty="0">
                <a:latin typeface="Century Gothic"/>
                <a:cs typeface="Century Gothic"/>
              </a:rPr>
              <a:t>/</a:t>
            </a:r>
            <a:r>
              <a:rPr sz="2850" spc="75" dirty="0">
                <a:latin typeface="Century Gothic"/>
                <a:cs typeface="Century Gothic"/>
              </a:rPr>
              <a:t>l</a:t>
            </a:r>
            <a:r>
              <a:rPr sz="2850" spc="-295" dirty="0">
                <a:latin typeface="Century Gothic"/>
                <a:cs typeface="Century Gothic"/>
              </a:rPr>
              <a:t>o</a:t>
            </a:r>
            <a:r>
              <a:rPr sz="2850" spc="-500" dirty="0">
                <a:latin typeface="Century Gothic"/>
                <a:cs typeface="Century Gothic"/>
              </a:rPr>
              <a:t>ca</a:t>
            </a:r>
            <a:r>
              <a:rPr sz="2850" spc="75" dirty="0">
                <a:latin typeface="Century Gothic"/>
                <a:cs typeface="Century Gothic"/>
              </a:rPr>
              <a:t>l</a:t>
            </a:r>
            <a:r>
              <a:rPr sz="2850" spc="-110" dirty="0">
                <a:latin typeface="Century Gothic"/>
                <a:cs typeface="Century Gothic"/>
              </a:rPr>
              <a:t>/</a:t>
            </a:r>
            <a:r>
              <a:rPr sz="2850" spc="-425" dirty="0">
                <a:latin typeface="Century Gothic"/>
                <a:cs typeface="Century Gothic"/>
              </a:rPr>
              <a:t>p</a:t>
            </a:r>
            <a:r>
              <a:rPr sz="2850" spc="-390" dirty="0">
                <a:latin typeface="Century Gothic"/>
                <a:cs typeface="Century Gothic"/>
              </a:rPr>
              <a:t>g</a:t>
            </a:r>
            <a:r>
              <a:rPr sz="2850" spc="-35" dirty="0">
                <a:latin typeface="Century Gothic"/>
                <a:cs typeface="Century Gothic"/>
              </a:rPr>
              <a:t>s</a:t>
            </a:r>
            <a:r>
              <a:rPr sz="2850" spc="-425" dirty="0">
                <a:latin typeface="Century Gothic"/>
                <a:cs typeface="Century Gothic"/>
              </a:rPr>
              <a:t>q</a:t>
            </a:r>
            <a:r>
              <a:rPr sz="2850" spc="75" dirty="0">
                <a:latin typeface="Century Gothic"/>
                <a:cs typeface="Century Gothic"/>
              </a:rPr>
              <a:t>l</a:t>
            </a:r>
            <a:r>
              <a:rPr sz="2850" spc="-110" dirty="0">
                <a:latin typeface="Century Gothic"/>
                <a:cs typeface="Century Gothic"/>
              </a:rPr>
              <a:t>/</a:t>
            </a:r>
            <a:r>
              <a:rPr sz="2850" spc="75" dirty="0">
                <a:latin typeface="Century Gothic"/>
                <a:cs typeface="Century Gothic"/>
              </a:rPr>
              <a:t>li</a:t>
            </a:r>
            <a:r>
              <a:rPr sz="2850" spc="-409" dirty="0">
                <a:latin typeface="Century Gothic"/>
                <a:cs typeface="Century Gothic"/>
              </a:rPr>
              <a:t>b</a:t>
            </a:r>
            <a:endParaRPr sz="285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6880" y="6374220"/>
            <a:ext cx="4606290" cy="387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spc="40" dirty="0">
                <a:latin typeface="Century Gothic"/>
                <a:cs typeface="Century Gothic"/>
              </a:rPr>
              <a:t>F</a:t>
            </a:r>
            <a:r>
              <a:rPr sz="2850" spc="30" dirty="0">
                <a:latin typeface="Century Gothic"/>
                <a:cs typeface="Century Gothic"/>
              </a:rPr>
              <a:t>r</a:t>
            </a:r>
            <a:r>
              <a:rPr sz="2850" spc="-450" dirty="0">
                <a:latin typeface="Century Gothic"/>
                <a:cs typeface="Century Gothic"/>
              </a:rPr>
              <a:t>e</a:t>
            </a:r>
            <a:r>
              <a:rPr sz="2850" spc="-455" dirty="0">
                <a:latin typeface="Century Gothic"/>
                <a:cs typeface="Century Gothic"/>
              </a:rPr>
              <a:t>e</a:t>
            </a:r>
            <a:r>
              <a:rPr sz="2850" spc="-40" dirty="0">
                <a:latin typeface="Century Gothic"/>
                <a:cs typeface="Century Gothic"/>
              </a:rPr>
              <a:t>BS</a:t>
            </a:r>
            <a:r>
              <a:rPr sz="2850" spc="-155" dirty="0">
                <a:latin typeface="Century Gothic"/>
                <a:cs typeface="Century Gothic"/>
              </a:rPr>
              <a:t>D</a:t>
            </a:r>
            <a:r>
              <a:rPr sz="2850" spc="30" dirty="0">
                <a:latin typeface="Century Gothic"/>
                <a:cs typeface="Century Gothic"/>
              </a:rPr>
              <a:t>,</a:t>
            </a:r>
            <a:r>
              <a:rPr sz="2850" spc="15" dirty="0">
                <a:latin typeface="Century Gothic"/>
                <a:cs typeface="Century Gothic"/>
              </a:rPr>
              <a:t> </a:t>
            </a:r>
            <a:r>
              <a:rPr sz="2850" dirty="0">
                <a:latin typeface="Century Gothic"/>
                <a:cs typeface="Century Gothic"/>
              </a:rPr>
              <a:t>N</a:t>
            </a:r>
            <a:r>
              <a:rPr sz="2850" spc="-455" dirty="0">
                <a:latin typeface="Century Gothic"/>
                <a:cs typeface="Century Gothic"/>
              </a:rPr>
              <a:t>e</a:t>
            </a:r>
            <a:r>
              <a:rPr sz="2850" spc="-135" dirty="0">
                <a:latin typeface="Century Gothic"/>
                <a:cs typeface="Century Gothic"/>
              </a:rPr>
              <a:t>t</a:t>
            </a:r>
            <a:r>
              <a:rPr sz="2850" spc="-225" dirty="0">
                <a:latin typeface="Century Gothic"/>
                <a:cs typeface="Century Gothic"/>
              </a:rPr>
              <a:t>B</a:t>
            </a:r>
            <a:r>
              <a:rPr sz="2850" spc="-65" dirty="0">
                <a:latin typeface="Century Gothic"/>
                <a:cs typeface="Century Gothic"/>
              </a:rPr>
              <a:t>S</a:t>
            </a:r>
            <a:r>
              <a:rPr sz="2850" spc="-85" dirty="0">
                <a:latin typeface="Century Gothic"/>
                <a:cs typeface="Century Gothic"/>
              </a:rPr>
              <a:t>D</a:t>
            </a:r>
            <a:r>
              <a:rPr sz="2850" spc="25" dirty="0">
                <a:latin typeface="Century Gothic"/>
                <a:cs typeface="Century Gothic"/>
              </a:rPr>
              <a:t> </a:t>
            </a:r>
            <a:r>
              <a:rPr sz="2850" spc="-280" dirty="0">
                <a:latin typeface="Century Gothic"/>
                <a:cs typeface="Century Gothic"/>
              </a:rPr>
              <a:t>o</a:t>
            </a:r>
            <a:r>
              <a:rPr sz="2850" spc="5" dirty="0">
                <a:latin typeface="Century Gothic"/>
                <a:cs typeface="Century Gothic"/>
              </a:rPr>
              <a:t> </a:t>
            </a:r>
            <a:r>
              <a:rPr sz="2850" spc="-5" dirty="0">
                <a:latin typeface="Century Gothic"/>
                <a:cs typeface="Century Gothic"/>
              </a:rPr>
              <a:t>O</a:t>
            </a:r>
            <a:r>
              <a:rPr sz="2850" spc="-415" dirty="0">
                <a:latin typeface="Century Gothic"/>
                <a:cs typeface="Century Gothic"/>
              </a:rPr>
              <a:t>p</a:t>
            </a:r>
            <a:r>
              <a:rPr sz="2850" spc="-455" dirty="0">
                <a:latin typeface="Century Gothic"/>
                <a:cs typeface="Century Gothic"/>
              </a:rPr>
              <a:t>e</a:t>
            </a:r>
            <a:r>
              <a:rPr sz="2850" spc="-275" dirty="0">
                <a:latin typeface="Century Gothic"/>
                <a:cs typeface="Century Gothic"/>
              </a:rPr>
              <a:t>n</a:t>
            </a:r>
            <a:r>
              <a:rPr sz="2850" spc="-80" dirty="0">
                <a:latin typeface="Century Gothic"/>
                <a:cs typeface="Century Gothic"/>
              </a:rPr>
              <a:t>BSD</a:t>
            </a:r>
            <a:endParaRPr sz="285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9580" y="6761480"/>
            <a:ext cx="5632450" cy="43307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850" spc="-110" dirty="0">
                <a:latin typeface="Century Gothic"/>
                <a:cs typeface="Century Gothic"/>
              </a:rPr>
              <a:t>/</a:t>
            </a:r>
            <a:r>
              <a:rPr sz="2850" spc="-35" dirty="0">
                <a:latin typeface="Century Gothic"/>
                <a:cs typeface="Century Gothic"/>
              </a:rPr>
              <a:t>s</a:t>
            </a:r>
            <a:r>
              <a:rPr sz="2850" spc="-415" dirty="0">
                <a:latin typeface="Century Gothic"/>
                <a:cs typeface="Century Gothic"/>
              </a:rPr>
              <a:t>b</a:t>
            </a:r>
            <a:r>
              <a:rPr sz="2850" spc="75" dirty="0">
                <a:latin typeface="Century Gothic"/>
                <a:cs typeface="Century Gothic"/>
              </a:rPr>
              <a:t>i</a:t>
            </a:r>
            <a:r>
              <a:rPr sz="2850" spc="-275" dirty="0">
                <a:latin typeface="Century Gothic"/>
                <a:cs typeface="Century Gothic"/>
              </a:rPr>
              <a:t>n</a:t>
            </a:r>
            <a:r>
              <a:rPr sz="2850" spc="-110" dirty="0">
                <a:latin typeface="Century Gothic"/>
                <a:cs typeface="Century Gothic"/>
              </a:rPr>
              <a:t>/</a:t>
            </a:r>
            <a:r>
              <a:rPr sz="2850" spc="75" dirty="0">
                <a:latin typeface="Century Gothic"/>
                <a:cs typeface="Century Gothic"/>
              </a:rPr>
              <a:t>l</a:t>
            </a:r>
            <a:r>
              <a:rPr sz="2850" spc="-445" dirty="0">
                <a:latin typeface="Century Gothic"/>
                <a:cs typeface="Century Gothic"/>
              </a:rPr>
              <a:t>d</a:t>
            </a:r>
            <a:r>
              <a:rPr sz="2850" spc="-430" dirty="0">
                <a:latin typeface="Century Gothic"/>
                <a:cs typeface="Century Gothic"/>
              </a:rPr>
              <a:t>c</a:t>
            </a:r>
            <a:r>
              <a:rPr sz="2850" spc="-445" dirty="0">
                <a:latin typeface="Century Gothic"/>
                <a:cs typeface="Century Gothic"/>
              </a:rPr>
              <a:t>o</a:t>
            </a:r>
            <a:r>
              <a:rPr sz="2850" spc="-275" dirty="0">
                <a:latin typeface="Century Gothic"/>
                <a:cs typeface="Century Gothic"/>
              </a:rPr>
              <a:t>n</a:t>
            </a:r>
            <a:r>
              <a:rPr sz="2850" spc="-175" dirty="0">
                <a:latin typeface="Century Gothic"/>
                <a:cs typeface="Century Gothic"/>
              </a:rPr>
              <a:t>f</a:t>
            </a:r>
            <a:r>
              <a:rPr sz="2850" spc="75" dirty="0">
                <a:latin typeface="Century Gothic"/>
                <a:cs typeface="Century Gothic"/>
              </a:rPr>
              <a:t>i</a:t>
            </a:r>
            <a:r>
              <a:rPr sz="2850" spc="-385" dirty="0">
                <a:latin typeface="Century Gothic"/>
                <a:cs typeface="Century Gothic"/>
              </a:rPr>
              <a:t>g</a:t>
            </a:r>
            <a:r>
              <a:rPr sz="2850" spc="15" dirty="0">
                <a:latin typeface="Century Gothic"/>
                <a:cs typeface="Century Gothic"/>
              </a:rPr>
              <a:t> </a:t>
            </a:r>
            <a:r>
              <a:rPr sz="2850" spc="-110" dirty="0">
                <a:latin typeface="Century Gothic"/>
                <a:cs typeface="Century Gothic"/>
              </a:rPr>
              <a:t>-</a:t>
            </a:r>
            <a:r>
              <a:rPr sz="2850" spc="-295" dirty="0">
                <a:latin typeface="Century Gothic"/>
                <a:cs typeface="Century Gothic"/>
              </a:rPr>
              <a:t>m</a:t>
            </a:r>
            <a:r>
              <a:rPr sz="2850" spc="20" dirty="0">
                <a:latin typeface="Century Gothic"/>
                <a:cs typeface="Century Gothic"/>
              </a:rPr>
              <a:t> </a:t>
            </a:r>
            <a:r>
              <a:rPr sz="2850" spc="-110" dirty="0">
                <a:latin typeface="Century Gothic"/>
                <a:cs typeface="Century Gothic"/>
              </a:rPr>
              <a:t>/</a:t>
            </a:r>
            <a:r>
              <a:rPr sz="2850" spc="-165" dirty="0">
                <a:latin typeface="Century Gothic"/>
                <a:cs typeface="Century Gothic"/>
              </a:rPr>
              <a:t>u</a:t>
            </a:r>
            <a:r>
              <a:rPr sz="2850" spc="-110" dirty="0">
                <a:latin typeface="Century Gothic"/>
                <a:cs typeface="Century Gothic"/>
              </a:rPr>
              <a:t>s</a:t>
            </a:r>
            <a:r>
              <a:rPr sz="2850" spc="20" dirty="0">
                <a:latin typeface="Century Gothic"/>
                <a:cs typeface="Century Gothic"/>
              </a:rPr>
              <a:t>r</a:t>
            </a:r>
            <a:r>
              <a:rPr sz="2850" spc="-100" dirty="0">
                <a:latin typeface="Century Gothic"/>
                <a:cs typeface="Century Gothic"/>
              </a:rPr>
              <a:t>/</a:t>
            </a:r>
            <a:r>
              <a:rPr sz="2850" spc="65" dirty="0">
                <a:latin typeface="Century Gothic"/>
                <a:cs typeface="Century Gothic"/>
              </a:rPr>
              <a:t>l</a:t>
            </a:r>
            <a:r>
              <a:rPr sz="2850" spc="-434" dirty="0">
                <a:latin typeface="Century Gothic"/>
                <a:cs typeface="Century Gothic"/>
              </a:rPr>
              <a:t>oc</a:t>
            </a:r>
            <a:r>
              <a:rPr sz="2850" spc="-415" dirty="0">
                <a:latin typeface="Century Gothic"/>
                <a:cs typeface="Century Gothic"/>
              </a:rPr>
              <a:t>a</a:t>
            </a:r>
            <a:r>
              <a:rPr sz="2850" spc="75" dirty="0">
                <a:latin typeface="Century Gothic"/>
                <a:cs typeface="Century Gothic"/>
              </a:rPr>
              <a:t>l</a:t>
            </a:r>
            <a:r>
              <a:rPr sz="2850" spc="-110" dirty="0">
                <a:latin typeface="Century Gothic"/>
                <a:cs typeface="Century Gothic"/>
              </a:rPr>
              <a:t>/</a:t>
            </a:r>
            <a:r>
              <a:rPr sz="2850" spc="-415" dirty="0">
                <a:latin typeface="Century Gothic"/>
                <a:cs typeface="Century Gothic"/>
              </a:rPr>
              <a:t>p</a:t>
            </a:r>
            <a:r>
              <a:rPr sz="2850" spc="-400" dirty="0">
                <a:latin typeface="Century Gothic"/>
                <a:cs typeface="Century Gothic"/>
              </a:rPr>
              <a:t>g</a:t>
            </a:r>
            <a:r>
              <a:rPr sz="2850" spc="-35" dirty="0">
                <a:latin typeface="Century Gothic"/>
                <a:cs typeface="Century Gothic"/>
              </a:rPr>
              <a:t>s</a:t>
            </a:r>
            <a:r>
              <a:rPr sz="2850" spc="-415" dirty="0">
                <a:latin typeface="Century Gothic"/>
                <a:cs typeface="Century Gothic"/>
              </a:rPr>
              <a:t>q</a:t>
            </a:r>
            <a:r>
              <a:rPr sz="2850" spc="75" dirty="0">
                <a:latin typeface="Century Gothic"/>
                <a:cs typeface="Century Gothic"/>
              </a:rPr>
              <a:t>l</a:t>
            </a:r>
            <a:r>
              <a:rPr sz="2850" spc="-110" dirty="0">
                <a:latin typeface="Century Gothic"/>
                <a:cs typeface="Century Gothic"/>
              </a:rPr>
              <a:t>/</a:t>
            </a:r>
            <a:r>
              <a:rPr sz="2850" spc="75" dirty="0">
                <a:latin typeface="Century Gothic"/>
                <a:cs typeface="Century Gothic"/>
              </a:rPr>
              <a:t>li</a:t>
            </a:r>
            <a:r>
              <a:rPr sz="2850" spc="-409" dirty="0">
                <a:latin typeface="Century Gothic"/>
                <a:cs typeface="Century Gothic"/>
              </a:rPr>
              <a:t>b</a:t>
            </a:r>
            <a:endParaRPr sz="285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7769859" cy="34182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26030">
              <a:lnSpc>
                <a:spcPct val="100000"/>
              </a:lnSpc>
            </a:pPr>
            <a:r>
              <a:rPr sz="4400" spc="-42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44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17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4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55" dirty="0">
                <a:solidFill>
                  <a:srgbClr val="1B1B1B"/>
                </a:solidFill>
                <a:latin typeface="Century Gothic"/>
                <a:cs typeface="Century Gothic"/>
              </a:rPr>
              <a:t>- </a:t>
            </a:r>
            <a:r>
              <a:rPr sz="4400" spc="6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39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3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35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69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-57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18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25" dirty="0">
                <a:solidFill>
                  <a:srgbClr val="1B1B1B"/>
                </a:solidFill>
                <a:latin typeface="Century Gothic"/>
                <a:cs typeface="Century Gothic"/>
              </a:rPr>
              <a:t>ón</a:t>
            </a:r>
            <a:endParaRPr sz="4400">
              <a:latin typeface="Century Gothic"/>
              <a:cs typeface="Century Gothic"/>
            </a:endParaRPr>
          </a:p>
          <a:p>
            <a:pPr marL="12700" marR="5080">
              <a:lnSpc>
                <a:spcPts val="3570"/>
              </a:lnSpc>
              <a:spcBef>
                <a:spcPts val="3410"/>
              </a:spcBef>
            </a:pPr>
            <a:r>
              <a:rPr sz="3000" spc="-465" dirty="0">
                <a:latin typeface="Century Gothic"/>
                <a:cs typeface="Century Gothic"/>
              </a:rPr>
              <a:t>V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30" dirty="0">
                <a:latin typeface="Century Gothic"/>
                <a:cs typeface="Century Gothic"/>
              </a:rPr>
              <a:t>ab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85" dirty="0">
                <a:latin typeface="Century Gothic"/>
                <a:cs typeface="Century Gothic"/>
              </a:rPr>
              <a:t>no</a:t>
            </a:r>
            <a:r>
              <a:rPr sz="3000" spc="90" dirty="0">
                <a:latin typeface="Century Gothic"/>
                <a:cs typeface="Century Gothic"/>
              </a:rPr>
              <a:t>: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355" dirty="0">
                <a:latin typeface="Century Gothic"/>
                <a:cs typeface="Century Gothic"/>
              </a:rPr>
              <a:t>u</a:t>
            </a:r>
            <a:r>
              <a:rPr sz="3000" spc="-195" dirty="0">
                <a:latin typeface="Century Gothic"/>
                <a:cs typeface="Century Gothic"/>
              </a:rPr>
              <a:t>t</a:t>
            </a:r>
            <a:r>
              <a:rPr sz="3000" spc="75" dirty="0">
                <a:latin typeface="Century Gothic"/>
                <a:cs typeface="Century Gothic"/>
              </a:rPr>
              <a:t>i</a:t>
            </a:r>
            <a:r>
              <a:rPr sz="3000" spc="85" dirty="0">
                <a:latin typeface="Century Gothic"/>
                <a:cs typeface="Century Gothic"/>
              </a:rPr>
              <a:t>li</a:t>
            </a:r>
            <a:r>
              <a:rPr sz="3000" spc="-225" dirty="0">
                <a:latin typeface="Century Gothic"/>
                <a:cs typeface="Century Gothic"/>
              </a:rPr>
              <a:t>z</a:t>
            </a:r>
            <a:r>
              <a:rPr sz="3000" spc="-350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p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40" dirty="0">
                <a:latin typeface="Century Gothic"/>
                <a:cs typeface="Century Gothic"/>
              </a:rPr>
              <a:t>i</a:t>
            </a:r>
            <a:r>
              <a:rPr sz="3000" spc="70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34" dirty="0">
                <a:latin typeface="Century Gothic"/>
                <a:cs typeface="Century Gothic"/>
              </a:rPr>
              <a:t>ct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300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á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4" dirty="0">
                <a:latin typeface="Century Gothic"/>
                <a:cs typeface="Century Gothic"/>
              </a:rPr>
              <a:t>x</a:t>
            </a:r>
            <a:r>
              <a:rPr sz="3000" spc="-55" dirty="0">
                <a:latin typeface="Century Gothic"/>
                <a:cs typeface="Century Gothic"/>
              </a:rPr>
              <a:t>i</a:t>
            </a:r>
            <a:r>
              <a:rPr sz="3000" spc="-160" dirty="0">
                <a:latin typeface="Century Gothic"/>
                <a:cs typeface="Century Gothic"/>
              </a:rPr>
              <a:t>ó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228600" marR="397510" indent="-215900">
              <a:lnSpc>
                <a:spcPts val="3570"/>
              </a:lnSpc>
              <a:spcBef>
                <a:spcPts val="1150"/>
              </a:spcBef>
              <a:buSzPct val="45000"/>
              <a:buFont typeface="MS Gothic"/>
              <a:buChar char="➢"/>
              <a:tabLst>
                <a:tab pos="228600" algn="l"/>
              </a:tabLst>
            </a:pPr>
            <a:r>
              <a:rPr sz="3000" spc="-465" dirty="0">
                <a:latin typeface="Century Gothic"/>
                <a:cs typeface="Century Gothic"/>
              </a:rPr>
              <a:t>V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30" dirty="0">
                <a:latin typeface="Century Gothic"/>
                <a:cs typeface="Century Gothic"/>
              </a:rPr>
              <a:t>ab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320" dirty="0">
                <a:latin typeface="Century Gothic"/>
                <a:cs typeface="Century Gothic"/>
              </a:rPr>
              <a:t>P</a:t>
            </a:r>
            <a:r>
              <a:rPr sz="3000" spc="-395" dirty="0">
                <a:latin typeface="Century Gothic"/>
                <a:cs typeface="Century Gothic"/>
              </a:rPr>
              <a:t>A</a:t>
            </a:r>
            <a:r>
              <a:rPr sz="3000" spc="204" dirty="0">
                <a:latin typeface="Century Gothic"/>
                <a:cs typeface="Century Gothic"/>
              </a:rPr>
              <a:t>T</a:t>
            </a:r>
            <a:r>
              <a:rPr sz="3000" spc="45" dirty="0">
                <a:latin typeface="Century Gothic"/>
                <a:cs typeface="Century Gothic"/>
              </a:rPr>
              <a:t>H</a:t>
            </a:r>
            <a:r>
              <a:rPr sz="3000" spc="90" dirty="0">
                <a:latin typeface="Century Gothic"/>
                <a:cs typeface="Century Gothic"/>
              </a:rPr>
              <a:t>: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370" dirty="0">
                <a:latin typeface="Century Gothic"/>
                <a:cs typeface="Century Gothic"/>
              </a:rPr>
              <a:t>uy</a:t>
            </a:r>
            <a:r>
              <a:rPr sz="3000" spc="-409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34" dirty="0">
                <a:latin typeface="Century Gothic"/>
                <a:cs typeface="Century Gothic"/>
              </a:rPr>
              <a:t>ct</a:t>
            </a:r>
            <a:r>
              <a:rPr sz="3000" spc="-28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55" dirty="0">
                <a:latin typeface="Century Gothic"/>
                <a:cs typeface="Century Gothic"/>
              </a:rPr>
              <a:t>i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300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j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40" dirty="0">
                <a:latin typeface="Century Gothic"/>
                <a:cs typeface="Century Gothic"/>
              </a:rPr>
              <a:t>cu</a:t>
            </a:r>
            <a:r>
              <a:rPr sz="3000" spc="-235" dirty="0">
                <a:latin typeface="Century Gothic"/>
                <a:cs typeface="Century Gothic"/>
              </a:rPr>
              <a:t>t</a:t>
            </a:r>
            <a:r>
              <a:rPr sz="3000" spc="-430" dirty="0">
                <a:latin typeface="Century Gothic"/>
                <a:cs typeface="Century Gothic"/>
              </a:rPr>
              <a:t>ab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461009">
              <a:lnSpc>
                <a:spcPts val="3465"/>
              </a:lnSpc>
            </a:pPr>
            <a:r>
              <a:rPr sz="3000" spc="-80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65" dirty="0">
                <a:latin typeface="Century Gothic"/>
                <a:cs typeface="Century Gothic"/>
              </a:rPr>
              <a:t>u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h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65" dirty="0">
                <a:latin typeface="Century Gothic"/>
                <a:cs typeface="Century Gothic"/>
              </a:rPr>
              <a:t>B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155" dirty="0">
                <a:latin typeface="Century Gothic"/>
                <a:cs typeface="Century Gothic"/>
              </a:rPr>
              <a:t>u</a:t>
            </a:r>
            <a:r>
              <a:rPr sz="3000" spc="-75" dirty="0">
                <a:latin typeface="Century Gothic"/>
                <a:cs typeface="Century Gothic"/>
              </a:rPr>
              <a:t>r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160" dirty="0">
                <a:latin typeface="Century Gothic"/>
                <a:cs typeface="Century Gothic"/>
              </a:rPr>
              <a:t>(</a:t>
            </a:r>
            <a:r>
              <a:rPr sz="3000" spc="-16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h</a:t>
            </a:r>
            <a:r>
              <a:rPr sz="3000" spc="30" dirty="0">
                <a:latin typeface="Century Gothic"/>
                <a:cs typeface="Century Gothic"/>
              </a:rPr>
              <a:t>, </a:t>
            </a:r>
            <a:r>
              <a:rPr sz="3000" spc="-140" dirty="0">
                <a:latin typeface="Century Gothic"/>
                <a:cs typeface="Century Gothic"/>
              </a:rPr>
              <a:t>k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60" dirty="0">
                <a:latin typeface="Century Gothic"/>
                <a:cs typeface="Century Gothic"/>
              </a:rPr>
              <a:t>h</a:t>
            </a:r>
            <a:r>
              <a:rPr sz="3000" spc="30" dirty="0">
                <a:latin typeface="Century Gothic"/>
                <a:cs typeface="Century Gothic"/>
              </a:rPr>
              <a:t>,</a:t>
            </a:r>
            <a:r>
              <a:rPr sz="3000" spc="25" dirty="0">
                <a:latin typeface="Century Gothic"/>
                <a:cs typeface="Century Gothic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b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h</a:t>
            </a:r>
            <a:r>
              <a:rPr sz="3000" spc="30" dirty="0">
                <a:latin typeface="Century Gothic"/>
                <a:cs typeface="Century Gothic"/>
              </a:rPr>
              <a:t>, </a:t>
            </a:r>
            <a:r>
              <a:rPr sz="3000" spc="-95" dirty="0">
                <a:latin typeface="Century Gothic"/>
                <a:cs typeface="Century Gothic"/>
              </a:rPr>
              <a:t>z</a:t>
            </a:r>
            <a:r>
              <a:rPr sz="3000" spc="-8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h</a:t>
            </a:r>
            <a:r>
              <a:rPr sz="3000" spc="-105" dirty="0">
                <a:latin typeface="Century Gothic"/>
                <a:cs typeface="Century Gothic"/>
              </a:rPr>
              <a:t>):</a:t>
            </a:r>
            <a:endParaRPr sz="30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7889" y="5295900"/>
            <a:ext cx="6967220" cy="454659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4" dirty="0">
                <a:latin typeface="Century Gothic"/>
                <a:cs typeface="Century Gothic"/>
              </a:rPr>
              <a:t>x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320" dirty="0">
                <a:latin typeface="Century Gothic"/>
                <a:cs typeface="Century Gothic"/>
              </a:rPr>
              <a:t>P</a:t>
            </a:r>
            <a:r>
              <a:rPr sz="3000" spc="-395" dirty="0">
                <a:latin typeface="Century Gothic"/>
                <a:cs typeface="Century Gothic"/>
              </a:rPr>
              <a:t>A</a:t>
            </a:r>
            <a:r>
              <a:rPr sz="3000" spc="204" dirty="0">
                <a:latin typeface="Century Gothic"/>
                <a:cs typeface="Century Gothic"/>
              </a:rPr>
              <a:t>T</a:t>
            </a:r>
            <a:r>
              <a:rPr sz="3000" spc="40" dirty="0">
                <a:latin typeface="Century Gothic"/>
                <a:cs typeface="Century Gothic"/>
              </a:rPr>
              <a:t>H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675" dirty="0">
                <a:latin typeface="Century Gothic"/>
                <a:cs typeface="Century Gothic"/>
              </a:rPr>
              <a:t>=</a:t>
            </a:r>
            <a:r>
              <a:rPr sz="3000" spc="-165" dirty="0">
                <a:latin typeface="Century Gothic"/>
                <a:cs typeface="Century Gothic"/>
              </a:rPr>
              <a:t>/</a:t>
            </a:r>
            <a:r>
              <a:rPr sz="3000" spc="-215" dirty="0">
                <a:latin typeface="Century Gothic"/>
                <a:cs typeface="Century Gothic"/>
              </a:rPr>
              <a:t>u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85" dirty="0">
                <a:latin typeface="Century Gothic"/>
                <a:cs typeface="Century Gothic"/>
              </a:rPr>
              <a:t>/l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-509" dirty="0">
                <a:latin typeface="Century Gothic"/>
                <a:cs typeface="Century Gothic"/>
              </a:rPr>
              <a:t>c</a:t>
            </a:r>
            <a:r>
              <a:rPr sz="3000" spc="-535" dirty="0">
                <a:latin typeface="Century Gothic"/>
                <a:cs typeface="Century Gothic"/>
              </a:rPr>
              <a:t>a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215" dirty="0">
                <a:latin typeface="Century Gothic"/>
                <a:cs typeface="Century Gothic"/>
              </a:rPr>
              <a:t>/</a:t>
            </a:r>
            <a:r>
              <a:rPr sz="3000" spc="-330" dirty="0">
                <a:latin typeface="Century Gothic"/>
                <a:cs typeface="Century Gothic"/>
              </a:rPr>
              <a:t>p</a:t>
            </a:r>
            <a:r>
              <a:rPr sz="3000" spc="-390" dirty="0">
                <a:latin typeface="Century Gothic"/>
                <a:cs typeface="Century Gothic"/>
              </a:rPr>
              <a:t>g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30" dirty="0">
                <a:latin typeface="Century Gothic"/>
                <a:cs typeface="Century Gothic"/>
              </a:rPr>
              <a:t>q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215" dirty="0">
                <a:latin typeface="Century Gothic"/>
                <a:cs typeface="Century Gothic"/>
              </a:rPr>
              <a:t>/</a:t>
            </a:r>
            <a:r>
              <a:rPr sz="3000" spc="-330" dirty="0">
                <a:latin typeface="Century Gothic"/>
                <a:cs typeface="Century Gothic"/>
              </a:rPr>
              <a:t>b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20" dirty="0">
                <a:latin typeface="Century Gothic"/>
                <a:cs typeface="Century Gothic"/>
              </a:rPr>
              <a:t>/</a:t>
            </a:r>
            <a:r>
              <a:rPr sz="3000" spc="-5" dirty="0">
                <a:latin typeface="Century Gothic"/>
                <a:cs typeface="Century Gothic"/>
              </a:rPr>
              <a:t>:</a:t>
            </a:r>
            <a:r>
              <a:rPr sz="3000" spc="55" dirty="0">
                <a:latin typeface="Century Gothic"/>
                <a:cs typeface="Century Gothic"/>
              </a:rPr>
              <a:t>$</a:t>
            </a:r>
            <a:r>
              <a:rPr sz="3000" spc="-280" dirty="0">
                <a:latin typeface="Century Gothic"/>
                <a:cs typeface="Century Gothic"/>
              </a:rPr>
              <a:t>P</a:t>
            </a:r>
            <a:r>
              <a:rPr sz="3000" spc="-440" dirty="0">
                <a:latin typeface="Century Gothic"/>
                <a:cs typeface="Century Gothic"/>
              </a:rPr>
              <a:t>A</a:t>
            </a:r>
            <a:r>
              <a:rPr sz="3000" spc="204" dirty="0">
                <a:latin typeface="Century Gothic"/>
                <a:cs typeface="Century Gothic"/>
              </a:rPr>
              <a:t>T</a:t>
            </a:r>
            <a:r>
              <a:rPr sz="3000" spc="40" dirty="0">
                <a:latin typeface="Century Gothic"/>
                <a:cs typeface="Century Gothic"/>
              </a:rPr>
              <a:t>H</a:t>
            </a:r>
            <a:endParaRPr sz="30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5189" y="6250968"/>
            <a:ext cx="5195570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dirty="0">
                <a:latin typeface="Century Gothic"/>
                <a:cs typeface="Century Gothic"/>
              </a:rPr>
              <a:t>S</a:t>
            </a:r>
            <a:r>
              <a:rPr sz="3000" spc="80" dirty="0">
                <a:latin typeface="Century Gothic"/>
                <a:cs typeface="Century Gothic"/>
              </a:rPr>
              <a:t>i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75" dirty="0">
                <a:latin typeface="Century Gothic"/>
                <a:cs typeface="Century Gothic"/>
              </a:rPr>
              <a:t>l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25" dirty="0">
                <a:latin typeface="Century Gothic"/>
                <a:cs typeface="Century Gothic"/>
              </a:rPr>
              <a:t>z</a:t>
            </a:r>
            <a:r>
              <a:rPr sz="3000" spc="-350" dirty="0">
                <a:latin typeface="Century Gothic"/>
                <a:cs typeface="Century Gothic"/>
              </a:rPr>
              <a:t>a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h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75" dirty="0">
                <a:latin typeface="Century Gothic"/>
                <a:cs typeface="Century Gothic"/>
              </a:rPr>
              <a:t>l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395" dirty="0">
                <a:latin typeface="Century Gothic"/>
                <a:cs typeface="Century Gothic"/>
              </a:rPr>
              <a:t>c</a:t>
            </a:r>
            <a:r>
              <a:rPr sz="3000" spc="-23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h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395" dirty="0">
                <a:latin typeface="Century Gothic"/>
                <a:cs typeface="Century Gothic"/>
              </a:rPr>
              <a:t>c</a:t>
            </a:r>
            <a:r>
              <a:rPr sz="3000" spc="-23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h</a:t>
            </a:r>
            <a:endParaRPr sz="30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7889" y="6658609"/>
            <a:ext cx="6239510" cy="454659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59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25" dirty="0">
                <a:latin typeface="Century Gothic"/>
                <a:cs typeface="Century Gothic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p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275" dirty="0">
                <a:latin typeface="Century Gothic"/>
                <a:cs typeface="Century Gothic"/>
              </a:rPr>
              <a:t>h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670" dirty="0">
                <a:latin typeface="Century Gothic"/>
                <a:cs typeface="Century Gothic"/>
              </a:rPr>
              <a:t>=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190" dirty="0">
                <a:latin typeface="Century Gothic"/>
                <a:cs typeface="Century Gothic"/>
              </a:rPr>
              <a:t>(/u</a:t>
            </a:r>
            <a:r>
              <a:rPr sz="3000" spc="-15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0" dirty="0">
                <a:latin typeface="Century Gothic"/>
                <a:cs typeface="Century Gothic"/>
              </a:rPr>
              <a:t>/</a:t>
            </a:r>
            <a:r>
              <a:rPr sz="3000" spc="-5" dirty="0">
                <a:latin typeface="Century Gothic"/>
                <a:cs typeface="Century Gothic"/>
              </a:rPr>
              <a:t>l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509" dirty="0">
                <a:latin typeface="Century Gothic"/>
                <a:cs typeface="Century Gothic"/>
              </a:rPr>
              <a:t>c</a:t>
            </a:r>
            <a:r>
              <a:rPr sz="3000" spc="-535" dirty="0">
                <a:latin typeface="Century Gothic"/>
                <a:cs typeface="Century Gothic"/>
              </a:rPr>
              <a:t>a</a:t>
            </a:r>
            <a:r>
              <a:rPr sz="3000" spc="-15" dirty="0">
                <a:latin typeface="Century Gothic"/>
                <a:cs typeface="Century Gothic"/>
              </a:rPr>
              <a:t>l</a:t>
            </a:r>
            <a:r>
              <a:rPr sz="3000" spc="-10" dirty="0">
                <a:latin typeface="Century Gothic"/>
                <a:cs typeface="Century Gothic"/>
              </a:rPr>
              <a:t>/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15" dirty="0">
                <a:latin typeface="Century Gothic"/>
                <a:cs typeface="Century Gothic"/>
              </a:rPr>
              <a:t>q</a:t>
            </a:r>
            <a:r>
              <a:rPr sz="3000" spc="-120" dirty="0">
                <a:latin typeface="Century Gothic"/>
                <a:cs typeface="Century Gothic"/>
              </a:rPr>
              <a:t>l/</a:t>
            </a:r>
            <a:r>
              <a:rPr sz="3000" spc="-250" dirty="0">
                <a:latin typeface="Century Gothic"/>
                <a:cs typeface="Century Gothic"/>
              </a:rPr>
              <a:t>b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55" dirty="0">
                <a:latin typeface="Century Gothic"/>
                <a:cs typeface="Century Gothic"/>
              </a:rPr>
              <a:t>$</a:t>
            </a:r>
            <a:r>
              <a:rPr sz="3000" spc="-415" dirty="0">
                <a:latin typeface="Century Gothic"/>
                <a:cs typeface="Century Gothic"/>
              </a:rPr>
              <a:t>p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275" dirty="0">
                <a:latin typeface="Century Gothic"/>
                <a:cs typeface="Century Gothic"/>
              </a:rPr>
              <a:t>h</a:t>
            </a:r>
            <a:r>
              <a:rPr sz="3000" spc="-300" dirty="0">
                <a:latin typeface="Century Gothic"/>
                <a:cs typeface="Century Gothic"/>
              </a:rPr>
              <a:t>)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/>
          <p:nvPr/>
        </p:nvSpPr>
        <p:spPr>
          <a:xfrm>
            <a:off x="449580" y="4697729"/>
            <a:ext cx="7486650" cy="454659"/>
          </a:xfrm>
          <a:custGeom>
            <a:avLst/>
            <a:gdLst/>
            <a:ahLst/>
            <a:cxnLst/>
            <a:rect l="l" t="t" r="r" b="b"/>
            <a:pathLst>
              <a:path w="7486650" h="454660">
                <a:moveTo>
                  <a:pt x="0" y="454660"/>
                </a:moveTo>
                <a:lnTo>
                  <a:pt x="7486650" y="454660"/>
                </a:lnTo>
                <a:lnTo>
                  <a:pt x="7486650" y="0"/>
                </a:lnTo>
                <a:lnTo>
                  <a:pt x="0" y="0"/>
                </a:lnTo>
                <a:lnTo>
                  <a:pt x="0" y="45466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936230" y="4697729"/>
            <a:ext cx="115570" cy="454659"/>
          </a:xfrm>
          <a:custGeom>
            <a:avLst/>
            <a:gdLst/>
            <a:ahLst/>
            <a:cxnLst/>
            <a:rect l="l" t="t" r="r" b="b"/>
            <a:pathLst>
              <a:path w="115570" h="454660">
                <a:moveTo>
                  <a:pt x="0" y="454660"/>
                </a:moveTo>
                <a:lnTo>
                  <a:pt x="115570" y="454660"/>
                </a:lnTo>
                <a:lnTo>
                  <a:pt x="115570" y="0"/>
                </a:lnTo>
                <a:lnTo>
                  <a:pt x="0" y="0"/>
                </a:lnTo>
                <a:lnTo>
                  <a:pt x="0" y="45466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9580" y="5151120"/>
            <a:ext cx="213360" cy="454659"/>
          </a:xfrm>
          <a:custGeom>
            <a:avLst/>
            <a:gdLst/>
            <a:ahLst/>
            <a:cxnLst/>
            <a:rect l="l" t="t" r="r" b="b"/>
            <a:pathLst>
              <a:path w="213359" h="454660">
                <a:moveTo>
                  <a:pt x="0" y="454659"/>
                </a:moveTo>
                <a:lnTo>
                  <a:pt x="213360" y="454659"/>
                </a:lnTo>
                <a:lnTo>
                  <a:pt x="213360" y="0"/>
                </a:lnTo>
                <a:lnTo>
                  <a:pt x="0" y="0"/>
                </a:lnTo>
                <a:lnTo>
                  <a:pt x="0" y="45465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2940" y="5151120"/>
            <a:ext cx="2985770" cy="454659"/>
          </a:xfrm>
          <a:custGeom>
            <a:avLst/>
            <a:gdLst/>
            <a:ahLst/>
            <a:cxnLst/>
            <a:rect l="l" t="t" r="r" b="b"/>
            <a:pathLst>
              <a:path w="2985770" h="454660">
                <a:moveTo>
                  <a:pt x="0" y="454659"/>
                </a:moveTo>
                <a:lnTo>
                  <a:pt x="2985770" y="454659"/>
                </a:lnTo>
                <a:lnTo>
                  <a:pt x="2985770" y="0"/>
                </a:lnTo>
                <a:lnTo>
                  <a:pt x="0" y="0"/>
                </a:lnTo>
                <a:lnTo>
                  <a:pt x="0" y="45465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36880" y="1876509"/>
            <a:ext cx="9065260" cy="3728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26030">
              <a:lnSpc>
                <a:spcPct val="100000"/>
              </a:lnSpc>
            </a:pPr>
            <a:r>
              <a:rPr sz="4400" spc="-420" dirty="0">
                <a:solidFill>
                  <a:srgbClr val="1B1B1B"/>
                </a:solidFill>
                <a:latin typeface="Century Gothic"/>
                <a:cs typeface="Century Gothic"/>
              </a:rPr>
              <a:t>P</a:t>
            </a:r>
            <a:r>
              <a:rPr sz="4400" spc="-295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17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4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55" dirty="0">
                <a:solidFill>
                  <a:srgbClr val="1B1B1B"/>
                </a:solidFill>
                <a:latin typeface="Century Gothic"/>
                <a:cs typeface="Century Gothic"/>
              </a:rPr>
              <a:t>- </a:t>
            </a:r>
            <a:r>
              <a:rPr sz="4400" spc="6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39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3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35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69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-57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18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25" dirty="0">
                <a:solidFill>
                  <a:srgbClr val="1B1B1B"/>
                </a:solidFill>
                <a:latin typeface="Century Gothic"/>
                <a:cs typeface="Century Gothic"/>
              </a:rPr>
              <a:t>ón</a:t>
            </a:r>
            <a:endParaRPr sz="4400">
              <a:latin typeface="Century Gothic"/>
              <a:cs typeface="Century Gothic"/>
            </a:endParaRPr>
          </a:p>
          <a:p>
            <a:pPr marL="12700" marR="5080">
              <a:lnSpc>
                <a:spcPct val="99300"/>
              </a:lnSpc>
              <a:spcBef>
                <a:spcPts val="3295"/>
              </a:spcBef>
            </a:pPr>
            <a:r>
              <a:rPr sz="3000" spc="-270" dirty="0">
                <a:latin typeface="Century Gothic"/>
                <a:cs typeface="Century Gothic"/>
              </a:rPr>
              <a:t>Pu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395" dirty="0">
                <a:latin typeface="Century Gothic"/>
                <a:cs typeface="Century Gothic"/>
              </a:rPr>
              <a:t>c</a:t>
            </a:r>
            <a:r>
              <a:rPr sz="3000" spc="-114" dirty="0">
                <a:latin typeface="Century Gothic"/>
                <a:cs typeface="Century Gothic"/>
              </a:rPr>
              <a:t>l</a:t>
            </a:r>
            <a:r>
              <a:rPr sz="3000" spc="-135" dirty="0">
                <a:latin typeface="Century Gothic"/>
                <a:cs typeface="Century Gothic"/>
              </a:rPr>
              <a:t>u</a:t>
            </a:r>
            <a:r>
              <a:rPr sz="3000" spc="-40" dirty="0">
                <a:latin typeface="Century Gothic"/>
                <a:cs typeface="Century Gothic"/>
              </a:rPr>
              <a:t>i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380" dirty="0">
                <a:latin typeface="Century Gothic"/>
                <a:cs typeface="Century Gothic"/>
              </a:rPr>
              <a:t>v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85" dirty="0">
                <a:latin typeface="Century Gothic"/>
                <a:cs typeface="Century Gothic"/>
              </a:rPr>
              <a:t>i</a:t>
            </a:r>
            <a:r>
              <a:rPr sz="3000" spc="-270" dirty="0">
                <a:latin typeface="Century Gothic"/>
                <a:cs typeface="Century Gothic"/>
              </a:rPr>
              <a:t>a</a:t>
            </a:r>
            <a:r>
              <a:rPr sz="3000" spc="-415" dirty="0">
                <a:latin typeface="Century Gothic"/>
                <a:cs typeface="Century Gothic"/>
              </a:rPr>
              <a:t>b</a:t>
            </a:r>
            <a:r>
              <a:rPr sz="3000" spc="-95" dirty="0">
                <a:latin typeface="Century Gothic"/>
                <a:cs typeface="Century Gothic"/>
              </a:rPr>
              <a:t>l</a:t>
            </a:r>
            <a:r>
              <a:rPr sz="3000" spc="-290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85" dirty="0">
                <a:latin typeface="Century Gothic"/>
                <a:cs typeface="Century Gothic"/>
              </a:rPr>
              <a:t>no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395" dirty="0">
                <a:latin typeface="Century Gothic"/>
                <a:cs typeface="Century Gothic"/>
              </a:rPr>
              <a:t>e</a:t>
            </a:r>
            <a:r>
              <a:rPr sz="3000" spc="-370" dirty="0">
                <a:latin typeface="Century Gothic"/>
                <a:cs typeface="Century Gothic"/>
              </a:rPr>
              <a:t>n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260" dirty="0">
                <a:latin typeface="Century Gothic"/>
                <a:cs typeface="Century Gothic"/>
              </a:rPr>
              <a:t>h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-200" dirty="0">
                <a:latin typeface="Century Gothic"/>
                <a:cs typeface="Century Gothic"/>
              </a:rPr>
              <a:t> 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430" dirty="0">
                <a:latin typeface="Century Gothic"/>
                <a:cs typeface="Century Gothic"/>
              </a:rPr>
              <a:t>q</a:t>
            </a:r>
            <a:r>
              <a:rPr sz="3000" spc="-355" dirty="0">
                <a:latin typeface="Century Gothic"/>
                <a:cs typeface="Century Gothic"/>
              </a:rPr>
              <a:t>u</a:t>
            </a:r>
            <a:r>
              <a:rPr sz="3000" spc="-37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9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45" dirty="0">
                <a:latin typeface="Century Gothic"/>
                <a:cs typeface="Century Gothic"/>
              </a:rPr>
              <a:t>/</a:t>
            </a:r>
            <a:r>
              <a:rPr sz="3000" spc="-350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350" dirty="0">
                <a:latin typeface="Century Gothic"/>
                <a:cs typeface="Century Gothic"/>
              </a:rPr>
              <a:t>c/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75" dirty="0">
                <a:latin typeface="Century Gothic"/>
                <a:cs typeface="Century Gothic"/>
              </a:rPr>
              <a:t>i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p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285" dirty="0">
                <a:latin typeface="Century Gothic"/>
                <a:cs typeface="Century Gothic"/>
              </a:rPr>
              <a:t>o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170" dirty="0">
                <a:latin typeface="Century Gothic"/>
                <a:cs typeface="Century Gothic"/>
              </a:rPr>
              <a:t>u</a:t>
            </a:r>
            <a:r>
              <a:rPr sz="3000" spc="-105" dirty="0">
                <a:latin typeface="Century Gothic"/>
                <a:cs typeface="Century Gothic"/>
              </a:rPr>
              <a:t>s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55" dirty="0">
                <a:latin typeface="Century Gothic"/>
                <a:cs typeface="Century Gothic"/>
              </a:rPr>
              <a:t>i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260" dirty="0">
                <a:latin typeface="Century Gothic"/>
                <a:cs typeface="Century Gothic"/>
              </a:rPr>
              <a:t>u</a:t>
            </a:r>
            <a:r>
              <a:rPr sz="3000" spc="-120" dirty="0">
                <a:latin typeface="Century Gothic"/>
                <a:cs typeface="Century Gothic"/>
              </a:rPr>
              <a:t> 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335" dirty="0">
                <a:latin typeface="Century Gothic"/>
                <a:cs typeface="Century Gothic"/>
              </a:rPr>
              <a:t>u</a:t>
            </a:r>
            <a:r>
              <a:rPr sz="3000" spc="-355" dirty="0">
                <a:latin typeface="Century Gothic"/>
                <a:cs typeface="Century Gothic"/>
              </a:rPr>
              <a:t>a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195" dirty="0">
                <a:latin typeface="Century Gothic"/>
                <a:cs typeface="Century Gothic"/>
              </a:rPr>
              <a:t>icu</a:t>
            </a:r>
            <a:r>
              <a:rPr sz="3000" spc="-75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-235" dirty="0">
                <a:latin typeface="Century Gothic"/>
                <a:cs typeface="Century Gothic"/>
              </a:rPr>
              <a:t>ic</a:t>
            </a:r>
            <a:r>
              <a:rPr sz="3000" spc="-325" dirty="0">
                <a:latin typeface="Century Gothic"/>
                <a:cs typeface="Century Gothic"/>
              </a:rPr>
              <a:t>h</a:t>
            </a:r>
            <a:r>
              <a:rPr sz="3000" spc="-459" dirty="0">
                <a:latin typeface="Century Gothic"/>
                <a:cs typeface="Century Gothic"/>
              </a:rPr>
              <a:t>e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325" dirty="0">
                <a:latin typeface="Century Gothic"/>
                <a:cs typeface="Century Gothic"/>
              </a:rPr>
              <a:t>~</a:t>
            </a:r>
            <a:r>
              <a:rPr sz="3000" spc="240" dirty="0">
                <a:latin typeface="Century Gothic"/>
                <a:cs typeface="Century Gothic"/>
              </a:rPr>
              <a:t>/</a:t>
            </a:r>
            <a:r>
              <a:rPr sz="3000" spc="25" dirty="0">
                <a:latin typeface="Century Gothic"/>
                <a:cs typeface="Century Gothic"/>
              </a:rPr>
              <a:t>.</a:t>
            </a:r>
            <a:r>
              <a:rPr sz="3000" spc="-430" dirty="0">
                <a:latin typeface="Century Gothic"/>
                <a:cs typeface="Century Gothic"/>
              </a:rPr>
              <a:t>b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h</a:t>
            </a:r>
            <a:r>
              <a:rPr sz="3000" spc="-215" dirty="0">
                <a:latin typeface="Century Gothic"/>
                <a:cs typeface="Century Gothic"/>
              </a:rPr>
              <a:t>_p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95" dirty="0">
                <a:latin typeface="Century Gothic"/>
                <a:cs typeface="Century Gothic"/>
              </a:rPr>
              <a:t>l</a:t>
            </a:r>
            <a:r>
              <a:rPr sz="3000" spc="-290" dirty="0">
                <a:latin typeface="Century Gothic"/>
                <a:cs typeface="Century Gothic"/>
              </a:rPr>
              <a:t>e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52"/>
              </a:spcBef>
            </a:pPr>
            <a:endParaRPr sz="3050">
              <a:latin typeface="Times New Roman"/>
              <a:cs typeface="Times New Roman"/>
            </a:endParaRPr>
          </a:p>
          <a:p>
            <a:pPr marL="12700">
              <a:lnSpc>
                <a:spcPts val="3585"/>
              </a:lnSpc>
            </a:pP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4" dirty="0">
                <a:latin typeface="Century Gothic"/>
                <a:cs typeface="Century Gothic"/>
              </a:rPr>
              <a:t>x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150" dirty="0">
                <a:latin typeface="Century Gothic"/>
                <a:cs typeface="Century Gothic"/>
              </a:rPr>
              <a:t>L</a:t>
            </a:r>
            <a:r>
              <a:rPr sz="3000" spc="-155" dirty="0">
                <a:latin typeface="Century Gothic"/>
                <a:cs typeface="Century Gothic"/>
              </a:rPr>
              <a:t>D</a:t>
            </a:r>
            <a:r>
              <a:rPr sz="3000" spc="-90" dirty="0">
                <a:latin typeface="Century Gothic"/>
                <a:cs typeface="Century Gothic"/>
              </a:rPr>
              <a:t>_</a:t>
            </a:r>
            <a:r>
              <a:rPr sz="3000" spc="-80" dirty="0">
                <a:latin typeface="Century Gothic"/>
                <a:cs typeface="Century Gothic"/>
              </a:rPr>
              <a:t>L</a:t>
            </a:r>
            <a:r>
              <a:rPr sz="3000" spc="-15" dirty="0">
                <a:latin typeface="Century Gothic"/>
                <a:cs typeface="Century Gothic"/>
              </a:rPr>
              <a:t>IB</a:t>
            </a:r>
            <a:r>
              <a:rPr sz="3000" spc="-315" dirty="0">
                <a:latin typeface="Century Gothic"/>
                <a:cs typeface="Century Gothic"/>
              </a:rPr>
              <a:t>R</a:t>
            </a:r>
            <a:r>
              <a:rPr sz="3000" spc="-375" dirty="0">
                <a:latin typeface="Century Gothic"/>
                <a:cs typeface="Century Gothic"/>
              </a:rPr>
              <a:t>A</a:t>
            </a:r>
            <a:r>
              <a:rPr sz="3000" spc="-210" dirty="0">
                <a:latin typeface="Century Gothic"/>
                <a:cs typeface="Century Gothic"/>
              </a:rPr>
              <a:t>R</a:t>
            </a:r>
            <a:r>
              <a:rPr sz="3000" spc="-195" dirty="0">
                <a:latin typeface="Century Gothic"/>
                <a:cs typeface="Century Gothic"/>
              </a:rPr>
              <a:t>Y</a:t>
            </a:r>
            <a:r>
              <a:rPr sz="3000" spc="-215" dirty="0">
                <a:latin typeface="Century Gothic"/>
                <a:cs typeface="Century Gothic"/>
              </a:rPr>
              <a:t>_P</a:t>
            </a:r>
            <a:r>
              <a:rPr sz="3000" spc="-285" dirty="0">
                <a:latin typeface="Century Gothic"/>
                <a:cs typeface="Century Gothic"/>
              </a:rPr>
              <a:t>A</a:t>
            </a:r>
            <a:r>
              <a:rPr sz="3000" spc="204" dirty="0">
                <a:latin typeface="Century Gothic"/>
                <a:cs typeface="Century Gothic"/>
              </a:rPr>
              <a:t>T</a:t>
            </a:r>
            <a:r>
              <a:rPr sz="3000" spc="45" dirty="0">
                <a:latin typeface="Century Gothic"/>
                <a:cs typeface="Century Gothic"/>
              </a:rPr>
              <a:t>H</a:t>
            </a:r>
            <a:r>
              <a:rPr sz="3000" spc="325" dirty="0">
                <a:latin typeface="Century Gothic"/>
                <a:cs typeface="Century Gothic"/>
              </a:rPr>
              <a:t>=</a:t>
            </a:r>
            <a:r>
              <a:rPr sz="3000" spc="240" dirty="0">
                <a:latin typeface="Century Gothic"/>
                <a:cs typeface="Century Gothic"/>
              </a:rPr>
              <a:t>/</a:t>
            </a:r>
            <a:r>
              <a:rPr sz="3000" spc="-170" dirty="0">
                <a:latin typeface="Century Gothic"/>
                <a:cs typeface="Century Gothic"/>
              </a:rPr>
              <a:t>u</a:t>
            </a:r>
            <a:r>
              <a:rPr sz="3000" spc="-10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0" dirty="0">
                <a:latin typeface="Century Gothic"/>
                <a:cs typeface="Century Gothic"/>
              </a:rPr>
              <a:t>/</a:t>
            </a:r>
            <a:r>
              <a:rPr sz="3000" spc="-5" dirty="0">
                <a:latin typeface="Century Gothic"/>
                <a:cs typeface="Century Gothic"/>
              </a:rPr>
              <a:t>l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509" dirty="0">
                <a:latin typeface="Century Gothic"/>
                <a:cs typeface="Century Gothic"/>
              </a:rPr>
              <a:t>c</a:t>
            </a:r>
            <a:r>
              <a:rPr sz="3000" spc="-535" dirty="0">
                <a:latin typeface="Century Gothic"/>
                <a:cs typeface="Century Gothic"/>
              </a:rPr>
              <a:t>a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215" dirty="0">
                <a:latin typeface="Century Gothic"/>
                <a:cs typeface="Century Gothic"/>
              </a:rPr>
              <a:t>/</a:t>
            </a:r>
            <a:r>
              <a:rPr sz="3000" spc="-330" dirty="0">
                <a:latin typeface="Century Gothic"/>
                <a:cs typeface="Century Gothic"/>
              </a:rPr>
              <a:t>p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30" dirty="0">
                <a:latin typeface="Century Gothic"/>
                <a:cs typeface="Century Gothic"/>
              </a:rPr>
              <a:t>q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20" dirty="0">
                <a:latin typeface="Century Gothic"/>
                <a:cs typeface="Century Gothic"/>
              </a:rPr>
              <a:t>/</a:t>
            </a:r>
            <a:r>
              <a:rPr sz="3000" spc="-5" dirty="0">
                <a:latin typeface="Century Gothic"/>
                <a:cs typeface="Century Gothic"/>
              </a:rPr>
              <a:t>l</a:t>
            </a:r>
            <a:r>
              <a:rPr sz="3000" spc="-85" dirty="0">
                <a:latin typeface="Century Gothic"/>
                <a:cs typeface="Century Gothic"/>
              </a:rPr>
              <a:t>i</a:t>
            </a:r>
            <a:r>
              <a:rPr sz="3000" spc="-150" dirty="0">
                <a:latin typeface="Century Gothic"/>
                <a:cs typeface="Century Gothic"/>
              </a:rPr>
              <a:t>b</a:t>
            </a:r>
            <a:r>
              <a:rPr sz="3000" i="1" spc="70" dirty="0">
                <a:latin typeface="Century Gothic"/>
                <a:cs typeface="Century Gothic"/>
              </a:rPr>
              <a:t>:</a:t>
            </a:r>
            <a:endParaRPr sz="3000">
              <a:latin typeface="Century Gothic"/>
              <a:cs typeface="Century Gothic"/>
            </a:endParaRPr>
          </a:p>
          <a:p>
            <a:pPr marL="12700">
              <a:lnSpc>
                <a:spcPts val="3585"/>
              </a:lnSpc>
            </a:pPr>
            <a:r>
              <a:rPr sz="3000" i="1" spc="10" dirty="0">
                <a:latin typeface="Century Gothic"/>
                <a:cs typeface="Century Gothic"/>
              </a:rPr>
              <a:t>$</a:t>
            </a:r>
            <a:r>
              <a:rPr sz="3000" spc="-150" dirty="0">
                <a:latin typeface="Century Gothic"/>
                <a:cs typeface="Century Gothic"/>
              </a:rPr>
              <a:t>L</a:t>
            </a:r>
            <a:r>
              <a:rPr sz="3000" spc="-155" dirty="0">
                <a:latin typeface="Century Gothic"/>
                <a:cs typeface="Century Gothic"/>
              </a:rPr>
              <a:t>D</a:t>
            </a:r>
            <a:r>
              <a:rPr sz="3000" spc="-90" dirty="0">
                <a:latin typeface="Century Gothic"/>
                <a:cs typeface="Century Gothic"/>
              </a:rPr>
              <a:t>_</a:t>
            </a:r>
            <a:r>
              <a:rPr sz="3000" spc="-80" dirty="0">
                <a:latin typeface="Century Gothic"/>
                <a:cs typeface="Century Gothic"/>
              </a:rPr>
              <a:t>L</a:t>
            </a:r>
            <a:r>
              <a:rPr sz="3000" spc="-15" dirty="0">
                <a:latin typeface="Century Gothic"/>
                <a:cs typeface="Century Gothic"/>
              </a:rPr>
              <a:t>IB</a:t>
            </a:r>
            <a:r>
              <a:rPr sz="3000" spc="-315" dirty="0">
                <a:latin typeface="Century Gothic"/>
                <a:cs typeface="Century Gothic"/>
              </a:rPr>
              <a:t>R</a:t>
            </a:r>
            <a:r>
              <a:rPr sz="3000" spc="-375" dirty="0">
                <a:latin typeface="Century Gothic"/>
                <a:cs typeface="Century Gothic"/>
              </a:rPr>
              <a:t>A</a:t>
            </a:r>
            <a:r>
              <a:rPr sz="3000" spc="-254" dirty="0">
                <a:latin typeface="Century Gothic"/>
                <a:cs typeface="Century Gothic"/>
              </a:rPr>
              <a:t>R</a:t>
            </a:r>
            <a:r>
              <a:rPr sz="3000" spc="-145" dirty="0">
                <a:latin typeface="Century Gothic"/>
                <a:cs typeface="Century Gothic"/>
              </a:rPr>
              <a:t>Y</a:t>
            </a:r>
            <a:r>
              <a:rPr sz="3000" spc="-215" dirty="0">
                <a:latin typeface="Century Gothic"/>
                <a:cs typeface="Century Gothic"/>
              </a:rPr>
              <a:t>_P</a:t>
            </a:r>
            <a:r>
              <a:rPr sz="3000" spc="-285" dirty="0">
                <a:latin typeface="Century Gothic"/>
                <a:cs typeface="Century Gothic"/>
              </a:rPr>
              <a:t>A</a:t>
            </a:r>
            <a:r>
              <a:rPr sz="3000" spc="204" dirty="0">
                <a:latin typeface="Century Gothic"/>
                <a:cs typeface="Century Gothic"/>
              </a:rPr>
              <a:t>T</a:t>
            </a:r>
            <a:r>
              <a:rPr sz="3000" spc="40" dirty="0">
                <a:latin typeface="Century Gothic"/>
                <a:cs typeface="Century Gothic"/>
              </a:rPr>
              <a:t>H</a:t>
            </a:r>
            <a:endParaRPr sz="30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9580" y="5713729"/>
            <a:ext cx="5769610" cy="454659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3000" spc="-320" dirty="0">
                <a:latin typeface="Century Gothic"/>
                <a:cs typeface="Century Gothic"/>
              </a:rPr>
              <a:t>P</a:t>
            </a:r>
            <a:r>
              <a:rPr sz="3000" spc="-395" dirty="0">
                <a:latin typeface="Century Gothic"/>
                <a:cs typeface="Century Gothic"/>
              </a:rPr>
              <a:t>A</a:t>
            </a:r>
            <a:r>
              <a:rPr sz="3000" spc="204" dirty="0">
                <a:latin typeface="Century Gothic"/>
                <a:cs typeface="Century Gothic"/>
              </a:rPr>
              <a:t>T</a:t>
            </a:r>
            <a:r>
              <a:rPr sz="3000" spc="45" dirty="0">
                <a:latin typeface="Century Gothic"/>
                <a:cs typeface="Century Gothic"/>
              </a:rPr>
              <a:t>H</a:t>
            </a:r>
            <a:r>
              <a:rPr sz="3000" spc="675" dirty="0">
                <a:latin typeface="Century Gothic"/>
                <a:cs typeface="Century Gothic"/>
              </a:rPr>
              <a:t>=</a:t>
            </a:r>
            <a:r>
              <a:rPr sz="3000" spc="-165" dirty="0">
                <a:latin typeface="Century Gothic"/>
                <a:cs typeface="Century Gothic"/>
              </a:rPr>
              <a:t>/</a:t>
            </a:r>
            <a:r>
              <a:rPr sz="3000" spc="-215" dirty="0">
                <a:latin typeface="Century Gothic"/>
                <a:cs typeface="Century Gothic"/>
              </a:rPr>
              <a:t>u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85" dirty="0">
                <a:latin typeface="Century Gothic"/>
                <a:cs typeface="Century Gothic"/>
              </a:rPr>
              <a:t>/l</a:t>
            </a:r>
            <a:r>
              <a:rPr sz="3000" spc="-150" dirty="0">
                <a:latin typeface="Century Gothic"/>
                <a:cs typeface="Century Gothic"/>
              </a:rPr>
              <a:t>o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215" dirty="0">
                <a:latin typeface="Century Gothic"/>
                <a:cs typeface="Century Gothic"/>
              </a:rPr>
              <a:t>/</a:t>
            </a:r>
            <a:r>
              <a:rPr sz="3000" spc="-315" dirty="0">
                <a:latin typeface="Century Gothic"/>
                <a:cs typeface="Century Gothic"/>
              </a:rPr>
              <a:t>p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30" dirty="0">
                <a:latin typeface="Century Gothic"/>
                <a:cs typeface="Century Gothic"/>
              </a:rPr>
              <a:t>q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215" dirty="0">
                <a:latin typeface="Century Gothic"/>
                <a:cs typeface="Century Gothic"/>
              </a:rPr>
              <a:t>/</a:t>
            </a:r>
            <a:r>
              <a:rPr sz="3000" spc="-330" dirty="0">
                <a:latin typeface="Century Gothic"/>
                <a:cs typeface="Century Gothic"/>
              </a:rPr>
              <a:t>b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20" dirty="0">
                <a:latin typeface="Century Gothic"/>
                <a:cs typeface="Century Gothic"/>
              </a:rPr>
              <a:t>/</a:t>
            </a:r>
            <a:r>
              <a:rPr sz="3000" spc="-5" dirty="0">
                <a:latin typeface="Century Gothic"/>
                <a:cs typeface="Century Gothic"/>
              </a:rPr>
              <a:t>:</a:t>
            </a:r>
            <a:r>
              <a:rPr sz="3000" spc="55" dirty="0">
                <a:latin typeface="Century Gothic"/>
                <a:cs typeface="Century Gothic"/>
              </a:rPr>
              <a:t>$</a:t>
            </a:r>
            <a:r>
              <a:rPr sz="3000" spc="-320" dirty="0">
                <a:latin typeface="Century Gothic"/>
                <a:cs typeface="Century Gothic"/>
              </a:rPr>
              <a:t>P</a:t>
            </a:r>
            <a:r>
              <a:rPr sz="3000" spc="-395" dirty="0">
                <a:latin typeface="Century Gothic"/>
                <a:cs typeface="Century Gothic"/>
              </a:rPr>
              <a:t>A</a:t>
            </a:r>
            <a:r>
              <a:rPr sz="3000" spc="210" dirty="0">
                <a:latin typeface="Century Gothic"/>
                <a:cs typeface="Century Gothic"/>
              </a:rPr>
              <a:t>T</a:t>
            </a:r>
            <a:r>
              <a:rPr sz="3000" spc="40" dirty="0">
                <a:latin typeface="Century Gothic"/>
                <a:cs typeface="Century Gothic"/>
              </a:rPr>
              <a:t>H</a:t>
            </a:r>
            <a:endParaRPr sz="3000">
              <a:latin typeface="Century Gothic"/>
              <a:cs typeface="Century Gothic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49580" y="6276340"/>
            <a:ext cx="7670800" cy="454659"/>
          </a:xfrm>
          <a:custGeom>
            <a:avLst/>
            <a:gdLst/>
            <a:ahLst/>
            <a:cxnLst/>
            <a:rect l="l" t="t" r="r" b="b"/>
            <a:pathLst>
              <a:path w="7670800" h="454659">
                <a:moveTo>
                  <a:pt x="0" y="454660"/>
                </a:moveTo>
                <a:lnTo>
                  <a:pt x="7670800" y="454660"/>
                </a:lnTo>
                <a:lnTo>
                  <a:pt x="7670800" y="0"/>
                </a:lnTo>
                <a:lnTo>
                  <a:pt x="0" y="0"/>
                </a:lnTo>
                <a:lnTo>
                  <a:pt x="0" y="45466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49580" y="6731000"/>
            <a:ext cx="1927860" cy="454659"/>
          </a:xfrm>
          <a:custGeom>
            <a:avLst/>
            <a:gdLst/>
            <a:ahLst/>
            <a:cxnLst/>
            <a:rect l="l" t="t" r="r" b="b"/>
            <a:pathLst>
              <a:path w="1927860" h="454659">
                <a:moveTo>
                  <a:pt x="0" y="454659"/>
                </a:moveTo>
                <a:lnTo>
                  <a:pt x="1927860" y="454659"/>
                </a:lnTo>
                <a:lnTo>
                  <a:pt x="1927860" y="0"/>
                </a:lnTo>
                <a:lnTo>
                  <a:pt x="0" y="0"/>
                </a:lnTo>
                <a:lnTo>
                  <a:pt x="0" y="45465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36880" y="6323358"/>
            <a:ext cx="7679690" cy="861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90"/>
              </a:lnSpc>
            </a:pP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4" dirty="0">
                <a:latin typeface="Century Gothic"/>
                <a:cs typeface="Century Gothic"/>
              </a:rPr>
              <a:t>x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80" dirty="0">
                <a:latin typeface="Century Gothic"/>
                <a:cs typeface="Century Gothic"/>
              </a:rPr>
              <a:t>M</a:t>
            </a:r>
            <a:r>
              <a:rPr sz="3000" spc="-440" dirty="0">
                <a:latin typeface="Century Gothic"/>
                <a:cs typeface="Century Gothic"/>
              </a:rPr>
              <a:t>A</a:t>
            </a:r>
            <a:r>
              <a:rPr sz="3000" dirty="0">
                <a:latin typeface="Century Gothic"/>
                <a:cs typeface="Century Gothic"/>
              </a:rPr>
              <a:t>N</a:t>
            </a:r>
            <a:r>
              <a:rPr sz="3000" spc="-320" dirty="0">
                <a:latin typeface="Century Gothic"/>
                <a:cs typeface="Century Gothic"/>
              </a:rPr>
              <a:t>P</a:t>
            </a:r>
            <a:r>
              <a:rPr sz="3000" spc="-395" dirty="0">
                <a:latin typeface="Century Gothic"/>
                <a:cs typeface="Century Gothic"/>
              </a:rPr>
              <a:t>A</a:t>
            </a:r>
            <a:r>
              <a:rPr sz="3000" spc="204" dirty="0">
                <a:latin typeface="Century Gothic"/>
                <a:cs typeface="Century Gothic"/>
              </a:rPr>
              <a:t>T</a:t>
            </a:r>
            <a:r>
              <a:rPr sz="3000" spc="45" dirty="0">
                <a:latin typeface="Century Gothic"/>
                <a:cs typeface="Century Gothic"/>
              </a:rPr>
              <a:t>H</a:t>
            </a:r>
            <a:r>
              <a:rPr sz="3000" spc="675" dirty="0">
                <a:latin typeface="Century Gothic"/>
                <a:cs typeface="Century Gothic"/>
              </a:rPr>
              <a:t>=</a:t>
            </a:r>
            <a:r>
              <a:rPr sz="3000" spc="-165" dirty="0">
                <a:latin typeface="Century Gothic"/>
                <a:cs typeface="Century Gothic"/>
              </a:rPr>
              <a:t>/</a:t>
            </a:r>
            <a:r>
              <a:rPr sz="3000" spc="-215" dirty="0">
                <a:latin typeface="Century Gothic"/>
                <a:cs typeface="Century Gothic"/>
              </a:rPr>
              <a:t>u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85" dirty="0">
                <a:latin typeface="Century Gothic"/>
                <a:cs typeface="Century Gothic"/>
              </a:rPr>
              <a:t>/l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-509" dirty="0">
                <a:latin typeface="Century Gothic"/>
                <a:cs typeface="Century Gothic"/>
              </a:rPr>
              <a:t>c</a:t>
            </a:r>
            <a:r>
              <a:rPr sz="3000" spc="-535" dirty="0">
                <a:latin typeface="Century Gothic"/>
                <a:cs typeface="Century Gothic"/>
              </a:rPr>
              <a:t>a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215" dirty="0">
                <a:latin typeface="Century Gothic"/>
                <a:cs typeface="Century Gothic"/>
              </a:rPr>
              <a:t>/</a:t>
            </a:r>
            <a:r>
              <a:rPr sz="3000" spc="-330" dirty="0">
                <a:latin typeface="Century Gothic"/>
                <a:cs typeface="Century Gothic"/>
              </a:rPr>
              <a:t>p</a:t>
            </a:r>
            <a:r>
              <a:rPr sz="3000" spc="-390" dirty="0">
                <a:latin typeface="Century Gothic"/>
                <a:cs typeface="Century Gothic"/>
              </a:rPr>
              <a:t>g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30" dirty="0">
                <a:latin typeface="Century Gothic"/>
                <a:cs typeface="Century Gothic"/>
              </a:rPr>
              <a:t>q</a:t>
            </a:r>
            <a:r>
              <a:rPr sz="3000" spc="-15" dirty="0">
                <a:latin typeface="Century Gothic"/>
                <a:cs typeface="Century Gothic"/>
              </a:rPr>
              <a:t>l</a:t>
            </a:r>
            <a:r>
              <a:rPr sz="3000" spc="-10" dirty="0">
                <a:latin typeface="Century Gothic"/>
                <a:cs typeface="Century Gothic"/>
              </a:rPr>
              <a:t>/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h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190" dirty="0">
                <a:latin typeface="Century Gothic"/>
                <a:cs typeface="Century Gothic"/>
              </a:rPr>
              <a:t>/</a:t>
            </a:r>
            <a:r>
              <a:rPr sz="3000" spc="-390" dirty="0">
                <a:latin typeface="Century Gothic"/>
                <a:cs typeface="Century Gothic"/>
              </a:rPr>
              <a:t>m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90" dirty="0">
                <a:latin typeface="Century Gothic"/>
                <a:cs typeface="Century Gothic"/>
              </a:rPr>
              <a:t>:</a:t>
            </a:r>
            <a:endParaRPr sz="3000">
              <a:latin typeface="Century Gothic"/>
              <a:cs typeface="Century Gothic"/>
            </a:endParaRPr>
          </a:p>
          <a:p>
            <a:pPr marL="12700">
              <a:lnSpc>
                <a:spcPts val="3590"/>
              </a:lnSpc>
            </a:pPr>
            <a:r>
              <a:rPr sz="3000" spc="-90" dirty="0">
                <a:latin typeface="Century Gothic"/>
                <a:cs typeface="Century Gothic"/>
              </a:rPr>
              <a:t>$</a:t>
            </a:r>
            <a:r>
              <a:rPr sz="3000" spc="-140" dirty="0">
                <a:latin typeface="Century Gothic"/>
                <a:cs typeface="Century Gothic"/>
              </a:rPr>
              <a:t>M</a:t>
            </a:r>
            <a:r>
              <a:rPr sz="3000" spc="-440" dirty="0">
                <a:latin typeface="Century Gothic"/>
                <a:cs typeface="Century Gothic"/>
              </a:rPr>
              <a:t>A</a:t>
            </a:r>
            <a:r>
              <a:rPr sz="3000" dirty="0">
                <a:latin typeface="Century Gothic"/>
                <a:cs typeface="Century Gothic"/>
              </a:rPr>
              <a:t>N</a:t>
            </a:r>
            <a:r>
              <a:rPr sz="3000" spc="-320" dirty="0">
                <a:latin typeface="Century Gothic"/>
                <a:cs typeface="Century Gothic"/>
              </a:rPr>
              <a:t>P</a:t>
            </a:r>
            <a:r>
              <a:rPr sz="3000" spc="-395" dirty="0">
                <a:latin typeface="Century Gothic"/>
                <a:cs typeface="Century Gothic"/>
              </a:rPr>
              <a:t>A</a:t>
            </a:r>
            <a:r>
              <a:rPr sz="3000" spc="204" dirty="0">
                <a:latin typeface="Century Gothic"/>
                <a:cs typeface="Century Gothic"/>
              </a:rPr>
              <a:t>T</a:t>
            </a:r>
            <a:r>
              <a:rPr sz="3000" spc="40" dirty="0">
                <a:latin typeface="Century Gothic"/>
                <a:cs typeface="Century Gothic"/>
              </a:rPr>
              <a:t>H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/>
          <p:nvPr/>
        </p:nvSpPr>
        <p:spPr>
          <a:xfrm>
            <a:off x="2391410" y="3333750"/>
            <a:ext cx="2297430" cy="454659"/>
          </a:xfrm>
          <a:custGeom>
            <a:avLst/>
            <a:gdLst/>
            <a:ahLst/>
            <a:cxnLst/>
            <a:rect l="l" t="t" r="r" b="b"/>
            <a:pathLst>
              <a:path w="2297429" h="454660">
                <a:moveTo>
                  <a:pt x="0" y="454660"/>
                </a:moveTo>
                <a:lnTo>
                  <a:pt x="2297430" y="454660"/>
                </a:lnTo>
                <a:lnTo>
                  <a:pt x="2297430" y="0"/>
                </a:lnTo>
                <a:lnTo>
                  <a:pt x="0" y="0"/>
                </a:lnTo>
                <a:lnTo>
                  <a:pt x="0" y="45466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040629" y="4243070"/>
            <a:ext cx="1842770" cy="454659"/>
          </a:xfrm>
          <a:custGeom>
            <a:avLst/>
            <a:gdLst/>
            <a:ahLst/>
            <a:cxnLst/>
            <a:rect l="l" t="t" r="r" b="b"/>
            <a:pathLst>
              <a:path w="1842770" h="454660">
                <a:moveTo>
                  <a:pt x="0" y="454659"/>
                </a:moveTo>
                <a:lnTo>
                  <a:pt x="1842770" y="454659"/>
                </a:lnTo>
                <a:lnTo>
                  <a:pt x="1842770" y="0"/>
                </a:lnTo>
                <a:lnTo>
                  <a:pt x="0" y="0"/>
                </a:lnTo>
                <a:lnTo>
                  <a:pt x="0" y="45465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36880" y="1876509"/>
            <a:ext cx="8935720" cy="282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3905">
              <a:lnSpc>
                <a:spcPct val="100000"/>
              </a:lnSpc>
            </a:pPr>
            <a:r>
              <a:rPr sz="4400" spc="-21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4400" spc="-46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265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8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204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3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350" dirty="0">
                <a:solidFill>
                  <a:srgbClr val="1B1B1B"/>
                </a:solidFill>
                <a:latin typeface="Century Gothic"/>
                <a:cs typeface="Century Gothic"/>
              </a:rPr>
              <a:t>t</a:t>
            </a:r>
            <a:r>
              <a:rPr sz="4400" spc="-69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-57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18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40" dirty="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6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590" dirty="0">
                <a:solidFill>
                  <a:srgbClr val="1B1B1B"/>
                </a:solidFill>
                <a:latin typeface="Century Gothic"/>
                <a:cs typeface="Century Gothic"/>
              </a:rPr>
              <a:t>y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7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r>
              <a:rPr sz="4400" spc="-3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b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4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685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-30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pa</a:t>
            </a:r>
            <a:r>
              <a:rPr sz="4400" spc="-85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34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endParaRPr sz="4400">
              <a:latin typeface="Century Gothic"/>
              <a:cs typeface="Century Gothic"/>
            </a:endParaRPr>
          </a:p>
          <a:p>
            <a:pPr marL="228600" marR="5080" indent="-215900">
              <a:lnSpc>
                <a:spcPts val="3570"/>
              </a:lnSpc>
              <a:spcBef>
                <a:spcPts val="3410"/>
              </a:spcBef>
              <a:buSzPct val="45000"/>
              <a:buFont typeface="MS Gothic"/>
              <a:buChar char="●"/>
              <a:tabLst>
                <a:tab pos="228600" algn="l"/>
              </a:tabLst>
            </a:pPr>
            <a:r>
              <a:rPr sz="3000" spc="-155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395" dirty="0">
                <a:latin typeface="Century Gothic"/>
                <a:cs typeface="Century Gothic"/>
              </a:rPr>
              <a:t>c</a:t>
            </a:r>
            <a:r>
              <a:rPr sz="3000" spc="-114" dirty="0">
                <a:latin typeface="Century Gothic"/>
                <a:cs typeface="Century Gothic"/>
              </a:rPr>
              <a:t>i</a:t>
            </a:r>
            <a:r>
              <a:rPr sz="3000" spc="-300" dirty="0">
                <a:latin typeface="Century Gothic"/>
                <a:cs typeface="Century Gothic"/>
              </a:rPr>
              <a:t>ó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90" dirty="0">
                <a:latin typeface="Century Gothic"/>
                <a:cs typeface="Century Gothic"/>
              </a:rPr>
              <a:t>: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85" dirty="0">
                <a:latin typeface="Century Gothic"/>
                <a:cs typeface="Century Gothic"/>
              </a:rPr>
              <a:t>no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75" dirty="0">
                <a:latin typeface="Century Gothic"/>
                <a:cs typeface="Century Gothic"/>
              </a:rPr>
              <a:t>i</a:t>
            </a:r>
            <a:r>
              <a:rPr sz="3000" spc="-305" dirty="0">
                <a:latin typeface="Century Gothic"/>
                <a:cs typeface="Century Gothic"/>
              </a:rPr>
              <a:t>m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á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55" dirty="0">
                <a:latin typeface="Century Gothic"/>
                <a:cs typeface="Century Gothic"/>
              </a:rPr>
              <a:t>i</a:t>
            </a:r>
            <a:r>
              <a:rPr sz="3000" spc="-135" dirty="0">
                <a:latin typeface="Century Gothic"/>
                <a:cs typeface="Century Gothic"/>
              </a:rPr>
              <a:t>n</a:t>
            </a:r>
            <a:r>
              <a:rPr sz="3000" spc="-409" dirty="0">
                <a:latin typeface="Century Gothic"/>
                <a:cs typeface="Century Gothic"/>
              </a:rPr>
              <a:t>g</a:t>
            </a:r>
            <a:r>
              <a:rPr sz="3000" spc="-254" dirty="0">
                <a:latin typeface="Century Gothic"/>
                <a:cs typeface="Century Gothic"/>
              </a:rPr>
              <a:t>ú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40" dirty="0">
                <a:latin typeface="Century Gothic"/>
                <a:cs typeface="Century Gothic"/>
              </a:rPr>
              <a:t>i</a:t>
            </a:r>
            <a:r>
              <a:rPr sz="3000" spc="70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570" dirty="0">
                <a:latin typeface="Century Gothic"/>
                <a:cs typeface="Century Gothic"/>
              </a:rPr>
              <a:t>c</a:t>
            </a:r>
            <a:r>
              <a:rPr sz="3000" spc="-295" dirty="0">
                <a:latin typeface="Century Gothic"/>
                <a:cs typeface="Century Gothic"/>
              </a:rPr>
              <a:t>t</a:t>
            </a:r>
            <a:r>
              <a:rPr sz="3000" spc="-300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375" dirty="0">
                <a:latin typeface="Century Gothic"/>
                <a:cs typeface="Century Gothic"/>
              </a:rPr>
              <a:t>c</a:t>
            </a:r>
            <a:r>
              <a:rPr sz="3000" spc="-17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. </a:t>
            </a:r>
            <a:r>
              <a:rPr sz="3000" spc="-320" dirty="0">
                <a:latin typeface="Century Gothic"/>
                <a:cs typeface="Century Gothic"/>
              </a:rPr>
              <a:t>C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50" dirty="0">
                <a:latin typeface="Century Gothic"/>
                <a:cs typeface="Century Gothic"/>
              </a:rPr>
              <a:t> </a:t>
            </a:r>
            <a:r>
              <a:rPr sz="3000" spc="-515" dirty="0">
                <a:latin typeface="Century Gothic"/>
                <a:cs typeface="Century Gothic"/>
              </a:rPr>
              <a:t>m</a:t>
            </a:r>
            <a:r>
              <a:rPr sz="3000" spc="-355" dirty="0">
                <a:latin typeface="Century Gothic"/>
                <a:cs typeface="Century Gothic"/>
              </a:rPr>
              <a:t>a</a:t>
            </a:r>
            <a:r>
              <a:rPr sz="3000" spc="-140" dirty="0">
                <a:latin typeface="Century Gothic"/>
                <a:cs typeface="Century Gothic"/>
              </a:rPr>
              <a:t>k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55" dirty="0">
                <a:latin typeface="Century Gothic"/>
                <a:cs typeface="Century Gothic"/>
              </a:rPr>
              <a:t>i</a:t>
            </a:r>
            <a:r>
              <a:rPr sz="3000" spc="-150" dirty="0">
                <a:latin typeface="Century Gothic"/>
                <a:cs typeface="Century Gothic"/>
              </a:rPr>
              <a:t>n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110" dirty="0">
                <a:latin typeface="Century Gothic"/>
                <a:cs typeface="Century Gothic"/>
              </a:rPr>
              <a:t>l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53"/>
              </a:spcBef>
              <a:buFont typeface="MS Gothic"/>
              <a:buChar char="●"/>
            </a:pPr>
            <a:endParaRPr sz="2950">
              <a:latin typeface="Times New Roman"/>
              <a:cs typeface="Times New Roman"/>
            </a:endParaRPr>
          </a:p>
          <a:p>
            <a:pPr marL="228600" indent="-215900">
              <a:lnSpc>
                <a:spcPct val="100000"/>
              </a:lnSpc>
              <a:buSzPct val="45000"/>
              <a:buFont typeface="MS Gothic"/>
              <a:buChar char="●"/>
              <a:tabLst>
                <a:tab pos="228600" algn="l"/>
              </a:tabLst>
            </a:pPr>
            <a:r>
              <a:rPr sz="3000" spc="-150" dirty="0">
                <a:latin typeface="Century Gothic"/>
                <a:cs typeface="Century Gothic"/>
              </a:rPr>
              <a:t>L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30" dirty="0">
                <a:latin typeface="Century Gothic"/>
                <a:cs typeface="Century Gothic"/>
              </a:rPr>
              <a:t>b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-434" dirty="0">
                <a:latin typeface="Century Gothic"/>
                <a:cs typeface="Century Gothic"/>
              </a:rPr>
              <a:t>p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235" dirty="0">
                <a:latin typeface="Century Gothic"/>
                <a:cs typeface="Century Gothic"/>
              </a:rPr>
              <a:t>ci</a:t>
            </a:r>
            <a:r>
              <a:rPr sz="3000" spc="-35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. </a:t>
            </a:r>
            <a:r>
              <a:rPr sz="3000" spc="-320" dirty="0">
                <a:latin typeface="Century Gothic"/>
                <a:cs typeface="Century Gothic"/>
              </a:rPr>
              <a:t>C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515" dirty="0">
                <a:latin typeface="Century Gothic"/>
                <a:cs typeface="Century Gothic"/>
              </a:rPr>
              <a:t>m</a:t>
            </a:r>
            <a:r>
              <a:rPr sz="3000" spc="-355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95" dirty="0">
                <a:latin typeface="Century Gothic"/>
                <a:cs typeface="Century Gothic"/>
              </a:rPr>
              <a:t> </a:t>
            </a:r>
            <a:r>
              <a:rPr sz="3000" spc="-515" dirty="0">
                <a:latin typeface="Century Gothic"/>
                <a:cs typeface="Century Gothic"/>
              </a:rPr>
              <a:t>m</a:t>
            </a:r>
            <a:r>
              <a:rPr sz="3000" spc="-370" dirty="0">
                <a:latin typeface="Century Gothic"/>
                <a:cs typeface="Century Gothic"/>
              </a:rPr>
              <a:t>a</a:t>
            </a:r>
            <a:r>
              <a:rPr sz="3000" spc="-140" dirty="0">
                <a:latin typeface="Century Gothic"/>
                <a:cs typeface="Century Gothic"/>
              </a:rPr>
              <a:t>k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40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03120">
              <a:lnSpc>
                <a:spcPct val="100000"/>
              </a:lnSpc>
            </a:pPr>
            <a:r>
              <a:rPr spc="-465" dirty="0"/>
              <a:t>C</a:t>
            </a:r>
            <a:r>
              <a:rPr spc="55" dirty="0"/>
              <a:t>r</a:t>
            </a:r>
            <a:r>
              <a:rPr spc="-665" dirty="0"/>
              <a:t>e</a:t>
            </a:r>
            <a:r>
              <a:rPr spc="-695" dirty="0"/>
              <a:t>a</a:t>
            </a:r>
            <a:r>
              <a:rPr spc="-850" dirty="0"/>
              <a:t>c</a:t>
            </a:r>
            <a:r>
              <a:rPr spc="120" dirty="0"/>
              <a:t>i</a:t>
            </a:r>
            <a:r>
              <a:rPr spc="-440" dirty="0"/>
              <a:t>ó</a:t>
            </a:r>
            <a:r>
              <a:rPr spc="-405" dirty="0"/>
              <a:t>n</a:t>
            </a:r>
            <a:r>
              <a:rPr spc="50" dirty="0"/>
              <a:t> </a:t>
            </a:r>
            <a:r>
              <a:rPr spc="-665" dirty="0"/>
              <a:t>d</a:t>
            </a:r>
            <a:r>
              <a:rPr spc="-685" dirty="0"/>
              <a:t>e</a:t>
            </a:r>
            <a:r>
              <a:rPr spc="120" dirty="0"/>
              <a:t>l</a:t>
            </a:r>
            <a:r>
              <a:rPr spc="50" dirty="0"/>
              <a:t> </a:t>
            </a:r>
            <a:r>
              <a:rPr spc="-465" dirty="0"/>
              <a:t>C</a:t>
            </a:r>
            <a:r>
              <a:rPr spc="120" dirty="0"/>
              <a:t>l</a:t>
            </a:r>
            <a:r>
              <a:rPr spc="-370" dirty="0"/>
              <a:t>u</a:t>
            </a:r>
            <a:r>
              <a:rPr spc="-30" dirty="0"/>
              <a:t>s</a:t>
            </a:r>
            <a:r>
              <a:rPr spc="-405" dirty="0"/>
              <a:t>t</a:t>
            </a:r>
            <a:r>
              <a:rPr spc="-320" dirty="0"/>
              <a:t>er</a:t>
            </a:r>
          </a:p>
          <a:p>
            <a:pPr marL="12700" marR="5080">
              <a:lnSpc>
                <a:spcPts val="3570"/>
              </a:lnSpc>
              <a:spcBef>
                <a:spcPts val="3410"/>
              </a:spcBef>
            </a:pPr>
            <a:r>
              <a:rPr sz="3000" spc="95" dirty="0">
                <a:solidFill>
                  <a:srgbClr val="000000"/>
                </a:solidFill>
                <a:latin typeface="Century Gothic"/>
                <a:cs typeface="Century Gothic"/>
              </a:rPr>
              <a:t>U</a:t>
            </a:r>
            <a:r>
              <a:rPr sz="3000" spc="-25" dirty="0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sz="3000" spc="-434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z="3000" spc="-260" dirty="0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sz="3000" spc="-455" dirty="0">
                <a:solidFill>
                  <a:srgbClr val="000000"/>
                </a:solidFill>
                <a:latin typeface="Century Gothic"/>
                <a:cs typeface="Century Gothic"/>
              </a:rPr>
              <a:t>d</a:t>
            </a:r>
            <a:r>
              <a:rPr sz="3000" spc="-295" dirty="0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sz="3000" spc="3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46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80" dirty="0">
                <a:solidFill>
                  <a:srgbClr val="000000"/>
                </a:solidFill>
                <a:latin typeface="Century Gothic"/>
                <a:cs typeface="Century Gothic"/>
              </a:rPr>
              <a:t>l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000000"/>
                </a:solidFill>
                <a:latin typeface="Century Gothic"/>
                <a:cs typeface="Century Gothic"/>
              </a:rPr>
              <a:t>co</a:t>
            </a:r>
            <a:r>
              <a:rPr sz="3000" spc="-515" dirty="0">
                <a:solidFill>
                  <a:srgbClr val="000000"/>
                </a:solidFill>
                <a:latin typeface="Century Gothic"/>
                <a:cs typeface="Century Gothic"/>
              </a:rPr>
              <a:t>m</a:t>
            </a:r>
            <a:r>
              <a:rPr sz="3000" spc="-355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z="3000" spc="-275" dirty="0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sz="3000" spc="-455" dirty="0">
                <a:solidFill>
                  <a:srgbClr val="000000"/>
                </a:solidFill>
                <a:latin typeface="Century Gothic"/>
                <a:cs typeface="Century Gothic"/>
              </a:rPr>
              <a:t>d</a:t>
            </a:r>
            <a:r>
              <a:rPr sz="3000" spc="-295" dirty="0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sz="3000" spc="8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55" dirty="0">
                <a:solidFill>
                  <a:srgbClr val="000000"/>
                </a:solidFill>
              </a:rPr>
              <a:t>i</a:t>
            </a:r>
            <a:r>
              <a:rPr sz="3000" spc="-130" dirty="0">
                <a:solidFill>
                  <a:srgbClr val="000000"/>
                </a:solidFill>
              </a:rPr>
              <a:t>n</a:t>
            </a:r>
            <a:r>
              <a:rPr sz="3000" spc="-80" dirty="0">
                <a:solidFill>
                  <a:srgbClr val="000000"/>
                </a:solidFill>
              </a:rPr>
              <a:t>i</a:t>
            </a:r>
            <a:r>
              <a:rPr sz="3000" spc="-114" dirty="0">
                <a:solidFill>
                  <a:srgbClr val="000000"/>
                </a:solidFill>
              </a:rPr>
              <a:t>t</a:t>
            </a:r>
            <a:r>
              <a:rPr sz="3000" spc="-440" dirty="0">
                <a:solidFill>
                  <a:srgbClr val="000000"/>
                </a:solidFill>
              </a:rPr>
              <a:t>d</a:t>
            </a:r>
            <a:r>
              <a:rPr sz="3000" spc="-430" dirty="0">
                <a:solidFill>
                  <a:srgbClr val="000000"/>
                </a:solidFill>
              </a:rPr>
              <a:t>b</a:t>
            </a:r>
            <a:r>
              <a:rPr sz="3000" spc="70" dirty="0">
                <a:solidFill>
                  <a:srgbClr val="000000"/>
                </a:solidFill>
              </a:rPr>
              <a:t> </a:t>
            </a:r>
            <a:r>
              <a:rPr sz="3000" spc="-430" dirty="0">
                <a:solidFill>
                  <a:srgbClr val="000000"/>
                </a:solidFill>
                <a:latin typeface="Century Gothic"/>
                <a:cs typeface="Century Gothic"/>
              </a:rPr>
              <a:t>p</a:t>
            </a:r>
            <a:r>
              <a:rPr sz="3000" spc="-295" dirty="0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sz="3000" spc="-440" dirty="0">
                <a:solidFill>
                  <a:srgbClr val="000000"/>
                </a:solidFill>
                <a:latin typeface="Century Gothic"/>
                <a:cs typeface="Century Gothic"/>
              </a:rPr>
              <a:t>d</a:t>
            </a:r>
            <a:r>
              <a:rPr sz="3000" spc="-46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-459" dirty="0">
                <a:solidFill>
                  <a:srgbClr val="000000"/>
                </a:solidFill>
                <a:latin typeface="Century Gothic"/>
                <a:cs typeface="Century Gothic"/>
              </a:rPr>
              <a:t>m</a:t>
            </a:r>
            <a:r>
              <a:rPr sz="3000" spc="-315" dirty="0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sz="3000" spc="-25" dirty="0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375" dirty="0">
                <a:solidFill>
                  <a:srgbClr val="000000"/>
                </a:solidFill>
                <a:latin typeface="Century Gothic"/>
                <a:cs typeface="Century Gothic"/>
              </a:rPr>
              <a:t>c</a:t>
            </a:r>
            <a:r>
              <a:rPr sz="3000" spc="-185" dirty="0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sz="3000" spc="-46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-420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sz="3000" spc="3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265" dirty="0">
                <a:solidFill>
                  <a:srgbClr val="000000"/>
                </a:solidFill>
                <a:latin typeface="Century Gothic"/>
                <a:cs typeface="Century Gothic"/>
              </a:rPr>
              <a:t>u</a:t>
            </a:r>
            <a:r>
              <a:rPr sz="3000" spc="-260" dirty="0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210" dirty="0">
                <a:solidFill>
                  <a:srgbClr val="000000"/>
                </a:solidFill>
                <a:latin typeface="Century Gothic"/>
                <a:cs typeface="Century Gothic"/>
              </a:rPr>
              <a:t>clu</a:t>
            </a:r>
            <a:r>
              <a:rPr sz="3000" spc="-160" dirty="0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sz="3000" spc="-280" dirty="0">
                <a:solidFill>
                  <a:srgbClr val="000000"/>
                </a:solidFill>
                <a:latin typeface="Century Gothic"/>
                <a:cs typeface="Century Gothic"/>
              </a:rPr>
              <a:t>t</a:t>
            </a:r>
            <a:r>
              <a:rPr sz="3000" spc="-46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sz="3000" spc="3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000000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-20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415" dirty="0">
                <a:solidFill>
                  <a:srgbClr val="000000"/>
                </a:solidFill>
                <a:latin typeface="Century Gothic"/>
                <a:cs typeface="Century Gothic"/>
              </a:rPr>
              <a:t>b</a:t>
            </a:r>
            <a:r>
              <a:rPr sz="3000" spc="-434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z="3000" spc="-25" dirty="0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sz="3000" spc="-46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-25" dirty="0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440" dirty="0">
                <a:solidFill>
                  <a:srgbClr val="000000"/>
                </a:solidFill>
                <a:latin typeface="Century Gothic"/>
                <a:cs typeface="Century Gothic"/>
              </a:rPr>
              <a:t>d</a:t>
            </a:r>
            <a:r>
              <a:rPr sz="3000" spc="-470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000000"/>
                </a:solidFill>
                <a:latin typeface="Century Gothic"/>
                <a:cs typeface="Century Gothic"/>
              </a:rPr>
              <a:t>d</a:t>
            </a:r>
            <a:r>
              <a:rPr sz="3000" spc="-434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z="3000" spc="-275" dirty="0">
                <a:solidFill>
                  <a:srgbClr val="000000"/>
                </a:solidFill>
                <a:latin typeface="Century Gothic"/>
                <a:cs typeface="Century Gothic"/>
              </a:rPr>
              <a:t>t</a:t>
            </a:r>
            <a:r>
              <a:rPr sz="3000" spc="-295" dirty="0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sz="3000" spc="-25" dirty="0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000000"/>
                </a:solidFill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12700" marR="285750">
              <a:lnSpc>
                <a:spcPts val="3579"/>
              </a:lnSpc>
              <a:spcBef>
                <a:spcPts val="1140"/>
              </a:spcBef>
            </a:pPr>
            <a:r>
              <a:rPr sz="3000" spc="204" dirty="0">
                <a:solidFill>
                  <a:srgbClr val="000000"/>
                </a:solidFill>
                <a:latin typeface="Century Gothic"/>
                <a:cs typeface="Century Gothic"/>
              </a:rPr>
              <a:t>T</a:t>
            </a:r>
            <a:r>
              <a:rPr sz="3000" spc="85" dirty="0">
                <a:solidFill>
                  <a:srgbClr val="000000"/>
                </a:solidFill>
                <a:latin typeface="Century Gothic"/>
                <a:cs typeface="Century Gothic"/>
              </a:rPr>
              <a:t>i</a:t>
            </a:r>
            <a:r>
              <a:rPr sz="3000" spc="-46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sz="3000" spc="-470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415" dirty="0">
                <a:solidFill>
                  <a:srgbClr val="000000"/>
                </a:solidFill>
                <a:latin typeface="Century Gothic"/>
                <a:cs typeface="Century Gothic"/>
              </a:rPr>
              <a:t>q</a:t>
            </a:r>
            <a:r>
              <a:rPr sz="3000" spc="-355" dirty="0">
                <a:solidFill>
                  <a:srgbClr val="000000"/>
                </a:solidFill>
                <a:latin typeface="Century Gothic"/>
                <a:cs typeface="Century Gothic"/>
              </a:rPr>
              <a:t>u</a:t>
            </a:r>
            <a:r>
              <a:rPr sz="3000" spc="-37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4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46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-100" dirty="0">
                <a:solidFill>
                  <a:srgbClr val="000000"/>
                </a:solidFill>
                <a:latin typeface="Century Gothic"/>
                <a:cs typeface="Century Gothic"/>
              </a:rPr>
              <a:t>j</a:t>
            </a:r>
            <a:r>
              <a:rPr sz="3000" spc="-290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-440" dirty="0">
                <a:solidFill>
                  <a:srgbClr val="000000"/>
                </a:solidFill>
                <a:latin typeface="Century Gothic"/>
                <a:cs typeface="Century Gothic"/>
              </a:rPr>
              <a:t>cu</a:t>
            </a:r>
            <a:r>
              <a:rPr sz="3000" spc="-235" dirty="0">
                <a:solidFill>
                  <a:srgbClr val="000000"/>
                </a:solidFill>
                <a:latin typeface="Century Gothic"/>
                <a:cs typeface="Century Gothic"/>
              </a:rPr>
              <a:t>t</a:t>
            </a:r>
            <a:r>
              <a:rPr sz="3000" spc="-434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sz="3000" spc="-25" dirty="0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sz="3000" spc="-470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000000"/>
                </a:solidFill>
                <a:latin typeface="Century Gothic"/>
                <a:cs typeface="Century Gothic"/>
              </a:rPr>
              <a:t>co</a:t>
            </a:r>
            <a:r>
              <a:rPr sz="3000" spc="-450" dirty="0">
                <a:solidFill>
                  <a:srgbClr val="000000"/>
                </a:solidFill>
                <a:latin typeface="Century Gothic"/>
                <a:cs typeface="Century Gothic"/>
              </a:rPr>
              <a:t>m</a:t>
            </a:r>
            <a:r>
              <a:rPr sz="3000" spc="-295" dirty="0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sz="3000" spc="3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46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80" dirty="0">
                <a:solidFill>
                  <a:srgbClr val="000000"/>
                </a:solidFill>
                <a:latin typeface="Century Gothic"/>
                <a:cs typeface="Century Gothic"/>
              </a:rPr>
              <a:t>l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170" dirty="0">
                <a:solidFill>
                  <a:srgbClr val="000000"/>
                </a:solidFill>
                <a:latin typeface="Century Gothic"/>
                <a:cs typeface="Century Gothic"/>
              </a:rPr>
              <a:t>u</a:t>
            </a:r>
            <a:r>
              <a:rPr sz="3000" spc="-95" dirty="0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sz="3000" spc="-335" dirty="0">
                <a:solidFill>
                  <a:srgbClr val="000000"/>
                </a:solidFill>
                <a:latin typeface="Century Gothic"/>
                <a:cs typeface="Century Gothic"/>
              </a:rPr>
              <a:t>u</a:t>
            </a:r>
            <a:r>
              <a:rPr sz="3000" spc="-370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sz="3000" spc="85" dirty="0">
                <a:solidFill>
                  <a:srgbClr val="000000"/>
                </a:solidFill>
                <a:latin typeface="Century Gothic"/>
                <a:cs typeface="Century Gothic"/>
              </a:rPr>
              <a:t>i</a:t>
            </a:r>
            <a:r>
              <a:rPr sz="3000" spc="-295" dirty="0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sz="3000" spc="3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000000"/>
                </a:solidFill>
                <a:latin typeface="Century Gothic"/>
                <a:cs typeface="Century Gothic"/>
              </a:rPr>
              <a:t>d</a:t>
            </a:r>
            <a:r>
              <a:rPr sz="3000" spc="-46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80" dirty="0">
                <a:solidFill>
                  <a:srgbClr val="000000"/>
                </a:solidFill>
                <a:latin typeface="Century Gothic"/>
                <a:cs typeface="Century Gothic"/>
              </a:rPr>
              <a:t>l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dirty="0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sz="3000" spc="30" dirty="0">
                <a:solidFill>
                  <a:srgbClr val="000000"/>
                </a:solidFill>
                <a:latin typeface="Century Gothic"/>
                <a:cs typeface="Century Gothic"/>
              </a:rPr>
              <a:t>.</a:t>
            </a:r>
            <a:r>
              <a:rPr sz="3000" dirty="0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sz="3000" spc="30" dirty="0">
                <a:solidFill>
                  <a:srgbClr val="000000"/>
                </a:solidFill>
                <a:latin typeface="Century Gothic"/>
                <a:cs typeface="Century Gothic"/>
              </a:rPr>
              <a:t>.</a:t>
            </a:r>
            <a:r>
              <a:rPr sz="3000" spc="2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430" dirty="0">
                <a:solidFill>
                  <a:srgbClr val="000000"/>
                </a:solidFill>
                <a:latin typeface="Century Gothic"/>
                <a:cs typeface="Century Gothic"/>
              </a:rPr>
              <a:t>b</a:t>
            </a:r>
            <a:r>
              <a:rPr sz="3000" spc="-420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z="3000" spc="-60" dirty="0">
                <a:solidFill>
                  <a:srgbClr val="000000"/>
                </a:solidFill>
                <a:latin typeface="Century Gothic"/>
                <a:cs typeface="Century Gothic"/>
              </a:rPr>
              <a:t>j</a:t>
            </a:r>
            <a:r>
              <a:rPr sz="3000" spc="-180" dirty="0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46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80" dirty="0">
                <a:solidFill>
                  <a:srgbClr val="000000"/>
                </a:solidFill>
                <a:latin typeface="Century Gothic"/>
                <a:cs typeface="Century Gothic"/>
              </a:rPr>
              <a:t>l</a:t>
            </a:r>
            <a:r>
              <a:rPr sz="3000" spc="114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415" dirty="0">
                <a:solidFill>
                  <a:srgbClr val="000000"/>
                </a:solidFill>
                <a:latin typeface="Century Gothic"/>
                <a:cs typeface="Century Gothic"/>
              </a:rPr>
              <a:t>q</a:t>
            </a:r>
            <a:r>
              <a:rPr sz="3000" spc="-355" dirty="0">
                <a:solidFill>
                  <a:srgbClr val="000000"/>
                </a:solidFill>
                <a:latin typeface="Century Gothic"/>
                <a:cs typeface="Century Gothic"/>
              </a:rPr>
              <a:t>u</a:t>
            </a:r>
            <a:r>
              <a:rPr sz="3000" spc="-37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455" dirty="0">
                <a:solidFill>
                  <a:srgbClr val="000000"/>
                </a:solidFill>
                <a:latin typeface="Century Gothic"/>
                <a:cs typeface="Century Gothic"/>
              </a:rPr>
              <a:t>co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rr</a:t>
            </a:r>
            <a:r>
              <a:rPr sz="3000" spc="-46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25" dirty="0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sz="3000" spc="-434" dirty="0">
                <a:solidFill>
                  <a:srgbClr val="000000"/>
                </a:solidFill>
                <a:latin typeface="Century Gothic"/>
                <a:cs typeface="Century Gothic"/>
              </a:rPr>
              <a:t>á</a:t>
            </a:r>
            <a:r>
              <a:rPr sz="3000" spc="4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85" dirty="0">
                <a:solidFill>
                  <a:srgbClr val="000000"/>
                </a:solidFill>
                <a:latin typeface="Century Gothic"/>
                <a:cs typeface="Century Gothic"/>
              </a:rPr>
              <a:t>l</a:t>
            </a:r>
            <a:r>
              <a:rPr sz="3000" spc="-434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z="3000" spc="3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85" dirty="0">
                <a:solidFill>
                  <a:srgbClr val="000000"/>
                </a:solidFill>
                <a:latin typeface="Century Gothic"/>
                <a:cs typeface="Century Gothic"/>
              </a:rPr>
              <a:t>i</a:t>
            </a:r>
            <a:r>
              <a:rPr sz="3000" spc="-275" dirty="0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sz="3000" spc="-25" dirty="0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sz="3000" spc="-275" dirty="0">
                <a:solidFill>
                  <a:srgbClr val="000000"/>
                </a:solidFill>
                <a:latin typeface="Century Gothic"/>
                <a:cs typeface="Century Gothic"/>
              </a:rPr>
              <a:t>t</a:t>
            </a:r>
            <a:r>
              <a:rPr sz="3000" spc="-434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z="3000" spc="-275" dirty="0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sz="3000" spc="-260" dirty="0">
                <a:solidFill>
                  <a:srgbClr val="000000"/>
                </a:solidFill>
                <a:latin typeface="Century Gothic"/>
                <a:cs typeface="Century Gothic"/>
              </a:rPr>
              <a:t>ci</a:t>
            </a:r>
            <a:r>
              <a:rPr sz="3000" spc="-409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z="3000" spc="4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220" dirty="0">
                <a:solidFill>
                  <a:srgbClr val="000000"/>
                </a:solidFill>
                <a:latin typeface="Century Gothic"/>
                <a:cs typeface="Century Gothic"/>
              </a:rPr>
              <a:t>(</a:t>
            </a:r>
            <a:r>
              <a:rPr sz="3000" spc="-375" dirty="0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sz="3000" spc="3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509" dirty="0">
                <a:solidFill>
                  <a:srgbClr val="000000"/>
                </a:solidFill>
                <a:latin typeface="Century Gothic"/>
                <a:cs typeface="Century Gothic"/>
              </a:rPr>
              <a:t>c</a:t>
            </a:r>
            <a:r>
              <a:rPr sz="3000" spc="-535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z="3000" spc="-450" dirty="0">
                <a:solidFill>
                  <a:srgbClr val="000000"/>
                </a:solidFill>
                <a:latin typeface="Century Gothic"/>
                <a:cs typeface="Century Gothic"/>
              </a:rPr>
              <a:t>m</a:t>
            </a:r>
            <a:r>
              <a:rPr sz="3000" spc="-430" dirty="0">
                <a:solidFill>
                  <a:srgbClr val="000000"/>
                </a:solidFill>
                <a:latin typeface="Century Gothic"/>
                <a:cs typeface="Century Gothic"/>
              </a:rPr>
              <a:t>b</a:t>
            </a:r>
            <a:r>
              <a:rPr sz="3000" spc="85" dirty="0">
                <a:solidFill>
                  <a:srgbClr val="000000"/>
                </a:solidFill>
                <a:latin typeface="Century Gothic"/>
                <a:cs typeface="Century Gothic"/>
              </a:rPr>
              <a:t>i</a:t>
            </a:r>
            <a:r>
              <a:rPr sz="3000" spc="-434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sz="3000" spc="3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430" dirty="0">
                <a:solidFill>
                  <a:srgbClr val="000000"/>
                </a:solidFill>
                <a:latin typeface="Century Gothic"/>
                <a:cs typeface="Century Gothic"/>
              </a:rPr>
              <a:t>p</a:t>
            </a:r>
            <a:r>
              <a:rPr sz="3000" spc="-46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sz="3000" spc="-315" dirty="0">
                <a:solidFill>
                  <a:srgbClr val="000000"/>
                </a:solidFill>
                <a:latin typeface="Century Gothic"/>
                <a:cs typeface="Century Gothic"/>
              </a:rPr>
              <a:t>m</a:t>
            </a:r>
            <a:r>
              <a:rPr sz="3000" spc="-65" dirty="0">
                <a:solidFill>
                  <a:srgbClr val="000000"/>
                </a:solidFill>
                <a:latin typeface="Century Gothic"/>
                <a:cs typeface="Century Gothic"/>
              </a:rPr>
              <a:t>i</a:t>
            </a:r>
            <a:r>
              <a:rPr sz="3000" spc="-25" dirty="0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sz="3000" spc="-295" dirty="0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sz="3000" spc="-25" dirty="0">
                <a:solidFill>
                  <a:srgbClr val="000000"/>
                </a:solidFill>
                <a:latin typeface="Century Gothic"/>
                <a:cs typeface="Century Gothic"/>
              </a:rPr>
              <a:t>s</a:t>
            </a:r>
            <a:r>
              <a:rPr sz="3000" spc="-145" dirty="0">
                <a:solidFill>
                  <a:srgbClr val="000000"/>
                </a:solidFill>
                <a:latin typeface="Century Gothic"/>
                <a:cs typeface="Century Gothic"/>
              </a:rPr>
              <a:t>).</a:t>
            </a:r>
            <a:endParaRPr sz="3000">
              <a:latin typeface="Century Gothic"/>
              <a:cs typeface="Century Gothic"/>
            </a:endParaRPr>
          </a:p>
          <a:p>
            <a:pPr marL="12700">
              <a:lnSpc>
                <a:spcPts val="3465"/>
              </a:lnSpc>
            </a:pPr>
            <a:r>
              <a:rPr sz="3000" spc="-254" dirty="0">
                <a:solidFill>
                  <a:srgbClr val="000000"/>
                </a:solidFill>
                <a:latin typeface="Century Gothic"/>
                <a:cs typeface="Century Gothic"/>
              </a:rPr>
              <a:t>R</a:t>
            </a:r>
            <a:r>
              <a:rPr sz="3000" spc="-46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-455" dirty="0">
                <a:solidFill>
                  <a:srgbClr val="000000"/>
                </a:solidFill>
                <a:latin typeface="Century Gothic"/>
                <a:cs typeface="Century Gothic"/>
              </a:rPr>
              <a:t>co</a:t>
            </a:r>
            <a:r>
              <a:rPr sz="3000" spc="-450" dirty="0">
                <a:solidFill>
                  <a:srgbClr val="000000"/>
                </a:solidFill>
                <a:latin typeface="Century Gothic"/>
                <a:cs typeface="Century Gothic"/>
              </a:rPr>
              <a:t>m</a:t>
            </a:r>
            <a:r>
              <a:rPr sz="3000" spc="-46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-275" dirty="0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sz="3000" spc="-440" dirty="0">
                <a:solidFill>
                  <a:srgbClr val="000000"/>
                </a:solidFill>
                <a:latin typeface="Century Gothic"/>
                <a:cs typeface="Century Gothic"/>
              </a:rPr>
              <a:t>d</a:t>
            </a:r>
            <a:r>
              <a:rPr sz="3000" spc="-434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sz="3000" spc="-455" dirty="0">
                <a:solidFill>
                  <a:srgbClr val="000000"/>
                </a:solidFill>
                <a:latin typeface="Century Gothic"/>
                <a:cs typeface="Century Gothic"/>
              </a:rPr>
              <a:t>d</a:t>
            </a:r>
            <a:r>
              <a:rPr sz="3000" spc="-295" dirty="0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sz="3000" spc="3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-465" dirty="0">
                <a:solidFill>
                  <a:srgbClr val="000000"/>
                </a:solidFill>
                <a:latin typeface="Century Gothic"/>
                <a:cs typeface="Century Gothic"/>
              </a:rPr>
              <a:t>e</a:t>
            </a:r>
            <a:r>
              <a:rPr sz="3000" spc="-260" dirty="0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sz="3000" spc="-595" dirty="0">
                <a:solidFill>
                  <a:srgbClr val="000000"/>
                </a:solidFill>
                <a:latin typeface="Century Gothic"/>
                <a:cs typeface="Century Gothic"/>
              </a:rPr>
              <a:t>c</a:t>
            </a:r>
            <a:r>
              <a:rPr sz="3000" spc="-295" dirty="0">
                <a:solidFill>
                  <a:srgbClr val="000000"/>
                </a:solidFill>
                <a:latin typeface="Century Gothic"/>
                <a:cs typeface="Century Gothic"/>
              </a:rPr>
              <a:t>o</a:t>
            </a:r>
            <a:r>
              <a:rPr sz="3000" spc="-440" dirty="0">
                <a:solidFill>
                  <a:srgbClr val="000000"/>
                </a:solidFill>
                <a:latin typeface="Century Gothic"/>
                <a:cs typeface="Century Gothic"/>
              </a:rPr>
              <a:t>d</a:t>
            </a:r>
            <a:r>
              <a:rPr sz="3000" spc="-55" dirty="0">
                <a:solidFill>
                  <a:srgbClr val="000000"/>
                </a:solidFill>
                <a:latin typeface="Century Gothic"/>
                <a:cs typeface="Century Gothic"/>
              </a:rPr>
              <a:t>i</a:t>
            </a:r>
            <a:r>
              <a:rPr sz="3000" spc="-150" dirty="0">
                <a:solidFill>
                  <a:srgbClr val="000000"/>
                </a:solidFill>
                <a:latin typeface="Century Gothic"/>
                <a:cs typeface="Century Gothic"/>
              </a:rPr>
              <a:t>n</a:t>
            </a:r>
            <a:r>
              <a:rPr sz="3000" spc="-405" dirty="0">
                <a:solidFill>
                  <a:srgbClr val="000000"/>
                </a:solidFill>
                <a:latin typeface="Century Gothic"/>
                <a:cs typeface="Century Gothic"/>
              </a:rPr>
              <a:t>g</a:t>
            </a:r>
            <a:r>
              <a:rPr sz="3000" spc="3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3000" spc="95" dirty="0">
                <a:solidFill>
                  <a:srgbClr val="000000"/>
                </a:solidFill>
                <a:latin typeface="Century Gothic"/>
                <a:cs typeface="Century Gothic"/>
              </a:rPr>
              <a:t>U</a:t>
            </a:r>
            <a:r>
              <a:rPr sz="3000" spc="204" dirty="0">
                <a:solidFill>
                  <a:srgbClr val="000000"/>
                </a:solidFill>
                <a:latin typeface="Century Gothic"/>
                <a:cs typeface="Century Gothic"/>
              </a:rPr>
              <a:t>T</a:t>
            </a:r>
            <a:r>
              <a:rPr sz="3000" spc="40" dirty="0">
                <a:solidFill>
                  <a:srgbClr val="000000"/>
                </a:solidFill>
                <a:latin typeface="Century Gothic"/>
                <a:cs typeface="Century Gothic"/>
              </a:rPr>
              <a:t>F-8.</a:t>
            </a:r>
            <a:endParaRPr sz="30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9580" y="5368290"/>
            <a:ext cx="7203440" cy="454659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30" dirty="0">
                <a:latin typeface="Century Gothic"/>
                <a:cs typeface="Century Gothic"/>
              </a:rPr>
              <a:t>b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35" dirty="0">
                <a:latin typeface="Century Gothic"/>
                <a:cs typeface="Century Gothic"/>
              </a:rPr>
              <a:t>-</a:t>
            </a:r>
            <a:r>
              <a:rPr sz="3000" spc="-70" dirty="0">
                <a:latin typeface="Century Gothic"/>
                <a:cs typeface="Century Gothic"/>
              </a:rPr>
              <a:t>D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675" dirty="0">
                <a:latin typeface="Century Gothic"/>
                <a:cs typeface="Century Gothic"/>
              </a:rPr>
              <a:t>&lt;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570" dirty="0">
                <a:latin typeface="Century Gothic"/>
                <a:cs typeface="Century Gothic"/>
              </a:rPr>
              <a:t>c</a:t>
            </a:r>
            <a:r>
              <a:rPr sz="3000" spc="-295" dirty="0">
                <a:latin typeface="Century Gothic"/>
                <a:cs typeface="Century Gothic"/>
              </a:rPr>
              <a:t>to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120" dirty="0">
                <a:latin typeface="Century Gothic"/>
                <a:cs typeface="Century Gothic"/>
              </a:rPr>
              <a:t>y</a:t>
            </a:r>
            <a:r>
              <a:rPr sz="3000" spc="145" dirty="0">
                <a:latin typeface="Century Gothic"/>
                <a:cs typeface="Century Gothic"/>
              </a:rPr>
              <a:t>&gt;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90" dirty="0">
                <a:latin typeface="Century Gothic"/>
                <a:cs typeface="Century Gothic"/>
              </a:rPr>
              <a:t>[-</a:t>
            </a:r>
            <a:r>
              <a:rPr sz="3000" spc="-13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675" dirty="0">
                <a:latin typeface="Century Gothic"/>
                <a:cs typeface="Century Gothic"/>
              </a:rPr>
              <a:t>&lt;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55" dirty="0">
                <a:latin typeface="Century Gothic"/>
                <a:cs typeface="Century Gothic"/>
              </a:rPr>
              <a:t>cod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675" dirty="0">
                <a:latin typeface="Century Gothic"/>
                <a:cs typeface="Century Gothic"/>
              </a:rPr>
              <a:t>&gt;</a:t>
            </a:r>
            <a:r>
              <a:rPr sz="3000" spc="-245" dirty="0">
                <a:latin typeface="Century Gothic"/>
                <a:cs typeface="Century Gothic"/>
              </a:rPr>
              <a:t>]</a:t>
            </a:r>
            <a:endParaRPr sz="30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6880" y="6085868"/>
            <a:ext cx="8639810" cy="861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8450" marR="5080" indent="-285750">
              <a:lnSpc>
                <a:spcPts val="3579"/>
              </a:lnSpc>
            </a:pPr>
            <a:r>
              <a:rPr sz="3000" spc="45" dirty="0">
                <a:latin typeface="Century Gothic"/>
                <a:cs typeface="Century Gothic"/>
              </a:rPr>
              <a:t>¡</a:t>
            </a:r>
            <a:r>
              <a:rPr sz="3000" spc="-80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515" dirty="0">
                <a:latin typeface="Century Gothic"/>
                <a:cs typeface="Century Gothic"/>
              </a:rPr>
              <a:t>ec</a:t>
            </a:r>
            <a:r>
              <a:rPr sz="3000" spc="-50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55" dirty="0">
                <a:latin typeface="Century Gothic"/>
                <a:cs typeface="Century Gothic"/>
              </a:rPr>
              <a:t>i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285" dirty="0">
                <a:latin typeface="Century Gothic"/>
                <a:cs typeface="Century Gothic"/>
              </a:rPr>
              <a:t>on</a:t>
            </a:r>
            <a:r>
              <a:rPr sz="3000" spc="-165" dirty="0">
                <a:latin typeface="Century Gothic"/>
                <a:cs typeface="Century Gothic"/>
              </a:rPr>
              <a:t>f</a:t>
            </a:r>
            <a:r>
              <a:rPr sz="3000" spc="-80" dirty="0">
                <a:latin typeface="Century Gothic"/>
                <a:cs typeface="Century Gothic"/>
              </a:rPr>
              <a:t>i</a:t>
            </a:r>
            <a:r>
              <a:rPr sz="3000" spc="-245" dirty="0">
                <a:latin typeface="Century Gothic"/>
                <a:cs typeface="Century Gothic"/>
              </a:rPr>
              <a:t>g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25" dirty="0">
                <a:latin typeface="Century Gothic"/>
                <a:cs typeface="Century Gothic"/>
              </a:rPr>
              <a:t>v</a:t>
            </a:r>
            <a:r>
              <a:rPr sz="3000" spc="-75" dirty="0">
                <a:latin typeface="Century Gothic"/>
                <a:cs typeface="Century Gothic"/>
              </a:rPr>
              <a:t>i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55" dirty="0">
                <a:latin typeface="Century Gothic"/>
                <a:cs typeface="Century Gothic"/>
              </a:rPr>
              <a:t>l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125" dirty="0">
                <a:latin typeface="Century Gothic"/>
                <a:cs typeface="Century Gothic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p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325" dirty="0">
                <a:latin typeface="Century Gothic"/>
                <a:cs typeface="Century Gothic"/>
              </a:rPr>
              <a:t>ucci</a:t>
            </a:r>
            <a:r>
              <a:rPr sz="3000" spc="-390" dirty="0">
                <a:latin typeface="Century Gothic"/>
                <a:cs typeface="Century Gothic"/>
              </a:rPr>
              <a:t>ó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40" dirty="0">
                <a:latin typeface="Century Gothic"/>
                <a:cs typeface="Century Gothic"/>
              </a:rPr>
              <a:t>!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8195309" cy="515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06625">
              <a:lnSpc>
                <a:spcPct val="100000"/>
              </a:lnSpc>
            </a:pPr>
            <a:r>
              <a:rPr sz="4400" spc="-459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44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75" dirty="0">
                <a:solidFill>
                  <a:srgbClr val="1B1B1B"/>
                </a:solidFill>
                <a:latin typeface="Century Gothic"/>
                <a:cs typeface="Century Gothic"/>
              </a:rPr>
              <a:t>f</a:t>
            </a:r>
            <a:r>
              <a:rPr sz="4400" spc="-4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595" dirty="0">
                <a:solidFill>
                  <a:srgbClr val="1B1B1B"/>
                </a:solidFill>
                <a:latin typeface="Century Gothic"/>
                <a:cs typeface="Century Gothic"/>
              </a:rPr>
              <a:t>g</a:t>
            </a:r>
            <a:r>
              <a:rPr sz="4400" spc="-370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-57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18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40" dirty="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6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b</a:t>
            </a:r>
            <a:r>
              <a:rPr sz="4400" spc="-42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-229" dirty="0">
                <a:solidFill>
                  <a:srgbClr val="1B1B1B"/>
                </a:solidFill>
                <a:latin typeface="Century Gothic"/>
                <a:cs typeface="Century Gothic"/>
              </a:rPr>
              <a:t>s</a:t>
            </a:r>
            <a:r>
              <a:rPr sz="4400" spc="-69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endParaRPr sz="4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269"/>
              </a:spcBef>
            </a:pPr>
            <a:r>
              <a:rPr sz="3000" spc="-1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-235" dirty="0">
                <a:latin typeface="Century Gothic"/>
                <a:cs typeface="Century Gothic"/>
              </a:rPr>
              <a:t>ic</a:t>
            </a:r>
            <a:r>
              <a:rPr sz="3000" spc="-315" dirty="0">
                <a:latin typeface="Century Gothic"/>
                <a:cs typeface="Century Gothic"/>
              </a:rPr>
              <a:t>h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260" dirty="0">
                <a:latin typeface="Century Gothic"/>
                <a:cs typeface="Century Gothic"/>
              </a:rPr>
              <a:t>ci</a:t>
            </a:r>
            <a:r>
              <a:rPr sz="3000" spc="-409" dirty="0">
                <a:latin typeface="Century Gothic"/>
                <a:cs typeface="Century Gothic"/>
              </a:rPr>
              <a:t>p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95" dirty="0">
                <a:latin typeface="Century Gothic"/>
                <a:cs typeface="Century Gothic"/>
              </a:rPr>
              <a:t>l</a:t>
            </a:r>
            <a:r>
              <a:rPr sz="3000" spc="-290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90" dirty="0">
                <a:latin typeface="Century Gothic"/>
                <a:cs typeface="Century Gothic"/>
              </a:rPr>
              <a:t>:</a:t>
            </a:r>
            <a:endParaRPr sz="3000">
              <a:latin typeface="Century Gothic"/>
              <a:cs typeface="Century Gothic"/>
            </a:endParaRPr>
          </a:p>
          <a:p>
            <a:pPr marL="228600" indent="-215900">
              <a:lnSpc>
                <a:spcPct val="100000"/>
              </a:lnSpc>
              <a:spcBef>
                <a:spcPts val="1120"/>
              </a:spcBef>
              <a:buSzPct val="45000"/>
              <a:buFont typeface="MS Gothic"/>
              <a:buChar char="●"/>
              <a:tabLst>
                <a:tab pos="228600" algn="l"/>
              </a:tabLst>
            </a:pPr>
            <a:r>
              <a:rPr sz="3000" spc="-415" dirty="0">
                <a:latin typeface="Century Gothic"/>
                <a:cs typeface="Century Gothic"/>
              </a:rPr>
              <a:t>p</a:t>
            </a:r>
            <a:r>
              <a:rPr sz="3000" spc="-300" dirty="0">
                <a:latin typeface="Century Gothic"/>
                <a:cs typeface="Century Gothic"/>
              </a:rPr>
              <a:t>o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15" dirty="0">
                <a:latin typeface="Century Gothic"/>
                <a:cs typeface="Century Gothic"/>
              </a:rPr>
              <a:t>q</a:t>
            </a:r>
            <a:r>
              <a:rPr sz="3000" spc="40" dirty="0">
                <a:latin typeface="Century Gothic"/>
                <a:cs typeface="Century Gothic"/>
              </a:rPr>
              <a:t>l</a:t>
            </a:r>
            <a:r>
              <a:rPr sz="3000" spc="65" dirty="0">
                <a:latin typeface="Century Gothic"/>
                <a:cs typeface="Century Gothic"/>
              </a:rPr>
              <a:t>.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55" dirty="0">
                <a:latin typeface="Century Gothic"/>
                <a:cs typeface="Century Gothic"/>
              </a:rPr>
              <a:t> </a:t>
            </a:r>
            <a:r>
              <a:rPr sz="3000" spc="210" dirty="0">
                <a:latin typeface="Segoe UI"/>
                <a:cs typeface="Segoe UI"/>
              </a:rPr>
              <a:t>→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-80" dirty="0">
                <a:latin typeface="Century Gothic"/>
                <a:cs typeface="Century Gothic"/>
              </a:rPr>
              <a:t>i</a:t>
            </a:r>
            <a:r>
              <a:rPr sz="3000" spc="-229" dirty="0">
                <a:latin typeface="Century Gothic"/>
                <a:cs typeface="Century Gothic"/>
              </a:rPr>
              <a:t>g</a:t>
            </a:r>
            <a:r>
              <a:rPr sz="3000" spc="-155" dirty="0">
                <a:latin typeface="Century Gothic"/>
                <a:cs typeface="Century Gothic"/>
              </a:rPr>
              <a:t>u</a:t>
            </a:r>
            <a:r>
              <a:rPr sz="3000" spc="-7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35" dirty="0">
                <a:latin typeface="Century Gothic"/>
                <a:cs typeface="Century Gothic"/>
              </a:rPr>
              <a:t>ci</a:t>
            </a:r>
            <a:r>
              <a:rPr sz="3000" spc="-350" dirty="0">
                <a:latin typeface="Century Gothic"/>
                <a:cs typeface="Century Gothic"/>
              </a:rPr>
              <a:t>ó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300" dirty="0">
                <a:latin typeface="Century Gothic"/>
                <a:cs typeface="Century Gothic"/>
              </a:rPr>
              <a:t>Po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dirty="0">
                <a:latin typeface="Century Gothic"/>
                <a:cs typeface="Century Gothic"/>
              </a:rPr>
              <a:t>SQ</a:t>
            </a:r>
            <a:r>
              <a:rPr sz="3000" spc="-150" dirty="0">
                <a:latin typeface="Century Gothic"/>
                <a:cs typeface="Century Gothic"/>
              </a:rPr>
              <a:t>L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228600" indent="-215900">
              <a:lnSpc>
                <a:spcPct val="100000"/>
              </a:lnSpc>
              <a:spcBef>
                <a:spcPts val="1120"/>
              </a:spcBef>
              <a:buSzPct val="45000"/>
              <a:buFont typeface="MS Gothic"/>
              <a:buChar char="●"/>
              <a:tabLst>
                <a:tab pos="228600" algn="l"/>
              </a:tabLst>
            </a:pPr>
            <a:r>
              <a:rPr sz="3000" spc="-415" dirty="0">
                <a:latin typeface="Century Gothic"/>
                <a:cs typeface="Century Gothic"/>
              </a:rPr>
              <a:t>p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-150" dirty="0">
                <a:latin typeface="Century Gothic"/>
                <a:cs typeface="Century Gothic"/>
              </a:rPr>
              <a:t>_h</a:t>
            </a:r>
            <a:r>
              <a:rPr sz="3000" spc="-430" dirty="0">
                <a:latin typeface="Century Gothic"/>
                <a:cs typeface="Century Gothic"/>
              </a:rPr>
              <a:t>b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25" dirty="0">
                <a:latin typeface="Century Gothic"/>
                <a:cs typeface="Century Gothic"/>
              </a:rPr>
              <a:t>.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55" dirty="0">
                <a:latin typeface="Century Gothic"/>
                <a:cs typeface="Century Gothic"/>
              </a:rPr>
              <a:t> </a:t>
            </a:r>
            <a:r>
              <a:rPr sz="3000" spc="220" dirty="0">
                <a:latin typeface="Segoe UI"/>
                <a:cs typeface="Segoe UI"/>
              </a:rPr>
              <a:t>→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-155" dirty="0">
                <a:latin typeface="Century Gothic"/>
                <a:cs typeface="Century Gothic"/>
              </a:rPr>
              <a:t>u</a:t>
            </a:r>
            <a:r>
              <a:rPr sz="3000" spc="-7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35" dirty="0">
                <a:latin typeface="Century Gothic"/>
                <a:cs typeface="Century Gothic"/>
              </a:rPr>
              <a:t>ci</a:t>
            </a:r>
            <a:r>
              <a:rPr sz="3000" spc="-350" dirty="0">
                <a:latin typeface="Century Gothic"/>
                <a:cs typeface="Century Gothic"/>
              </a:rPr>
              <a:t>ó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509" dirty="0">
                <a:latin typeface="Century Gothic"/>
                <a:cs typeface="Century Gothic"/>
              </a:rPr>
              <a:t>c</a:t>
            </a:r>
            <a:r>
              <a:rPr sz="3000" spc="-535" dirty="0">
                <a:latin typeface="Century Gothic"/>
                <a:cs typeface="Century Gothic"/>
              </a:rPr>
              <a:t>a</a:t>
            </a:r>
            <a:r>
              <a:rPr sz="3000" spc="-235" dirty="0">
                <a:latin typeface="Century Gothic"/>
                <a:cs typeface="Century Gothic"/>
              </a:rPr>
              <a:t>ci</a:t>
            </a:r>
            <a:r>
              <a:rPr sz="3000" spc="-355" dirty="0">
                <a:latin typeface="Century Gothic"/>
                <a:cs typeface="Century Gothic"/>
              </a:rPr>
              <a:t>ó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3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 marR="38100">
              <a:lnSpc>
                <a:spcPts val="3579"/>
              </a:lnSpc>
            </a:pPr>
            <a:r>
              <a:rPr sz="3000" spc="40" dirty="0">
                <a:latin typeface="Century Gothic"/>
                <a:cs typeface="Century Gothic"/>
              </a:rPr>
              <a:t>F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90" dirty="0">
                <a:latin typeface="Century Gothic"/>
                <a:cs typeface="Century Gothic"/>
              </a:rPr>
              <a:t>: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355" dirty="0">
                <a:latin typeface="Century Gothic"/>
                <a:cs typeface="Century Gothic"/>
              </a:rPr>
              <a:t>u</a:t>
            </a:r>
            <a:r>
              <a:rPr sz="3000" spc="-365" dirty="0">
                <a:latin typeface="Century Gothic"/>
                <a:cs typeface="Century Gothic"/>
              </a:rPr>
              <a:t>e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80" dirty="0">
                <a:latin typeface="Century Gothic"/>
                <a:cs typeface="Century Gothic"/>
              </a:rPr>
              <a:t>i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59" dirty="0">
                <a:latin typeface="Century Gothic"/>
                <a:cs typeface="Century Gothic"/>
              </a:rPr>
              <a:t>m</a:t>
            </a:r>
            <a:r>
              <a:rPr sz="3000" spc="-30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375" dirty="0">
                <a:latin typeface="Century Gothic"/>
                <a:cs typeface="Century Gothic"/>
              </a:rPr>
              <a:t>y</a:t>
            </a:r>
            <a:r>
              <a:rPr sz="3000" spc="-475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65" dirty="0">
                <a:latin typeface="Century Gothic"/>
                <a:cs typeface="Century Gothic"/>
              </a:rPr>
              <a:t>un</a:t>
            </a:r>
            <a:r>
              <a:rPr sz="3000" spc="-125" dirty="0">
                <a:latin typeface="Century Gothic"/>
                <a:cs typeface="Century Gothic"/>
              </a:rPr>
              <a:t> </a:t>
            </a:r>
            <a:r>
              <a:rPr sz="3000" spc="-395" dirty="0">
                <a:latin typeface="Century Gothic"/>
                <a:cs typeface="Century Gothic"/>
              </a:rPr>
              <a:t>c</a:t>
            </a:r>
            <a:r>
              <a:rPr sz="3000" spc="-114" dirty="0">
                <a:latin typeface="Century Gothic"/>
                <a:cs typeface="Century Gothic"/>
              </a:rPr>
              <a:t>l</a:t>
            </a:r>
            <a:r>
              <a:rPr sz="3000" spc="-170" dirty="0">
                <a:latin typeface="Century Gothic"/>
                <a:cs typeface="Century Gothic"/>
              </a:rPr>
              <a:t>u</a:t>
            </a:r>
            <a:r>
              <a:rPr sz="3000" spc="-10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. </a:t>
            </a:r>
            <a:r>
              <a:rPr sz="3000" spc="-80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28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34" dirty="0">
                <a:latin typeface="Century Gothic"/>
                <a:cs typeface="Century Gothic"/>
              </a:rPr>
              <a:t>ct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60" dirty="0">
                <a:latin typeface="Century Gothic"/>
                <a:cs typeface="Century Gothic"/>
              </a:rPr>
              <a:t>543</a:t>
            </a:r>
            <a:r>
              <a:rPr sz="3000" spc="55" dirty="0">
                <a:latin typeface="Century Gothic"/>
                <a:cs typeface="Century Gothic"/>
              </a:rPr>
              <a:t>2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12700" marR="5080">
              <a:lnSpc>
                <a:spcPts val="3579"/>
              </a:lnSpc>
              <a:spcBef>
                <a:spcPts val="2540"/>
              </a:spcBef>
            </a:pPr>
            <a:r>
              <a:rPr sz="3000" spc="-150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285" dirty="0">
                <a:latin typeface="Century Gothic"/>
                <a:cs typeface="Century Gothic"/>
              </a:rPr>
              <a:t>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-80" dirty="0">
                <a:latin typeface="Century Gothic"/>
                <a:cs typeface="Century Gothic"/>
              </a:rPr>
              <a:t>i</a:t>
            </a:r>
            <a:r>
              <a:rPr sz="3000" spc="-229" dirty="0">
                <a:latin typeface="Century Gothic"/>
                <a:cs typeface="Century Gothic"/>
              </a:rPr>
              <a:t>g</a:t>
            </a:r>
            <a:r>
              <a:rPr sz="3000" spc="-155" dirty="0">
                <a:latin typeface="Century Gothic"/>
                <a:cs typeface="Century Gothic"/>
              </a:rPr>
              <a:t>u</a:t>
            </a:r>
            <a:r>
              <a:rPr sz="3000" spc="-7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35" dirty="0">
                <a:latin typeface="Century Gothic"/>
                <a:cs typeface="Century Gothic"/>
              </a:rPr>
              <a:t>ci</a:t>
            </a:r>
            <a:r>
              <a:rPr sz="3000" spc="-355" dirty="0">
                <a:latin typeface="Century Gothic"/>
                <a:cs typeface="Century Gothic"/>
              </a:rPr>
              <a:t>ó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m</a:t>
            </a:r>
            <a:r>
              <a:rPr sz="3000" spc="-270" dirty="0">
                <a:latin typeface="Century Gothic"/>
                <a:cs typeface="Century Gothic"/>
              </a:rPr>
              <a:t>u</a:t>
            </a:r>
            <a:r>
              <a:rPr sz="3000" spc="-405" dirty="0">
                <a:latin typeface="Century Gothic"/>
                <a:cs typeface="Century Gothic"/>
              </a:rPr>
              <a:t>y</a:t>
            </a:r>
            <a:r>
              <a:rPr sz="3000" spc="2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380" dirty="0">
                <a:latin typeface="Century Gothic"/>
                <a:cs typeface="Century Gothic"/>
              </a:rPr>
              <a:t>v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. </a:t>
            </a:r>
            <a:r>
              <a:rPr sz="3000" spc="-254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315" dirty="0">
                <a:latin typeface="Century Gothic"/>
                <a:cs typeface="Century Gothic"/>
              </a:rPr>
              <a:t>m</a:t>
            </a:r>
            <a:r>
              <a:rPr sz="3000" spc="-65" dirty="0">
                <a:latin typeface="Century Gothic"/>
                <a:cs typeface="Century Gothic"/>
              </a:rPr>
              <a:t>i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ba</a:t>
            </a:r>
            <a:r>
              <a:rPr sz="3000" spc="80" dirty="0">
                <a:latin typeface="Century Gothic"/>
                <a:cs typeface="Century Gothic"/>
              </a:rPr>
              <a:t>j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,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390" dirty="0">
                <a:latin typeface="Century Gothic"/>
                <a:cs typeface="Century Gothic"/>
              </a:rPr>
              <a:t>g</a:t>
            </a:r>
            <a:r>
              <a:rPr sz="3000" spc="-155" dirty="0">
                <a:latin typeface="Century Gothic"/>
                <a:cs typeface="Century Gothic"/>
              </a:rPr>
              <a:t>u</a:t>
            </a:r>
            <a:r>
              <a:rPr sz="3000" spc="-7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05" dirty="0">
                <a:latin typeface="Century Gothic"/>
                <a:cs typeface="Century Gothic"/>
              </a:rPr>
              <a:t>y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30" dirty="0">
                <a:latin typeface="Century Gothic"/>
                <a:cs typeface="Century Gothic"/>
              </a:rPr>
              <a:t>ab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8239125" cy="4308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22830">
              <a:lnSpc>
                <a:spcPct val="100000"/>
              </a:lnSpc>
            </a:pPr>
            <a:r>
              <a:rPr sz="4400" spc="-65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rr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q</a:t>
            </a:r>
            <a:r>
              <a:rPr sz="4400" spc="-370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4400" spc="-69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5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590" dirty="0">
                <a:solidFill>
                  <a:srgbClr val="1B1B1B"/>
                </a:solidFill>
                <a:latin typeface="Century Gothic"/>
                <a:cs typeface="Century Gothic"/>
              </a:rPr>
              <a:t>y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535" dirty="0">
                <a:solidFill>
                  <a:srgbClr val="1B1B1B"/>
                </a:solidFill>
                <a:latin typeface="Century Gothic"/>
                <a:cs typeface="Century Gothic"/>
              </a:rPr>
              <a:t>Pa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-66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endParaRPr sz="4400">
              <a:latin typeface="Century Gothic"/>
              <a:cs typeface="Century Gothic"/>
            </a:endParaRPr>
          </a:p>
          <a:p>
            <a:pPr marL="12700" marR="5080" indent="36830">
              <a:lnSpc>
                <a:spcPts val="3570"/>
              </a:lnSpc>
              <a:spcBef>
                <a:spcPts val="3410"/>
              </a:spcBef>
            </a:pPr>
            <a:r>
              <a:rPr sz="3000" spc="85" dirty="0">
                <a:latin typeface="Century Gothic"/>
                <a:cs typeface="Century Gothic"/>
              </a:rPr>
              <a:t>U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75" dirty="0">
                <a:latin typeface="Century Gothic"/>
                <a:cs typeface="Century Gothic"/>
              </a:rPr>
              <a:t>i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25" dirty="0">
                <a:latin typeface="Century Gothic"/>
                <a:cs typeface="Century Gothic"/>
              </a:rPr>
              <a:t>i</a:t>
            </a:r>
            <a:r>
              <a:rPr sz="3000" spc="-40" dirty="0">
                <a:latin typeface="Century Gothic"/>
                <a:cs typeface="Century Gothic"/>
              </a:rPr>
              <a:t>z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59" dirty="0">
                <a:latin typeface="Century Gothic"/>
                <a:cs typeface="Century Gothic"/>
              </a:rPr>
              <a:t>m</a:t>
            </a:r>
            <a:r>
              <a:rPr sz="3000" spc="-31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70" dirty="0">
                <a:latin typeface="Century Gothic"/>
                <a:cs typeface="Century Gothic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p</a:t>
            </a:r>
            <a:r>
              <a:rPr sz="3000" spc="-385" dirty="0">
                <a:latin typeface="Century Gothic"/>
                <a:cs typeface="Century Gothic"/>
              </a:rPr>
              <a:t>g</a:t>
            </a:r>
            <a:r>
              <a:rPr sz="3000" spc="5" dirty="0">
                <a:latin typeface="Century Gothic"/>
                <a:cs typeface="Century Gothic"/>
              </a:rPr>
              <a:t>_</a:t>
            </a:r>
            <a:r>
              <a:rPr sz="3000" spc="-580" dirty="0">
                <a:latin typeface="Century Gothic"/>
                <a:cs typeface="Century Gothic"/>
              </a:rPr>
              <a:t>c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55" dirty="0">
                <a:latin typeface="Century Gothic"/>
                <a:cs typeface="Century Gothic"/>
              </a:rPr>
              <a:t> 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lí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515" dirty="0">
                <a:latin typeface="Century Gothic"/>
                <a:cs typeface="Century Gothic"/>
              </a:rPr>
              <a:t>m</a:t>
            </a:r>
            <a:r>
              <a:rPr sz="3000" spc="-355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305" dirty="0">
                <a:latin typeface="Century Gothic"/>
                <a:cs typeface="Century Gothic"/>
              </a:rPr>
              <a:t> a</a:t>
            </a:r>
            <a:r>
              <a:rPr sz="3000" spc="35" dirty="0">
                <a:latin typeface="Century Gothic"/>
                <a:cs typeface="Century Gothic"/>
              </a:rPr>
              <a:t>rr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509" dirty="0">
                <a:latin typeface="Century Gothic"/>
                <a:cs typeface="Century Gothic"/>
              </a:rPr>
              <a:t>c</a:t>
            </a:r>
            <a:r>
              <a:rPr sz="3000" spc="-535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05" dirty="0">
                <a:latin typeface="Century Gothic"/>
                <a:cs typeface="Century Gothic"/>
              </a:rPr>
              <a:t>y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125" dirty="0">
                <a:latin typeface="Century Gothic"/>
                <a:cs typeface="Century Gothic"/>
              </a:rPr>
              <a:t>(i</a:t>
            </a:r>
            <a:r>
              <a:rPr sz="3000" spc="-245" dirty="0">
                <a:latin typeface="Century Gothic"/>
                <a:cs typeface="Century Gothic"/>
              </a:rPr>
              <a:t>n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260" dirty="0">
                <a:latin typeface="Century Gothic"/>
                <a:cs typeface="Century Gothic"/>
              </a:rPr>
              <a:t>ci</a:t>
            </a:r>
            <a:r>
              <a:rPr sz="3000" spc="-409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380" dirty="0">
                <a:latin typeface="Century Gothic"/>
                <a:cs typeface="Century Gothic"/>
              </a:rPr>
              <a:t>v</a:t>
            </a:r>
            <a:r>
              <a:rPr sz="3000" spc="-85" dirty="0">
                <a:latin typeface="Century Gothic"/>
                <a:cs typeface="Century Gothic"/>
              </a:rPr>
              <a:t>i</a:t>
            </a:r>
            <a:r>
              <a:rPr sz="3000" spc="-254" dirty="0">
                <a:latin typeface="Century Gothic"/>
                <a:cs typeface="Century Gothic"/>
              </a:rPr>
              <a:t>d</a:t>
            </a:r>
            <a:r>
              <a:rPr sz="3000" spc="-300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145" dirty="0">
                <a:latin typeface="Century Gothic"/>
                <a:cs typeface="Century Gothic"/>
              </a:rPr>
              <a:t>).</a:t>
            </a:r>
            <a:endParaRPr sz="3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</a:pPr>
            <a:endParaRPr sz="3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75"/>
              </a:spcBef>
            </a:pPr>
            <a:r>
              <a:rPr sz="3000" spc="10" dirty="0">
                <a:latin typeface="Century Gothic"/>
                <a:cs typeface="Century Gothic"/>
              </a:rPr>
              <a:t>N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459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55" dirty="0">
                <a:latin typeface="Century Gothic"/>
                <a:cs typeface="Century Gothic"/>
              </a:rPr>
              <a:t>i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90" dirty="0">
                <a:latin typeface="Century Gothic"/>
                <a:cs typeface="Century Gothic"/>
              </a:rPr>
              <a:t>: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nt</a:t>
            </a:r>
            <a:r>
              <a:rPr sz="3000" spc="-35" dirty="0">
                <a:latin typeface="Century Gothic"/>
                <a:cs typeface="Century Gothic"/>
              </a:rPr>
              <a:t>i</a:t>
            </a:r>
            <a:r>
              <a:rPr sz="3000" spc="-50" dirty="0">
                <a:latin typeface="Century Gothic"/>
                <a:cs typeface="Century Gothic"/>
              </a:rPr>
              <a:t>f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509" dirty="0">
                <a:latin typeface="Century Gothic"/>
                <a:cs typeface="Century Gothic"/>
              </a:rPr>
              <a:t>c</a:t>
            </a:r>
            <a:r>
              <a:rPr sz="3000" spc="-535" dirty="0">
                <a:latin typeface="Century Gothic"/>
                <a:cs typeface="Century Gothic"/>
              </a:rPr>
              <a:t>a</a:t>
            </a:r>
            <a:r>
              <a:rPr sz="3000" spc="-235" dirty="0">
                <a:latin typeface="Century Gothic"/>
                <a:cs typeface="Century Gothic"/>
              </a:rPr>
              <a:t>ci</a:t>
            </a:r>
            <a:r>
              <a:rPr sz="3000" spc="-355" dirty="0">
                <a:latin typeface="Century Gothic"/>
                <a:cs typeface="Century Gothic"/>
              </a:rPr>
              <a:t>ó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395" dirty="0">
                <a:latin typeface="Century Gothic"/>
                <a:cs typeface="Century Gothic"/>
              </a:rPr>
              <a:t>c</a:t>
            </a:r>
            <a:r>
              <a:rPr sz="3000" spc="-114" dirty="0">
                <a:latin typeface="Century Gothic"/>
                <a:cs typeface="Century Gothic"/>
              </a:rPr>
              <a:t>l</a:t>
            </a:r>
            <a:r>
              <a:rPr sz="3000" spc="-170" dirty="0">
                <a:latin typeface="Century Gothic"/>
                <a:cs typeface="Century Gothic"/>
              </a:rPr>
              <a:t>u</a:t>
            </a:r>
            <a:r>
              <a:rPr sz="3000" spc="-10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endParaRPr sz="3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3000" spc="40" dirty="0">
                <a:latin typeface="Century Gothic"/>
                <a:cs typeface="Century Gothic"/>
              </a:rPr>
              <a:t>-</a:t>
            </a:r>
            <a:r>
              <a:rPr sz="3000" spc="-160" dirty="0">
                <a:latin typeface="Century Gothic"/>
                <a:cs typeface="Century Gothic"/>
              </a:rPr>
              <a:t>D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130" dirty="0">
                <a:latin typeface="Century Gothic"/>
                <a:cs typeface="Century Gothic"/>
              </a:rPr>
              <a:t>$P</a:t>
            </a:r>
            <a:r>
              <a:rPr sz="3000" spc="-165" dirty="0">
                <a:latin typeface="Century Gothic"/>
                <a:cs typeface="Century Gothic"/>
              </a:rPr>
              <a:t>GD</a:t>
            </a:r>
            <a:r>
              <a:rPr sz="3000" spc="-440" dirty="0">
                <a:latin typeface="Century Gothic"/>
                <a:cs typeface="Century Gothic"/>
              </a:rPr>
              <a:t>A</a:t>
            </a:r>
            <a:r>
              <a:rPr sz="3000" spc="204" dirty="0">
                <a:latin typeface="Century Gothic"/>
                <a:cs typeface="Century Gothic"/>
              </a:rPr>
              <a:t>T</a:t>
            </a:r>
            <a:r>
              <a:rPr sz="3000" spc="-445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135" dirty="0">
                <a:latin typeface="Century Gothic"/>
                <a:cs typeface="Century Gothic"/>
              </a:rPr>
              <a:t>(</a:t>
            </a:r>
            <a:r>
              <a:rPr sz="3000" spc="240" dirty="0">
                <a:latin typeface="Century Gothic"/>
                <a:cs typeface="Century Gothic"/>
              </a:rPr>
              <a:t>&lt;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35" dirty="0">
                <a:latin typeface="Century Gothic"/>
                <a:cs typeface="Century Gothic"/>
              </a:rPr>
              <a:t>_d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570" dirty="0">
                <a:latin typeface="Century Gothic"/>
                <a:cs typeface="Century Gothic"/>
              </a:rPr>
              <a:t>c</a:t>
            </a:r>
            <a:r>
              <a:rPr sz="3000" spc="-295" dirty="0">
                <a:latin typeface="Century Gothic"/>
                <a:cs typeface="Century Gothic"/>
              </a:rPr>
              <a:t>t</a:t>
            </a:r>
            <a:r>
              <a:rPr sz="3000" spc="-300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120" dirty="0">
                <a:latin typeface="Century Gothic"/>
                <a:cs typeface="Century Gothic"/>
              </a:rPr>
              <a:t>y</a:t>
            </a:r>
            <a:r>
              <a:rPr sz="3000" spc="150" dirty="0">
                <a:latin typeface="Century Gothic"/>
                <a:cs typeface="Century Gothic"/>
              </a:rPr>
              <a:t>&gt;</a:t>
            </a:r>
            <a:r>
              <a:rPr sz="3000" spc="-300" dirty="0">
                <a:latin typeface="Century Gothic"/>
                <a:cs typeface="Century Gothic"/>
              </a:rPr>
              <a:t>)</a:t>
            </a:r>
            <a:endParaRPr sz="3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3000" spc="40" dirty="0">
                <a:latin typeface="Century Gothic"/>
                <a:cs typeface="Century Gothic"/>
              </a:rPr>
              <a:t>-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130" dirty="0">
                <a:latin typeface="Century Gothic"/>
                <a:cs typeface="Century Gothic"/>
              </a:rPr>
              <a:t>$P</a:t>
            </a:r>
            <a:r>
              <a:rPr sz="3000" spc="-180" dirty="0">
                <a:latin typeface="Century Gothic"/>
                <a:cs typeface="Century Gothic"/>
              </a:rPr>
              <a:t>G</a:t>
            </a:r>
            <a:r>
              <a:rPr sz="3000" spc="-135" dirty="0">
                <a:latin typeface="Century Gothic"/>
                <a:cs typeface="Century Gothic"/>
              </a:rPr>
              <a:t>PO</a:t>
            </a:r>
            <a:r>
              <a:rPr sz="3000" spc="-25" dirty="0">
                <a:latin typeface="Century Gothic"/>
                <a:cs typeface="Century Gothic"/>
              </a:rPr>
              <a:t>R</a:t>
            </a:r>
            <a:r>
              <a:rPr sz="3000" spc="-15" dirty="0">
                <a:latin typeface="Century Gothic"/>
                <a:cs typeface="Century Gothic"/>
              </a:rPr>
              <a:t>T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310" dirty="0">
                <a:latin typeface="Century Gothic"/>
                <a:cs typeface="Century Gothic"/>
              </a:rPr>
              <a:t>(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80" dirty="0">
                <a:latin typeface="Century Gothic"/>
                <a:cs typeface="Century Gothic"/>
              </a:rPr>
              <a:t>i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85" dirty="0">
                <a:latin typeface="Century Gothic"/>
                <a:cs typeface="Century Gothic"/>
              </a:rPr>
              <a:t>no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60" dirty="0">
                <a:latin typeface="Century Gothic"/>
                <a:cs typeface="Century Gothic"/>
              </a:rPr>
              <a:t>5</a:t>
            </a:r>
            <a:r>
              <a:rPr sz="3000" spc="55" dirty="0">
                <a:latin typeface="Century Gothic"/>
                <a:cs typeface="Century Gothic"/>
              </a:rPr>
              <a:t>4</a:t>
            </a:r>
            <a:r>
              <a:rPr sz="3000" spc="-65" dirty="0">
                <a:latin typeface="Century Gothic"/>
                <a:cs typeface="Century Gothic"/>
              </a:rPr>
              <a:t>32)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/>
          <p:nvPr/>
        </p:nvSpPr>
        <p:spPr>
          <a:xfrm>
            <a:off x="486409" y="2880360"/>
            <a:ext cx="3850640" cy="454659"/>
          </a:xfrm>
          <a:custGeom>
            <a:avLst/>
            <a:gdLst/>
            <a:ahLst/>
            <a:cxnLst/>
            <a:rect l="l" t="t" r="r" b="b"/>
            <a:pathLst>
              <a:path w="3850640" h="454660">
                <a:moveTo>
                  <a:pt x="0" y="454660"/>
                </a:moveTo>
                <a:lnTo>
                  <a:pt x="3850640" y="454660"/>
                </a:lnTo>
                <a:lnTo>
                  <a:pt x="3850640" y="0"/>
                </a:lnTo>
                <a:lnTo>
                  <a:pt x="0" y="0"/>
                </a:lnTo>
                <a:lnTo>
                  <a:pt x="0" y="45466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49580" y="3441700"/>
            <a:ext cx="3849370" cy="454659"/>
          </a:xfrm>
          <a:custGeom>
            <a:avLst/>
            <a:gdLst/>
            <a:ahLst/>
            <a:cxnLst/>
            <a:rect l="l" t="t" r="r" b="b"/>
            <a:pathLst>
              <a:path w="3849370" h="454660">
                <a:moveTo>
                  <a:pt x="0" y="454660"/>
                </a:moveTo>
                <a:lnTo>
                  <a:pt x="3849370" y="454660"/>
                </a:lnTo>
                <a:lnTo>
                  <a:pt x="3849370" y="0"/>
                </a:lnTo>
                <a:lnTo>
                  <a:pt x="0" y="0"/>
                </a:lnTo>
                <a:lnTo>
                  <a:pt x="0" y="45466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9580" y="4004309"/>
            <a:ext cx="4077970" cy="454659"/>
          </a:xfrm>
          <a:custGeom>
            <a:avLst/>
            <a:gdLst/>
            <a:ahLst/>
            <a:cxnLst/>
            <a:rect l="l" t="t" r="r" b="b"/>
            <a:pathLst>
              <a:path w="4077970" h="454660">
                <a:moveTo>
                  <a:pt x="0" y="454659"/>
                </a:moveTo>
                <a:lnTo>
                  <a:pt x="4077970" y="454659"/>
                </a:lnTo>
                <a:lnTo>
                  <a:pt x="4077970" y="0"/>
                </a:lnTo>
                <a:lnTo>
                  <a:pt x="0" y="0"/>
                </a:lnTo>
                <a:lnTo>
                  <a:pt x="0" y="45465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9580" y="4566920"/>
            <a:ext cx="4161790" cy="454659"/>
          </a:xfrm>
          <a:custGeom>
            <a:avLst/>
            <a:gdLst/>
            <a:ahLst/>
            <a:cxnLst/>
            <a:rect l="l" t="t" r="r" b="b"/>
            <a:pathLst>
              <a:path w="4161790" h="454660">
                <a:moveTo>
                  <a:pt x="0" y="454659"/>
                </a:moveTo>
                <a:lnTo>
                  <a:pt x="4161790" y="454659"/>
                </a:lnTo>
                <a:lnTo>
                  <a:pt x="4161790" y="0"/>
                </a:lnTo>
                <a:lnTo>
                  <a:pt x="0" y="0"/>
                </a:lnTo>
                <a:lnTo>
                  <a:pt x="0" y="45465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9580" y="5129529"/>
            <a:ext cx="4215130" cy="454659"/>
          </a:xfrm>
          <a:custGeom>
            <a:avLst/>
            <a:gdLst/>
            <a:ahLst/>
            <a:cxnLst/>
            <a:rect l="l" t="t" r="r" b="b"/>
            <a:pathLst>
              <a:path w="4215130" h="454660">
                <a:moveTo>
                  <a:pt x="0" y="454660"/>
                </a:moveTo>
                <a:lnTo>
                  <a:pt x="4215130" y="454660"/>
                </a:lnTo>
                <a:lnTo>
                  <a:pt x="4215130" y="0"/>
                </a:lnTo>
                <a:lnTo>
                  <a:pt x="0" y="0"/>
                </a:lnTo>
                <a:lnTo>
                  <a:pt x="0" y="45466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36880" y="1876509"/>
            <a:ext cx="8668385" cy="4161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9885" algn="ctr">
              <a:lnSpc>
                <a:spcPct val="100000"/>
              </a:lnSpc>
            </a:pPr>
            <a:r>
              <a:rPr sz="4400" spc="-65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rr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q</a:t>
            </a:r>
            <a:r>
              <a:rPr sz="4400" spc="-370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4400" spc="-69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5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590" dirty="0">
                <a:solidFill>
                  <a:srgbClr val="1B1B1B"/>
                </a:solidFill>
                <a:latin typeface="Century Gothic"/>
                <a:cs typeface="Century Gothic"/>
              </a:rPr>
              <a:t>y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535" dirty="0">
                <a:solidFill>
                  <a:srgbClr val="1B1B1B"/>
                </a:solidFill>
                <a:latin typeface="Century Gothic"/>
                <a:cs typeface="Century Gothic"/>
              </a:rPr>
              <a:t>Pa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-66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endParaRPr sz="4400">
              <a:latin typeface="Century Gothic"/>
              <a:cs typeface="Century Gothic"/>
            </a:endParaRPr>
          </a:p>
          <a:p>
            <a:pPr marL="12700" marR="172720" indent="36830">
              <a:lnSpc>
                <a:spcPct val="123000"/>
              </a:lnSpc>
              <a:spcBef>
                <a:spcPts val="2440"/>
              </a:spcBef>
            </a:pP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-330" dirty="0">
                <a:latin typeface="Century Gothic"/>
                <a:cs typeface="Century Gothic"/>
              </a:rPr>
              <a:t>_c</a:t>
            </a:r>
            <a:r>
              <a:rPr sz="3000" spc="-200" dirty="0">
                <a:latin typeface="Century Gothic"/>
                <a:cs typeface="Century Gothic"/>
              </a:rPr>
              <a:t>t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54" dirty="0">
                <a:latin typeface="Century Gothic"/>
                <a:cs typeface="Century Gothic"/>
              </a:rPr>
              <a:t>[</a:t>
            </a:r>
            <a:r>
              <a:rPr sz="3000" spc="675" dirty="0">
                <a:latin typeface="Century Gothic"/>
                <a:cs typeface="Century Gothic"/>
              </a:rPr>
              <a:t>&lt;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55" dirty="0">
                <a:latin typeface="Century Gothic"/>
                <a:cs typeface="Century Gothic"/>
              </a:rPr>
              <a:t>i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675" dirty="0">
                <a:latin typeface="Century Gothic"/>
                <a:cs typeface="Century Gothic"/>
              </a:rPr>
              <a:t>&gt;</a:t>
            </a:r>
            <a:r>
              <a:rPr sz="3000" spc="-245" dirty="0">
                <a:latin typeface="Century Gothic"/>
                <a:cs typeface="Century Gothic"/>
              </a:rPr>
              <a:t>]</a:t>
            </a:r>
            <a:r>
              <a:rPr sz="3000" spc="80" dirty="0">
                <a:latin typeface="Century Gothic"/>
                <a:cs typeface="Century Gothic"/>
              </a:rPr>
              <a:t> </a:t>
            </a:r>
            <a:r>
              <a:rPr sz="3000" spc="250" dirty="0">
                <a:latin typeface="Segoe UI"/>
                <a:cs typeface="Segoe UI"/>
              </a:rPr>
              <a:t>→</a:t>
            </a:r>
            <a:r>
              <a:rPr sz="3000" spc="-440" dirty="0">
                <a:latin typeface="Century Gothic"/>
                <a:cs typeface="Century Gothic"/>
              </a:rPr>
              <a:t>A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509" dirty="0">
                <a:latin typeface="Century Gothic"/>
                <a:cs typeface="Century Gothic"/>
              </a:rPr>
              <a:t>c</a:t>
            </a:r>
            <a:r>
              <a:rPr sz="3000" spc="-535" dirty="0">
                <a:latin typeface="Century Gothic"/>
                <a:cs typeface="Century Gothic"/>
              </a:rPr>
              <a:t>a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25" dirty="0">
                <a:latin typeface="Century Gothic"/>
                <a:cs typeface="Century Gothic"/>
              </a:rPr>
              <a:t>v</a:t>
            </a:r>
            <a:r>
              <a:rPr sz="3000" spc="-75" dirty="0">
                <a:latin typeface="Century Gothic"/>
                <a:cs typeface="Century Gothic"/>
              </a:rPr>
              <a:t>i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r. </a:t>
            </a:r>
            <a:r>
              <a:rPr sz="3000" spc="-415" dirty="0">
                <a:latin typeface="Century Gothic"/>
                <a:cs typeface="Century Gothic"/>
              </a:rPr>
              <a:t>p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-254" dirty="0">
                <a:latin typeface="Century Gothic"/>
                <a:cs typeface="Century Gothic"/>
              </a:rPr>
              <a:t>_</a:t>
            </a:r>
            <a:r>
              <a:rPr sz="3000" spc="-340" dirty="0">
                <a:latin typeface="Century Gothic"/>
                <a:cs typeface="Century Gothic"/>
              </a:rPr>
              <a:t>c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150" dirty="0">
                <a:latin typeface="Century Gothic"/>
                <a:cs typeface="Century Gothic"/>
              </a:rPr>
              <a:t>[</a:t>
            </a:r>
            <a:r>
              <a:rPr sz="3000" spc="275" dirty="0">
                <a:latin typeface="Century Gothic"/>
                <a:cs typeface="Century Gothic"/>
              </a:rPr>
              <a:t>&lt;</a:t>
            </a:r>
            <a:r>
              <a:rPr sz="3000" spc="-300" dirty="0">
                <a:latin typeface="Century Gothic"/>
                <a:cs typeface="Century Gothic"/>
              </a:rPr>
              <a:t>o</a:t>
            </a:r>
            <a:r>
              <a:rPr sz="3000" spc="-415" dirty="0">
                <a:latin typeface="Century Gothic"/>
                <a:cs typeface="Century Gothic"/>
              </a:rPr>
              <a:t>p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85" dirty="0">
                <a:latin typeface="Century Gothic"/>
                <a:cs typeface="Century Gothic"/>
              </a:rPr>
              <a:t>on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675" dirty="0">
                <a:latin typeface="Century Gothic"/>
                <a:cs typeface="Century Gothic"/>
              </a:rPr>
              <a:t>&gt;</a:t>
            </a:r>
            <a:r>
              <a:rPr sz="3000" spc="-245" dirty="0">
                <a:latin typeface="Century Gothic"/>
                <a:cs typeface="Century Gothic"/>
              </a:rPr>
              <a:t>]</a:t>
            </a:r>
            <a:r>
              <a:rPr sz="3000" spc="80" dirty="0">
                <a:latin typeface="Century Gothic"/>
                <a:cs typeface="Century Gothic"/>
              </a:rPr>
              <a:t> </a:t>
            </a:r>
            <a:r>
              <a:rPr sz="3000" spc="250" dirty="0">
                <a:latin typeface="Segoe UI"/>
                <a:cs typeface="Segoe UI"/>
              </a:rPr>
              <a:t>→</a:t>
            </a:r>
            <a:r>
              <a:rPr sz="3000" spc="-155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380" dirty="0">
                <a:latin typeface="Century Gothic"/>
                <a:cs typeface="Century Gothic"/>
              </a:rPr>
              <a:t>v</a:t>
            </a:r>
            <a:r>
              <a:rPr sz="3000" spc="-85" dirty="0">
                <a:latin typeface="Century Gothic"/>
                <a:cs typeface="Century Gothic"/>
              </a:rPr>
              <a:t>i</a:t>
            </a:r>
            <a:r>
              <a:rPr sz="3000" spc="-270" dirty="0">
                <a:latin typeface="Century Gothic"/>
                <a:cs typeface="Century Gothic"/>
              </a:rPr>
              <a:t>d</a:t>
            </a:r>
            <a:r>
              <a:rPr sz="3000" spc="-285" dirty="0">
                <a:latin typeface="Century Gothic"/>
                <a:cs typeface="Century Gothic"/>
              </a:rPr>
              <a:t>o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.  </a:t>
            </a:r>
            <a:r>
              <a:rPr sz="3000" spc="-415" dirty="0">
                <a:latin typeface="Century Gothic"/>
                <a:cs typeface="Century Gothic"/>
              </a:rPr>
              <a:t>p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-254" dirty="0">
                <a:latin typeface="Century Gothic"/>
                <a:cs typeface="Century Gothic"/>
              </a:rPr>
              <a:t>_</a:t>
            </a:r>
            <a:r>
              <a:rPr sz="3000" spc="-340" dirty="0">
                <a:latin typeface="Century Gothic"/>
                <a:cs typeface="Century Gothic"/>
              </a:rPr>
              <a:t>c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150" dirty="0">
                <a:latin typeface="Century Gothic"/>
                <a:cs typeface="Century Gothic"/>
              </a:rPr>
              <a:t>[</a:t>
            </a:r>
            <a:r>
              <a:rPr sz="3000" spc="275" dirty="0">
                <a:latin typeface="Century Gothic"/>
                <a:cs typeface="Century Gothic"/>
              </a:rPr>
              <a:t>&lt;</a:t>
            </a:r>
            <a:r>
              <a:rPr sz="3000" spc="-300" dirty="0">
                <a:latin typeface="Century Gothic"/>
                <a:cs typeface="Century Gothic"/>
              </a:rPr>
              <a:t>o</a:t>
            </a:r>
            <a:r>
              <a:rPr sz="3000" spc="-415" dirty="0">
                <a:latin typeface="Century Gothic"/>
                <a:cs typeface="Century Gothic"/>
              </a:rPr>
              <a:t>p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85" dirty="0">
                <a:latin typeface="Century Gothic"/>
                <a:cs typeface="Century Gothic"/>
              </a:rPr>
              <a:t>on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675" dirty="0">
                <a:latin typeface="Century Gothic"/>
                <a:cs typeface="Century Gothic"/>
              </a:rPr>
              <a:t>&gt;</a:t>
            </a:r>
            <a:r>
              <a:rPr sz="3000" spc="-245" dirty="0">
                <a:latin typeface="Century Gothic"/>
                <a:cs typeface="Century Gothic"/>
              </a:rPr>
              <a:t>]</a:t>
            </a:r>
            <a:r>
              <a:rPr sz="3000" spc="85" dirty="0">
                <a:latin typeface="Century Gothic"/>
                <a:cs typeface="Century Gothic"/>
              </a:rPr>
              <a:t> </a:t>
            </a:r>
            <a:r>
              <a:rPr sz="3000" spc="245" dirty="0">
                <a:latin typeface="Segoe UI"/>
                <a:cs typeface="Segoe UI"/>
              </a:rPr>
              <a:t>→</a:t>
            </a:r>
            <a:r>
              <a:rPr sz="3000" spc="-80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380" dirty="0">
                <a:latin typeface="Century Gothic"/>
                <a:cs typeface="Century Gothic"/>
              </a:rPr>
              <a:t>v</a:t>
            </a:r>
            <a:r>
              <a:rPr sz="3000" spc="-85" dirty="0">
                <a:latin typeface="Century Gothic"/>
                <a:cs typeface="Century Gothic"/>
              </a:rPr>
              <a:t>i</a:t>
            </a:r>
            <a:r>
              <a:rPr sz="3000" spc="-270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r. </a:t>
            </a:r>
            <a:r>
              <a:rPr sz="3000" spc="-415" dirty="0">
                <a:latin typeface="Century Gothic"/>
                <a:cs typeface="Century Gothic"/>
              </a:rPr>
              <a:t>p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-254" dirty="0">
                <a:latin typeface="Century Gothic"/>
                <a:cs typeface="Century Gothic"/>
              </a:rPr>
              <a:t>_</a:t>
            </a:r>
            <a:r>
              <a:rPr sz="3000" spc="-340" dirty="0">
                <a:latin typeface="Century Gothic"/>
                <a:cs typeface="Century Gothic"/>
              </a:rPr>
              <a:t>c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150" dirty="0">
                <a:latin typeface="Century Gothic"/>
                <a:cs typeface="Century Gothic"/>
              </a:rPr>
              <a:t>[</a:t>
            </a:r>
            <a:r>
              <a:rPr sz="3000" spc="275" dirty="0">
                <a:latin typeface="Century Gothic"/>
                <a:cs typeface="Century Gothic"/>
              </a:rPr>
              <a:t>&lt;</a:t>
            </a:r>
            <a:r>
              <a:rPr sz="3000" spc="-300" dirty="0">
                <a:latin typeface="Century Gothic"/>
                <a:cs typeface="Century Gothic"/>
              </a:rPr>
              <a:t>o</a:t>
            </a:r>
            <a:r>
              <a:rPr sz="3000" spc="-415" dirty="0">
                <a:latin typeface="Century Gothic"/>
                <a:cs typeface="Century Gothic"/>
              </a:rPr>
              <a:t>p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85" dirty="0">
                <a:latin typeface="Century Gothic"/>
                <a:cs typeface="Century Gothic"/>
              </a:rPr>
              <a:t>on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675" dirty="0">
                <a:latin typeface="Century Gothic"/>
                <a:cs typeface="Century Gothic"/>
              </a:rPr>
              <a:t>&gt;</a:t>
            </a:r>
            <a:r>
              <a:rPr sz="3000" spc="-245" dirty="0">
                <a:latin typeface="Century Gothic"/>
                <a:cs typeface="Century Gothic"/>
              </a:rPr>
              <a:t>]</a:t>
            </a:r>
            <a:r>
              <a:rPr sz="3000" spc="85" dirty="0">
                <a:latin typeface="Century Gothic"/>
                <a:cs typeface="Century Gothic"/>
              </a:rPr>
              <a:t> </a:t>
            </a:r>
            <a:r>
              <a:rPr sz="3000" spc="-30" dirty="0">
                <a:latin typeface="Segoe UI"/>
                <a:cs typeface="Segoe UI"/>
              </a:rPr>
              <a:t>→</a:t>
            </a:r>
            <a:r>
              <a:rPr sz="3000" spc="-550" dirty="0">
                <a:latin typeface="Segoe UI"/>
                <a:cs typeface="Segoe UI"/>
              </a:rPr>
              <a:t> </a:t>
            </a:r>
            <a:r>
              <a:rPr sz="3000" spc="-355" dirty="0">
                <a:latin typeface="Century Gothic"/>
                <a:cs typeface="Century Gothic"/>
              </a:rPr>
              <a:t>R</a:t>
            </a:r>
            <a:r>
              <a:rPr sz="3000" spc="-370" dirty="0">
                <a:latin typeface="Century Gothic"/>
                <a:cs typeface="Century Gothic"/>
              </a:rPr>
              <a:t>e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175" dirty="0">
                <a:latin typeface="Century Gothic"/>
                <a:cs typeface="Century Gothic"/>
              </a:rPr>
              <a:t>ic</a:t>
            </a:r>
            <a:r>
              <a:rPr sz="3000" spc="-75" dirty="0">
                <a:latin typeface="Century Gothic"/>
                <a:cs typeface="Century Gothic"/>
              </a:rPr>
              <a:t>i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300" dirty="0">
                <a:latin typeface="Century Gothic"/>
                <a:cs typeface="Century Gothic"/>
              </a:rPr>
              <a:t>e</a:t>
            </a:r>
            <a:r>
              <a:rPr sz="3000" spc="-90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380" dirty="0">
                <a:latin typeface="Century Gothic"/>
                <a:cs typeface="Century Gothic"/>
              </a:rPr>
              <a:t>v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r. </a:t>
            </a:r>
            <a:r>
              <a:rPr sz="3000" spc="-415" dirty="0">
                <a:latin typeface="Century Gothic"/>
                <a:cs typeface="Century Gothic"/>
              </a:rPr>
              <a:t>p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-254" dirty="0">
                <a:latin typeface="Century Gothic"/>
                <a:cs typeface="Century Gothic"/>
              </a:rPr>
              <a:t>_</a:t>
            </a:r>
            <a:r>
              <a:rPr sz="3000" spc="-340" dirty="0">
                <a:latin typeface="Century Gothic"/>
                <a:cs typeface="Century Gothic"/>
              </a:rPr>
              <a:t>c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55" dirty="0">
                <a:latin typeface="Century Gothic"/>
                <a:cs typeface="Century Gothic"/>
              </a:rPr>
              <a:t>l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150" dirty="0">
                <a:latin typeface="Century Gothic"/>
                <a:cs typeface="Century Gothic"/>
              </a:rPr>
              <a:t>[</a:t>
            </a:r>
            <a:r>
              <a:rPr sz="3000" spc="275" dirty="0">
                <a:latin typeface="Century Gothic"/>
                <a:cs typeface="Century Gothic"/>
              </a:rPr>
              <a:t>&lt;</a:t>
            </a:r>
            <a:r>
              <a:rPr sz="3000" spc="-300" dirty="0">
                <a:latin typeface="Century Gothic"/>
                <a:cs typeface="Century Gothic"/>
              </a:rPr>
              <a:t>o</a:t>
            </a:r>
            <a:r>
              <a:rPr sz="3000" spc="-415" dirty="0">
                <a:latin typeface="Century Gothic"/>
                <a:cs typeface="Century Gothic"/>
              </a:rPr>
              <a:t>p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85" dirty="0">
                <a:latin typeface="Century Gothic"/>
                <a:cs typeface="Century Gothic"/>
              </a:rPr>
              <a:t>on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675" dirty="0">
                <a:latin typeface="Century Gothic"/>
                <a:cs typeface="Century Gothic"/>
              </a:rPr>
              <a:t>&gt;</a:t>
            </a:r>
            <a:r>
              <a:rPr sz="3000" spc="-245" dirty="0">
                <a:latin typeface="Century Gothic"/>
                <a:cs typeface="Century Gothic"/>
              </a:rPr>
              <a:t>]</a:t>
            </a:r>
            <a:r>
              <a:rPr sz="3000" spc="85" dirty="0">
                <a:latin typeface="Century Gothic"/>
                <a:cs typeface="Century Gothic"/>
              </a:rPr>
              <a:t> </a:t>
            </a:r>
            <a:r>
              <a:rPr sz="3000" spc="-30" dirty="0">
                <a:latin typeface="Segoe UI"/>
                <a:cs typeface="Segoe UI"/>
              </a:rPr>
              <a:t>→</a:t>
            </a:r>
            <a:r>
              <a:rPr sz="3000" spc="-550" dirty="0">
                <a:latin typeface="Segoe UI"/>
                <a:cs typeface="Segoe UI"/>
              </a:rPr>
              <a:t> </a:t>
            </a:r>
            <a:r>
              <a:rPr sz="3000" spc="-355" dirty="0">
                <a:latin typeface="Century Gothic"/>
                <a:cs typeface="Century Gothic"/>
              </a:rPr>
              <a:t>R</a:t>
            </a:r>
            <a:r>
              <a:rPr sz="3000" spc="-370" dirty="0">
                <a:latin typeface="Century Gothic"/>
                <a:cs typeface="Century Gothic"/>
              </a:rPr>
              <a:t>e</a:t>
            </a:r>
            <a:r>
              <a:rPr sz="3000" spc="-509" dirty="0">
                <a:latin typeface="Century Gothic"/>
                <a:cs typeface="Century Gothic"/>
              </a:rPr>
              <a:t>c</a:t>
            </a:r>
            <a:r>
              <a:rPr sz="3000" spc="-535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55" dirty="0">
                <a:latin typeface="Century Gothic"/>
                <a:cs typeface="Century Gothic"/>
              </a:rPr>
              <a:t>l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55" dirty="0">
                <a:latin typeface="Century Gothic"/>
                <a:cs typeface="Century Gothic"/>
              </a:rPr>
              <a:t>c</a:t>
            </a:r>
            <a:r>
              <a:rPr sz="3000" spc="-425" dirty="0">
                <a:latin typeface="Century Gothic"/>
                <a:cs typeface="Century Gothic"/>
              </a:rPr>
              <a:t>h</a:t>
            </a:r>
            <a:r>
              <a:rPr sz="3000" spc="-85" dirty="0">
                <a:latin typeface="Century Gothic"/>
                <a:cs typeface="Century Gothic"/>
              </a:rPr>
              <a:t>i</a:t>
            </a:r>
            <a:r>
              <a:rPr sz="3000" spc="-215" dirty="0">
                <a:latin typeface="Century Gothic"/>
                <a:cs typeface="Century Gothic"/>
              </a:rPr>
              <a:t>v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endParaRPr sz="3000">
              <a:latin typeface="Century Gothic"/>
              <a:cs typeface="Century Gothic"/>
            </a:endParaRPr>
          </a:p>
          <a:p>
            <a:pPr marL="285115" algn="ctr">
              <a:lnSpc>
                <a:spcPts val="3579"/>
              </a:lnSpc>
            </a:pP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85" dirty="0">
                <a:latin typeface="Century Gothic"/>
                <a:cs typeface="Century Gothic"/>
              </a:rPr>
              <a:t>ón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60" dirty="0">
                <a:latin typeface="Century Gothic"/>
                <a:cs typeface="Century Gothic"/>
              </a:rPr>
              <a:t>(</a:t>
            </a:r>
            <a:r>
              <a:rPr sz="3000" spc="-475" dirty="0">
                <a:latin typeface="Century Gothic"/>
                <a:cs typeface="Century Gothic"/>
              </a:rPr>
              <a:t>p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420" dirty="0">
                <a:latin typeface="Century Gothic"/>
                <a:cs typeface="Century Gothic"/>
              </a:rPr>
              <a:t>á</a:t>
            </a:r>
            <a:r>
              <a:rPr sz="3000" spc="-570" dirty="0">
                <a:latin typeface="Century Gothic"/>
                <a:cs typeface="Century Gothic"/>
              </a:rPr>
              <a:t>m</a:t>
            </a:r>
            <a:r>
              <a:rPr sz="3000" spc="-38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q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85" dirty="0">
                <a:latin typeface="Century Gothic"/>
                <a:cs typeface="Century Gothic"/>
              </a:rPr>
              <a:t>no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15" dirty="0">
                <a:latin typeface="Century Gothic"/>
                <a:cs typeface="Century Gothic"/>
              </a:rPr>
              <a:t>q</a:t>
            </a:r>
            <a:r>
              <a:rPr sz="3000" spc="-135" dirty="0">
                <a:latin typeface="Century Gothic"/>
                <a:cs typeface="Century Gothic"/>
              </a:rPr>
              <a:t>u</a:t>
            </a:r>
            <a:r>
              <a:rPr sz="3000" spc="-40" dirty="0">
                <a:latin typeface="Century Gothic"/>
                <a:cs typeface="Century Gothic"/>
              </a:rPr>
              <a:t>i</a:t>
            </a:r>
            <a:r>
              <a:rPr sz="3000" spc="-300" dirty="0">
                <a:latin typeface="Century Gothic"/>
                <a:cs typeface="Century Gothic"/>
              </a:rPr>
              <a:t>e</a:t>
            </a:r>
            <a:r>
              <a:rPr sz="3000" spc="-140" dirty="0">
                <a:latin typeface="Century Gothic"/>
                <a:cs typeface="Century Gothic"/>
              </a:rPr>
              <a:t>r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145" dirty="0">
                <a:latin typeface="Century Gothic"/>
                <a:cs typeface="Century Gothic"/>
              </a:rPr>
              <a:t>).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/>
          <p:nvPr/>
        </p:nvSpPr>
        <p:spPr>
          <a:xfrm>
            <a:off x="449580" y="3478529"/>
            <a:ext cx="2053589" cy="454659"/>
          </a:xfrm>
          <a:custGeom>
            <a:avLst/>
            <a:gdLst/>
            <a:ahLst/>
            <a:cxnLst/>
            <a:rect l="l" t="t" r="r" b="b"/>
            <a:pathLst>
              <a:path w="2053589" h="454660">
                <a:moveTo>
                  <a:pt x="0" y="454660"/>
                </a:moveTo>
                <a:lnTo>
                  <a:pt x="2053589" y="454660"/>
                </a:lnTo>
                <a:lnTo>
                  <a:pt x="2053589" y="0"/>
                </a:lnTo>
                <a:lnTo>
                  <a:pt x="0" y="0"/>
                </a:lnTo>
                <a:lnTo>
                  <a:pt x="0" y="45466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49580" y="4949190"/>
            <a:ext cx="2072639" cy="454659"/>
          </a:xfrm>
          <a:custGeom>
            <a:avLst/>
            <a:gdLst/>
            <a:ahLst/>
            <a:cxnLst/>
            <a:rect l="l" t="t" r="r" b="b"/>
            <a:pathLst>
              <a:path w="2072639" h="454660">
                <a:moveTo>
                  <a:pt x="0" y="454660"/>
                </a:moveTo>
                <a:lnTo>
                  <a:pt x="2072639" y="454660"/>
                </a:lnTo>
                <a:lnTo>
                  <a:pt x="2072639" y="0"/>
                </a:lnTo>
                <a:lnTo>
                  <a:pt x="0" y="0"/>
                </a:lnTo>
                <a:lnTo>
                  <a:pt x="0" y="45466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36880" y="1876509"/>
            <a:ext cx="8670925" cy="3526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22830">
              <a:lnSpc>
                <a:spcPct val="100000"/>
              </a:lnSpc>
            </a:pPr>
            <a:r>
              <a:rPr sz="4400" spc="-65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rr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q</a:t>
            </a:r>
            <a:r>
              <a:rPr sz="4400" spc="-370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4400" spc="-69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5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590" dirty="0">
                <a:solidFill>
                  <a:srgbClr val="1B1B1B"/>
                </a:solidFill>
                <a:latin typeface="Century Gothic"/>
                <a:cs typeface="Century Gothic"/>
              </a:rPr>
              <a:t>y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535" dirty="0">
                <a:solidFill>
                  <a:srgbClr val="1B1B1B"/>
                </a:solidFill>
                <a:latin typeface="Century Gothic"/>
                <a:cs typeface="Century Gothic"/>
              </a:rPr>
              <a:t>Pa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-66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endParaRPr sz="4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269"/>
              </a:spcBef>
            </a:pPr>
            <a:r>
              <a:rPr sz="3000" spc="-340" dirty="0">
                <a:latin typeface="Century Gothic"/>
                <a:cs typeface="Century Gothic"/>
              </a:rPr>
              <a:t>P</a:t>
            </a:r>
            <a:r>
              <a:rPr sz="3000" spc="-375" dirty="0">
                <a:latin typeface="Century Gothic"/>
                <a:cs typeface="Century Gothic"/>
              </a:rPr>
              <a:t>a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420" dirty="0">
                <a:latin typeface="Century Gothic"/>
                <a:cs typeface="Century Gothic"/>
              </a:rPr>
              <a:t>á</a:t>
            </a:r>
            <a:r>
              <a:rPr sz="3000" spc="-570" dirty="0">
                <a:latin typeface="Century Gothic"/>
                <a:cs typeface="Century Gothic"/>
              </a:rPr>
              <a:t>m</a:t>
            </a:r>
            <a:r>
              <a:rPr sz="3000" spc="-38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355" dirty="0">
                <a:latin typeface="Century Gothic"/>
                <a:cs typeface="Century Gothic"/>
              </a:rPr>
              <a:t>ú</a:t>
            </a:r>
            <a:r>
              <a:rPr sz="3000" spc="-195" dirty="0">
                <a:latin typeface="Century Gothic"/>
                <a:cs typeface="Century Gothic"/>
              </a:rPr>
              <a:t>t</a:t>
            </a:r>
            <a:r>
              <a:rPr sz="3000" spc="75" dirty="0">
                <a:latin typeface="Century Gothic"/>
                <a:cs typeface="Century Gothic"/>
              </a:rPr>
              <a:t>i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390" dirty="0">
                <a:latin typeface="Century Gothic"/>
                <a:cs typeface="Century Gothic"/>
              </a:rPr>
              <a:t>g</a:t>
            </a:r>
            <a:r>
              <a:rPr sz="3000" spc="-10" dirty="0">
                <a:latin typeface="Century Gothic"/>
                <a:cs typeface="Century Gothic"/>
              </a:rPr>
              <a:t>_</a:t>
            </a:r>
            <a:r>
              <a:rPr sz="3000" spc="-570" dirty="0">
                <a:latin typeface="Century Gothic"/>
                <a:cs typeface="Century Gothic"/>
              </a:rPr>
              <a:t>c</a:t>
            </a:r>
            <a:r>
              <a:rPr sz="3000" spc="-295" dirty="0">
                <a:latin typeface="Century Gothic"/>
                <a:cs typeface="Century Gothic"/>
              </a:rPr>
              <a:t>t</a:t>
            </a:r>
            <a:r>
              <a:rPr sz="3000" spc="85" dirty="0">
                <a:latin typeface="Century Gothic"/>
                <a:cs typeface="Century Gothic"/>
              </a:rPr>
              <a:t>l:</a:t>
            </a:r>
            <a:endParaRPr sz="3000">
              <a:latin typeface="Century Gothic"/>
              <a:cs typeface="Century Gothic"/>
            </a:endParaRPr>
          </a:p>
          <a:p>
            <a:pPr marL="298450" marR="5080" indent="-285750">
              <a:lnSpc>
                <a:spcPct val="99300"/>
              </a:lnSpc>
              <a:spcBef>
                <a:spcPts val="1135"/>
              </a:spcBef>
            </a:pPr>
            <a:r>
              <a:rPr sz="3000" spc="40" dirty="0">
                <a:latin typeface="Century Gothic"/>
                <a:cs typeface="Century Gothic"/>
              </a:rPr>
              <a:t>-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560" dirty="0">
                <a:latin typeface="Century Gothic"/>
                <a:cs typeface="Century Gothic"/>
              </a:rPr>
              <a:t>&lt;</a:t>
            </a:r>
            <a:r>
              <a:rPr sz="3000" spc="190" dirty="0">
                <a:latin typeface="Century Gothic"/>
                <a:cs typeface="Century Gothic"/>
              </a:rPr>
              <a:t>l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75" dirty="0">
                <a:latin typeface="Century Gothic"/>
                <a:cs typeface="Century Gothic"/>
              </a:rPr>
              <a:t>i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670" dirty="0">
                <a:latin typeface="Century Gothic"/>
                <a:cs typeface="Century Gothic"/>
              </a:rPr>
              <a:t>&gt;</a:t>
            </a:r>
            <a:r>
              <a:rPr sz="3000" spc="75" dirty="0">
                <a:latin typeface="Century Gothic"/>
                <a:cs typeface="Century Gothic"/>
              </a:rPr>
              <a:t> </a:t>
            </a:r>
            <a:r>
              <a:rPr sz="3000" spc="250" dirty="0">
                <a:latin typeface="Segoe UI"/>
                <a:cs typeface="Segoe UI"/>
              </a:rPr>
              <a:t>→</a:t>
            </a:r>
            <a:r>
              <a:rPr sz="3000" spc="-80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375" dirty="0">
                <a:latin typeface="Century Gothic"/>
                <a:cs typeface="Century Gothic"/>
              </a:rPr>
              <a:t>c</a:t>
            </a:r>
            <a:r>
              <a:rPr sz="3000" spc="-185" dirty="0">
                <a:latin typeface="Century Gothic"/>
                <a:cs typeface="Century Gothic"/>
              </a:rPr>
              <a:t>r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30" dirty="0">
                <a:latin typeface="Century Gothic"/>
                <a:cs typeface="Century Gothic"/>
              </a:rPr>
              <a:t>b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85" dirty="0">
                <a:latin typeface="Century Gothic"/>
                <a:cs typeface="Century Gothic"/>
              </a:rPr>
              <a:t>i</a:t>
            </a:r>
            <a:r>
              <a:rPr sz="3000" spc="-270" dirty="0">
                <a:latin typeface="Century Gothic"/>
                <a:cs typeface="Century Gothic"/>
              </a:rPr>
              <a:t>d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275" dirty="0">
                <a:latin typeface="Century Gothic"/>
                <a:cs typeface="Century Gothic"/>
              </a:rPr>
              <a:t>h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350" dirty="0">
                <a:latin typeface="Century Gothic"/>
                <a:cs typeface="Century Gothic"/>
              </a:rPr>
              <a:t>vo</a:t>
            </a:r>
            <a:r>
              <a:rPr sz="3000" spc="-16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29" dirty="0">
                <a:latin typeface="Century Gothic"/>
                <a:cs typeface="Century Gothic"/>
              </a:rPr>
              <a:t>cif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509" dirty="0">
                <a:latin typeface="Century Gothic"/>
                <a:cs typeface="Century Gothic"/>
              </a:rPr>
              <a:t>c</a:t>
            </a:r>
            <a:r>
              <a:rPr sz="3000" spc="-535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140" dirty="0">
                <a:latin typeface="Century Gothic"/>
                <a:cs typeface="Century Gothic"/>
              </a:rPr>
              <a:t>(</a:t>
            </a:r>
            <a:r>
              <a:rPr sz="3000" spc="-70" dirty="0">
                <a:latin typeface="Century Gothic"/>
                <a:cs typeface="Century Gothic"/>
              </a:rPr>
              <a:t>l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q</a:t>
            </a:r>
            <a:r>
              <a:rPr sz="3000" spc="-355" dirty="0">
                <a:latin typeface="Century Gothic"/>
                <a:cs typeface="Century Gothic"/>
              </a:rPr>
              <a:t>u</a:t>
            </a:r>
            <a:r>
              <a:rPr sz="3000" spc="-375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95" dirty="0">
                <a:latin typeface="Century Gothic"/>
                <a:cs typeface="Century Gothic"/>
              </a:rPr>
              <a:t>l</a:t>
            </a:r>
            <a:r>
              <a:rPr sz="3000" spc="-28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 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285" dirty="0">
                <a:latin typeface="Century Gothic"/>
                <a:cs typeface="Century Gothic"/>
              </a:rPr>
              <a:t>on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85" dirty="0">
                <a:latin typeface="Century Gothic"/>
                <a:cs typeface="Century Gothic"/>
              </a:rPr>
              <a:t>l</a:t>
            </a:r>
            <a:r>
              <a:rPr sz="3000" spc="-270" dirty="0">
                <a:latin typeface="Century Gothic"/>
                <a:cs typeface="Century Gothic"/>
              </a:rPr>
              <a:t>a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420" dirty="0">
                <a:latin typeface="Century Gothic"/>
                <a:cs typeface="Century Gothic"/>
              </a:rPr>
              <a:t>cu</a:t>
            </a:r>
            <a:r>
              <a:rPr sz="3000" spc="-455" dirty="0">
                <a:latin typeface="Century Gothic"/>
                <a:cs typeface="Century Gothic"/>
              </a:rPr>
              <a:t>a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125" dirty="0">
                <a:latin typeface="Century Gothic"/>
                <a:cs typeface="Century Gothic"/>
              </a:rPr>
              <a:t> 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55" dirty="0">
                <a:latin typeface="Century Gothic"/>
                <a:cs typeface="Century Gothic"/>
              </a:rPr>
              <a:t>l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-390" dirty="0">
                <a:latin typeface="Century Gothic"/>
                <a:cs typeface="Century Gothic"/>
              </a:rPr>
              <a:t>g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-55" dirty="0">
                <a:latin typeface="Century Gothic"/>
                <a:cs typeface="Century Gothic"/>
              </a:rPr>
              <a:t>i</a:t>
            </a:r>
            <a:r>
              <a:rPr sz="3000" spc="-135" dirty="0">
                <a:latin typeface="Century Gothic"/>
                <a:cs typeface="Century Gothic"/>
              </a:rPr>
              <a:t>n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-254" dirty="0">
                <a:latin typeface="Century Gothic"/>
                <a:cs typeface="Century Gothic"/>
              </a:rPr>
              <a:t>_</a:t>
            </a:r>
            <a:r>
              <a:rPr sz="3000" spc="-340" dirty="0">
                <a:latin typeface="Century Gothic"/>
                <a:cs typeface="Century Gothic"/>
              </a:rPr>
              <a:t>c</a:t>
            </a:r>
            <a:r>
              <a:rPr sz="3000" spc="-285" dirty="0">
                <a:latin typeface="Century Gothic"/>
                <a:cs typeface="Century Gothic"/>
              </a:rPr>
              <a:t>o</a:t>
            </a:r>
            <a:r>
              <a:rPr sz="3000" spc="75" dirty="0">
                <a:latin typeface="Century Gothic"/>
                <a:cs typeface="Century Gothic"/>
              </a:rPr>
              <a:t>l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34" dirty="0">
                <a:latin typeface="Century Gothic"/>
                <a:cs typeface="Century Gothic"/>
              </a:rPr>
              <a:t>ct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310" dirty="0">
                <a:latin typeface="Century Gothic"/>
                <a:cs typeface="Century Gothic"/>
              </a:rPr>
              <a:t>)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3000" spc="40" dirty="0">
                <a:latin typeface="Century Gothic"/>
                <a:cs typeface="Century Gothic"/>
              </a:rPr>
              <a:t>-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dirty="0">
                <a:latin typeface="Century Gothic"/>
                <a:cs typeface="Century Gothic"/>
              </a:rPr>
              <a:t>O</a:t>
            </a:r>
            <a:r>
              <a:rPr sz="3000" spc="-55" dirty="0">
                <a:latin typeface="Century Gothic"/>
                <a:cs typeface="Century Gothic"/>
              </a:rPr>
              <a:t>P</a:t>
            </a:r>
            <a:r>
              <a:rPr sz="3000" spc="-35" dirty="0">
                <a:latin typeface="Century Gothic"/>
                <a:cs typeface="Century Gothic"/>
              </a:rPr>
              <a:t>T</a:t>
            </a:r>
            <a:r>
              <a:rPr sz="3000" spc="5" dirty="0">
                <a:latin typeface="Century Gothic"/>
                <a:cs typeface="Century Gothic"/>
              </a:rPr>
              <a:t>I</a:t>
            </a:r>
            <a:r>
              <a:rPr sz="3000" spc="50" dirty="0">
                <a:latin typeface="Century Gothic"/>
                <a:cs typeface="Century Gothic"/>
              </a:rPr>
              <a:t>O</a:t>
            </a:r>
            <a:r>
              <a:rPr sz="3000" dirty="0">
                <a:latin typeface="Century Gothic"/>
                <a:cs typeface="Century Gothic"/>
              </a:rPr>
              <a:t>NS</a:t>
            </a:r>
            <a:r>
              <a:rPr sz="3000" spc="55" dirty="0">
                <a:latin typeface="Century Gothic"/>
                <a:cs typeface="Century Gothic"/>
              </a:rPr>
              <a:t> </a:t>
            </a:r>
            <a:r>
              <a:rPr sz="3000" spc="245" dirty="0">
                <a:latin typeface="Segoe UI"/>
                <a:cs typeface="Segoe UI"/>
              </a:rPr>
              <a:t>→</a:t>
            </a:r>
            <a:r>
              <a:rPr sz="3000" spc="-10" dirty="0">
                <a:latin typeface="Century Gothic"/>
                <a:cs typeface="Century Gothic"/>
              </a:rPr>
              <a:t>O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395" dirty="0">
                <a:latin typeface="Century Gothic"/>
                <a:cs typeface="Century Gothic"/>
              </a:rPr>
              <a:t>c</a:t>
            </a:r>
            <a:r>
              <a:rPr sz="3000" spc="-114" dirty="0">
                <a:latin typeface="Century Gothic"/>
                <a:cs typeface="Century Gothic"/>
              </a:rPr>
              <a:t>i</a:t>
            </a:r>
            <a:r>
              <a:rPr sz="3000" spc="-285" dirty="0">
                <a:latin typeface="Century Gothic"/>
                <a:cs typeface="Century Gothic"/>
              </a:rPr>
              <a:t>on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-155" dirty="0">
                <a:latin typeface="Century Gothic"/>
                <a:cs typeface="Century Gothic"/>
              </a:rPr>
              <a:t>u</a:t>
            </a:r>
            <a:r>
              <a:rPr sz="3000" spc="-7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395" dirty="0">
                <a:latin typeface="Century Gothic"/>
                <a:cs typeface="Century Gothic"/>
              </a:rPr>
              <a:t>c</a:t>
            </a:r>
            <a:r>
              <a:rPr sz="3000" spc="-114" dirty="0">
                <a:latin typeface="Century Gothic"/>
                <a:cs typeface="Century Gothic"/>
              </a:rPr>
              <a:t>i</a:t>
            </a:r>
            <a:r>
              <a:rPr sz="3000" spc="-285" dirty="0">
                <a:latin typeface="Century Gothic"/>
                <a:cs typeface="Century Gothic"/>
              </a:rPr>
              <a:t>ón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/>
          <p:nvPr/>
        </p:nvSpPr>
        <p:spPr>
          <a:xfrm>
            <a:off x="449580" y="3478529"/>
            <a:ext cx="1414780" cy="454659"/>
          </a:xfrm>
          <a:custGeom>
            <a:avLst/>
            <a:gdLst/>
            <a:ahLst/>
            <a:cxnLst/>
            <a:rect l="l" t="t" r="r" b="b"/>
            <a:pathLst>
              <a:path w="1414780" h="454660">
                <a:moveTo>
                  <a:pt x="0" y="454660"/>
                </a:moveTo>
                <a:lnTo>
                  <a:pt x="1414780" y="454660"/>
                </a:lnTo>
                <a:lnTo>
                  <a:pt x="1414780" y="0"/>
                </a:lnTo>
                <a:lnTo>
                  <a:pt x="0" y="0"/>
                </a:lnTo>
                <a:lnTo>
                  <a:pt x="0" y="45466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49580" y="4494529"/>
            <a:ext cx="1092200" cy="454659"/>
          </a:xfrm>
          <a:custGeom>
            <a:avLst/>
            <a:gdLst/>
            <a:ahLst/>
            <a:cxnLst/>
            <a:rect l="l" t="t" r="r" b="b"/>
            <a:pathLst>
              <a:path w="1092200" h="454660">
                <a:moveTo>
                  <a:pt x="0" y="454660"/>
                </a:moveTo>
                <a:lnTo>
                  <a:pt x="1092200" y="454660"/>
                </a:lnTo>
                <a:lnTo>
                  <a:pt x="1092200" y="0"/>
                </a:lnTo>
                <a:lnTo>
                  <a:pt x="0" y="0"/>
                </a:lnTo>
                <a:lnTo>
                  <a:pt x="0" y="45466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9580" y="5511800"/>
            <a:ext cx="2214880" cy="454659"/>
          </a:xfrm>
          <a:custGeom>
            <a:avLst/>
            <a:gdLst/>
            <a:ahLst/>
            <a:cxnLst/>
            <a:rect l="l" t="t" r="r" b="b"/>
            <a:pathLst>
              <a:path w="2214880" h="454660">
                <a:moveTo>
                  <a:pt x="0" y="454659"/>
                </a:moveTo>
                <a:lnTo>
                  <a:pt x="2214880" y="454659"/>
                </a:lnTo>
                <a:lnTo>
                  <a:pt x="2214880" y="0"/>
                </a:lnTo>
                <a:lnTo>
                  <a:pt x="0" y="0"/>
                </a:lnTo>
                <a:lnTo>
                  <a:pt x="0" y="45465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36880" y="1876509"/>
            <a:ext cx="9121140" cy="408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94615" algn="ctr">
              <a:lnSpc>
                <a:spcPct val="100000"/>
              </a:lnSpc>
            </a:pPr>
            <a:r>
              <a:rPr sz="4400" spc="-650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rr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q</a:t>
            </a:r>
            <a:r>
              <a:rPr sz="4400" spc="-370" dirty="0">
                <a:solidFill>
                  <a:srgbClr val="1B1B1B"/>
                </a:solidFill>
                <a:latin typeface="Century Gothic"/>
                <a:cs typeface="Century Gothic"/>
              </a:rPr>
              <a:t>u</a:t>
            </a:r>
            <a:r>
              <a:rPr sz="4400" spc="-690" dirty="0">
                <a:solidFill>
                  <a:srgbClr val="1B1B1B"/>
                </a:solidFill>
                <a:latin typeface="Century Gothic"/>
                <a:cs typeface="Century Gothic"/>
              </a:rPr>
              <a:t>e</a:t>
            </a:r>
            <a:r>
              <a:rPr sz="4400" spc="55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590" dirty="0">
                <a:solidFill>
                  <a:srgbClr val="1B1B1B"/>
                </a:solidFill>
                <a:latin typeface="Century Gothic"/>
                <a:cs typeface="Century Gothic"/>
              </a:rPr>
              <a:t>y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-535" dirty="0">
                <a:solidFill>
                  <a:srgbClr val="1B1B1B"/>
                </a:solidFill>
                <a:latin typeface="Century Gothic"/>
                <a:cs typeface="Century Gothic"/>
              </a:rPr>
              <a:t>Pa</a:t>
            </a:r>
            <a:r>
              <a:rPr sz="4400" spc="50" dirty="0">
                <a:solidFill>
                  <a:srgbClr val="1B1B1B"/>
                </a:solidFill>
                <a:latin typeface="Century Gothic"/>
                <a:cs typeface="Century Gothic"/>
              </a:rPr>
              <a:t>r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-665" dirty="0">
                <a:solidFill>
                  <a:srgbClr val="1B1B1B"/>
                </a:solidFill>
                <a:latin typeface="Century Gothic"/>
                <a:cs typeface="Century Gothic"/>
              </a:rPr>
              <a:t>d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endParaRPr sz="4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269"/>
              </a:spcBef>
            </a:pPr>
            <a:r>
              <a:rPr sz="3000" spc="-340" dirty="0">
                <a:latin typeface="Century Gothic"/>
                <a:cs typeface="Century Gothic"/>
              </a:rPr>
              <a:t>P</a:t>
            </a:r>
            <a:r>
              <a:rPr sz="3000" spc="-375" dirty="0">
                <a:latin typeface="Century Gothic"/>
                <a:cs typeface="Century Gothic"/>
              </a:rPr>
              <a:t>a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420" dirty="0">
                <a:latin typeface="Century Gothic"/>
                <a:cs typeface="Century Gothic"/>
              </a:rPr>
              <a:t>á</a:t>
            </a:r>
            <a:r>
              <a:rPr sz="3000" spc="-570" dirty="0">
                <a:latin typeface="Century Gothic"/>
                <a:cs typeface="Century Gothic"/>
              </a:rPr>
              <a:t>m</a:t>
            </a:r>
            <a:r>
              <a:rPr sz="3000" spc="-38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355" dirty="0">
                <a:latin typeface="Century Gothic"/>
                <a:cs typeface="Century Gothic"/>
              </a:rPr>
              <a:t>ú</a:t>
            </a:r>
            <a:r>
              <a:rPr sz="3000" spc="-195" dirty="0">
                <a:latin typeface="Century Gothic"/>
                <a:cs typeface="Century Gothic"/>
              </a:rPr>
              <a:t>t</a:t>
            </a:r>
            <a:r>
              <a:rPr sz="3000" spc="75" dirty="0">
                <a:latin typeface="Century Gothic"/>
                <a:cs typeface="Century Gothic"/>
              </a:rPr>
              <a:t>i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390" dirty="0">
                <a:latin typeface="Century Gothic"/>
                <a:cs typeface="Century Gothic"/>
              </a:rPr>
              <a:t>g</a:t>
            </a:r>
            <a:r>
              <a:rPr sz="3000" spc="-10" dirty="0">
                <a:latin typeface="Century Gothic"/>
                <a:cs typeface="Century Gothic"/>
              </a:rPr>
              <a:t>_</a:t>
            </a:r>
            <a:r>
              <a:rPr sz="3000" spc="-570" dirty="0">
                <a:latin typeface="Century Gothic"/>
                <a:cs typeface="Century Gothic"/>
              </a:rPr>
              <a:t>c</a:t>
            </a:r>
            <a:r>
              <a:rPr sz="3000" spc="-295" dirty="0">
                <a:latin typeface="Century Gothic"/>
                <a:cs typeface="Century Gothic"/>
              </a:rPr>
              <a:t>t</a:t>
            </a:r>
            <a:r>
              <a:rPr sz="3000" spc="85" dirty="0">
                <a:latin typeface="Century Gothic"/>
                <a:cs typeface="Century Gothic"/>
              </a:rPr>
              <a:t>l:</a:t>
            </a:r>
            <a:endParaRPr sz="3000">
              <a:latin typeface="Century Gothic"/>
              <a:cs typeface="Century Gothic"/>
            </a:endParaRPr>
          </a:p>
          <a:p>
            <a:pPr marL="298450" marR="671195" indent="-285750">
              <a:lnSpc>
                <a:spcPts val="3579"/>
              </a:lnSpc>
              <a:spcBef>
                <a:spcPts val="1245"/>
              </a:spcBef>
            </a:pPr>
            <a:r>
              <a:rPr sz="3000" spc="40" dirty="0">
                <a:latin typeface="Century Gothic"/>
                <a:cs typeface="Century Gothic"/>
              </a:rPr>
              <a:t>-</a:t>
            </a:r>
            <a:r>
              <a:rPr sz="3000" spc="-455" dirty="0">
                <a:latin typeface="Century Gothic"/>
                <a:cs typeface="Century Gothic"/>
              </a:rPr>
              <a:t>m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55" dirty="0">
                <a:latin typeface="Century Gothic"/>
                <a:cs typeface="Century Gothic"/>
              </a:rPr>
              <a:t> </a:t>
            </a:r>
            <a:r>
              <a:rPr sz="3000" spc="235" dirty="0">
                <a:latin typeface="Segoe UI"/>
                <a:cs typeface="Segoe UI"/>
              </a:rPr>
              <a:t>→</a:t>
            </a:r>
            <a:r>
              <a:rPr sz="3000" spc="-80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15" dirty="0">
                <a:latin typeface="Century Gothic"/>
                <a:cs typeface="Century Gothic"/>
              </a:rPr>
              <a:t>p</a:t>
            </a:r>
            <a:r>
              <a:rPr sz="3000" spc="-300" dirty="0">
                <a:latin typeface="Century Gothic"/>
                <a:cs typeface="Century Gothic"/>
              </a:rPr>
              <a:t>e</a:t>
            </a:r>
            <a:r>
              <a:rPr sz="3000" spc="-140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4" dirty="0">
                <a:latin typeface="Century Gothic"/>
                <a:cs typeface="Century Gothic"/>
              </a:rPr>
              <a:t>x</a:t>
            </a:r>
            <a:r>
              <a:rPr sz="3000" spc="-55" dirty="0">
                <a:latin typeface="Century Gothic"/>
                <a:cs typeface="Century Gothic"/>
              </a:rPr>
              <a:t>i</a:t>
            </a:r>
            <a:r>
              <a:rPr sz="3000" spc="-160" dirty="0">
                <a:latin typeface="Century Gothic"/>
                <a:cs typeface="Century Gothic"/>
              </a:rPr>
              <a:t>ó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85" dirty="0">
                <a:latin typeface="Century Gothic"/>
                <a:cs typeface="Century Gothic"/>
              </a:rPr>
              <a:t>li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0" dirty="0">
                <a:latin typeface="Century Gothic"/>
                <a:cs typeface="Century Gothic"/>
              </a:rPr>
              <a:t> </a:t>
            </a:r>
            <a:r>
              <a:rPr sz="3000" spc="-285" dirty="0">
                <a:latin typeface="Century Gothic"/>
                <a:cs typeface="Century Gothic"/>
              </a:rPr>
              <a:t>(</a:t>
            </a:r>
            <a:r>
              <a:rPr sz="3000" spc="-484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á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300" dirty="0">
                <a:latin typeface="Century Gothic"/>
                <a:cs typeface="Century Gothic"/>
              </a:rPr>
              <a:t>)</a:t>
            </a:r>
            <a:endParaRPr sz="3000">
              <a:latin typeface="Century Gothic"/>
              <a:cs typeface="Century Gothic"/>
            </a:endParaRPr>
          </a:p>
          <a:p>
            <a:pPr marL="298450" marR="27305" indent="-285750">
              <a:lnSpc>
                <a:spcPts val="3579"/>
              </a:lnSpc>
              <a:spcBef>
                <a:spcPts val="840"/>
              </a:spcBef>
            </a:pPr>
            <a:r>
              <a:rPr sz="3000" spc="40" dirty="0">
                <a:latin typeface="Century Gothic"/>
                <a:cs typeface="Century Gothic"/>
              </a:rPr>
              <a:t>-</a:t>
            </a:r>
            <a:r>
              <a:rPr sz="3000" spc="-455" dirty="0">
                <a:latin typeface="Century Gothic"/>
                <a:cs typeface="Century Gothic"/>
              </a:rPr>
              <a:t>m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50" dirty="0">
                <a:latin typeface="Century Gothic"/>
                <a:cs typeface="Century Gothic"/>
              </a:rPr>
              <a:t> </a:t>
            </a:r>
            <a:r>
              <a:rPr sz="3000" spc="235" dirty="0">
                <a:latin typeface="Segoe UI"/>
                <a:cs typeface="Segoe UI"/>
              </a:rPr>
              <a:t>→</a:t>
            </a:r>
            <a:r>
              <a:rPr sz="3000" spc="-150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320" dirty="0">
                <a:latin typeface="Century Gothic"/>
                <a:cs typeface="Century Gothic"/>
              </a:rPr>
              <a:t>cci</a:t>
            </a:r>
            <a:r>
              <a:rPr sz="3000" spc="-415" dirty="0">
                <a:latin typeface="Century Gothic"/>
                <a:cs typeface="Century Gothic"/>
              </a:rPr>
              <a:t>ó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434" dirty="0">
                <a:latin typeface="Century Gothic"/>
                <a:cs typeface="Century Gothic"/>
              </a:rPr>
              <a:t>act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375" dirty="0">
                <a:latin typeface="Century Gothic"/>
                <a:cs typeface="Century Gothic"/>
              </a:rPr>
              <a:t>v</a:t>
            </a:r>
            <a:r>
              <a:rPr sz="3000" spc="-455" dirty="0">
                <a:latin typeface="Century Gothic"/>
                <a:cs typeface="Century Gothic"/>
              </a:rPr>
              <a:t>a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310" dirty="0">
                <a:latin typeface="Century Gothic"/>
                <a:cs typeface="Century Gothic"/>
              </a:rPr>
              <a:t>(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254" dirty="0">
                <a:latin typeface="Century Gothic"/>
                <a:cs typeface="Century Gothic"/>
              </a:rPr>
              <a:t>x</a:t>
            </a:r>
            <a:r>
              <a:rPr sz="3000" spc="-300" dirty="0">
                <a:latin typeface="Century Gothic"/>
                <a:cs typeface="Century Gothic"/>
              </a:rPr>
              <a:t>)</a:t>
            </a:r>
            <a:r>
              <a:rPr sz="3000" spc="25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h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530" dirty="0">
                <a:latin typeface="Century Gothic"/>
                <a:cs typeface="Century Gothic"/>
              </a:rPr>
              <a:t>c</a:t>
            </a:r>
            <a:r>
              <a:rPr sz="3000" spc="-525" dirty="0">
                <a:latin typeface="Century Gothic"/>
                <a:cs typeface="Century Gothic"/>
              </a:rPr>
              <a:t>e</a:t>
            </a:r>
            <a:r>
              <a:rPr sz="3000" spc="-150" dirty="0">
                <a:latin typeface="Century Gothic"/>
                <a:cs typeface="Century Gothic"/>
              </a:rPr>
              <a:t>(</a:t>
            </a:r>
            <a:r>
              <a:rPr sz="3000" spc="-130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85" dirty="0">
                <a:latin typeface="Century Gothic"/>
                <a:cs typeface="Century Gothic"/>
              </a:rPr>
              <a:t>l</a:t>
            </a:r>
            <a:r>
              <a:rPr sz="3000" spc="-254" dirty="0">
                <a:latin typeface="Century Gothic"/>
                <a:cs typeface="Century Gothic"/>
              </a:rPr>
              <a:t>b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15" dirty="0">
                <a:latin typeface="Century Gothic"/>
                <a:cs typeface="Century Gothic"/>
              </a:rPr>
              <a:t>c</a:t>
            </a:r>
            <a:r>
              <a:rPr sz="3000" spc="-320" dirty="0">
                <a:latin typeface="Century Gothic"/>
                <a:cs typeface="Century Gothic"/>
              </a:rPr>
              <a:t>k</a:t>
            </a:r>
            <a:r>
              <a:rPr sz="3000" spc="-300" dirty="0">
                <a:latin typeface="Century Gothic"/>
                <a:cs typeface="Century Gothic"/>
              </a:rPr>
              <a:t>)</a:t>
            </a:r>
            <a:r>
              <a:rPr sz="3000" spc="25" dirty="0">
                <a:latin typeface="Century Gothic"/>
                <a:cs typeface="Century Gothic"/>
              </a:rPr>
              <a:t> </a:t>
            </a:r>
            <a:r>
              <a:rPr sz="3000" spc="-405" dirty="0">
                <a:latin typeface="Century Gothic"/>
                <a:cs typeface="Century Gothic"/>
              </a:rPr>
              <a:t>y</a:t>
            </a:r>
            <a:r>
              <a:rPr sz="3000" spc="-210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395" dirty="0">
                <a:latin typeface="Century Gothic"/>
                <a:cs typeface="Century Gothic"/>
              </a:rPr>
              <a:t>c</a:t>
            </a:r>
            <a:r>
              <a:rPr sz="3000" spc="-114" dirty="0">
                <a:latin typeface="Century Gothic"/>
                <a:cs typeface="Century Gothic"/>
              </a:rPr>
              <a:t>l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85" dirty="0">
                <a:latin typeface="Century Gothic"/>
                <a:cs typeface="Century Gothic"/>
              </a:rPr>
              <a:t>on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34" dirty="0">
                <a:latin typeface="Century Gothic"/>
                <a:cs typeface="Century Gothic"/>
              </a:rPr>
              <a:t>cta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3000" spc="40" dirty="0">
                <a:latin typeface="Century Gothic"/>
                <a:cs typeface="Century Gothic"/>
              </a:rPr>
              <a:t>-</a:t>
            </a:r>
            <a:r>
              <a:rPr sz="3000" spc="-455" dirty="0">
                <a:latin typeface="Century Gothic"/>
                <a:cs typeface="Century Gothic"/>
              </a:rPr>
              <a:t>m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75" dirty="0">
                <a:latin typeface="Century Gothic"/>
                <a:cs typeface="Century Gothic"/>
              </a:rPr>
              <a:t>i</a:t>
            </a:r>
            <a:r>
              <a:rPr sz="3000" spc="-305" dirty="0">
                <a:latin typeface="Century Gothic"/>
                <a:cs typeface="Century Gothic"/>
              </a:rPr>
              <a:t>m</a:t>
            </a:r>
            <a:r>
              <a:rPr sz="3000" spc="-570" dirty="0">
                <a:latin typeface="Century Gothic"/>
                <a:cs typeface="Century Gothic"/>
              </a:rPr>
              <a:t>m</a:t>
            </a:r>
            <a:r>
              <a:rPr sz="3000" spc="-385" dirty="0">
                <a:latin typeface="Century Gothic"/>
                <a:cs typeface="Century Gothic"/>
              </a:rPr>
              <a:t>e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85" dirty="0">
                <a:latin typeface="Century Gothic"/>
                <a:cs typeface="Century Gothic"/>
              </a:rPr>
              <a:t>i</a:t>
            </a:r>
            <a:r>
              <a:rPr sz="3000" spc="-270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70" dirty="0">
                <a:latin typeface="Century Gothic"/>
                <a:cs typeface="Century Gothic"/>
              </a:rPr>
              <a:t> </a:t>
            </a:r>
            <a:r>
              <a:rPr sz="3000" spc="250" dirty="0">
                <a:latin typeface="Segoe UI"/>
                <a:cs typeface="Segoe UI"/>
              </a:rPr>
              <a:t>→</a:t>
            </a:r>
            <a:r>
              <a:rPr sz="3000" spc="-440" dirty="0">
                <a:latin typeface="Century Gothic"/>
                <a:cs typeface="Century Gothic"/>
              </a:rPr>
              <a:t>A</a:t>
            </a:r>
            <a:r>
              <a:rPr sz="3000" spc="-430" dirty="0">
                <a:latin typeface="Century Gothic"/>
                <a:cs typeface="Century Gothic"/>
              </a:rPr>
              <a:t>b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530" dirty="0">
                <a:latin typeface="Century Gothic"/>
                <a:cs typeface="Century Gothic"/>
              </a:rPr>
              <a:t>c</a:t>
            </a:r>
            <a:r>
              <a:rPr sz="3000" spc="-52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55" dirty="0">
                <a:latin typeface="Century Gothic"/>
                <a:cs typeface="Century Gothic"/>
              </a:rPr>
              <a:t>i</a:t>
            </a:r>
            <a:r>
              <a:rPr sz="3000" spc="-150" dirty="0">
                <a:latin typeface="Century Gothic"/>
                <a:cs typeface="Century Gothic"/>
              </a:rPr>
              <a:t>n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265" dirty="0">
                <a:latin typeface="Century Gothic"/>
                <a:cs typeface="Century Gothic"/>
              </a:rPr>
              <a:t>u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ap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75" dirty="0">
                <a:latin typeface="Century Gothic"/>
                <a:cs typeface="Century Gothic"/>
              </a:rPr>
              <a:t>l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55" dirty="0">
                <a:latin typeface="Century Gothic"/>
                <a:cs typeface="Century Gothic"/>
              </a:rPr>
              <a:t>i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/>
          <p:nvPr/>
        </p:nvSpPr>
        <p:spPr>
          <a:xfrm>
            <a:off x="449580" y="5730240"/>
            <a:ext cx="134620" cy="454659"/>
          </a:xfrm>
          <a:custGeom>
            <a:avLst/>
            <a:gdLst/>
            <a:ahLst/>
            <a:cxnLst/>
            <a:rect l="l" t="t" r="r" b="b"/>
            <a:pathLst>
              <a:path w="134620" h="454660">
                <a:moveTo>
                  <a:pt x="0" y="454660"/>
                </a:moveTo>
                <a:lnTo>
                  <a:pt x="134620" y="454660"/>
                </a:lnTo>
                <a:lnTo>
                  <a:pt x="134620" y="0"/>
                </a:lnTo>
                <a:lnTo>
                  <a:pt x="0" y="0"/>
                </a:lnTo>
                <a:lnTo>
                  <a:pt x="0" y="45466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84200" y="5730240"/>
            <a:ext cx="796290" cy="454659"/>
          </a:xfrm>
          <a:custGeom>
            <a:avLst/>
            <a:gdLst/>
            <a:ahLst/>
            <a:cxnLst/>
            <a:rect l="l" t="t" r="r" b="b"/>
            <a:pathLst>
              <a:path w="796290" h="454660">
                <a:moveTo>
                  <a:pt x="0" y="454660"/>
                </a:moveTo>
                <a:lnTo>
                  <a:pt x="796290" y="454660"/>
                </a:lnTo>
                <a:lnTo>
                  <a:pt x="796290" y="0"/>
                </a:lnTo>
                <a:lnTo>
                  <a:pt x="0" y="0"/>
                </a:lnTo>
                <a:lnTo>
                  <a:pt x="0" y="45466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9580" y="6291579"/>
            <a:ext cx="1164590" cy="454659"/>
          </a:xfrm>
          <a:custGeom>
            <a:avLst/>
            <a:gdLst/>
            <a:ahLst/>
            <a:cxnLst/>
            <a:rect l="l" t="t" r="r" b="b"/>
            <a:pathLst>
              <a:path w="1164590" h="454659">
                <a:moveTo>
                  <a:pt x="0" y="454660"/>
                </a:moveTo>
                <a:lnTo>
                  <a:pt x="1164589" y="454660"/>
                </a:lnTo>
                <a:lnTo>
                  <a:pt x="1164589" y="0"/>
                </a:lnTo>
                <a:lnTo>
                  <a:pt x="0" y="0"/>
                </a:lnTo>
                <a:lnTo>
                  <a:pt x="0" y="45466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36880" y="1876509"/>
            <a:ext cx="6403340" cy="1457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27630">
              <a:lnSpc>
                <a:spcPct val="100000"/>
              </a:lnSpc>
            </a:pPr>
            <a:r>
              <a:rPr sz="4400" spc="-46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44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39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ex</a:t>
            </a:r>
            <a:r>
              <a:rPr sz="4400" spc="-14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40" dirty="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6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85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endParaRPr sz="4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269"/>
              </a:spcBef>
            </a:pPr>
            <a:r>
              <a:rPr sz="3000" spc="-125" dirty="0">
                <a:latin typeface="Century Gothic"/>
                <a:cs typeface="Century Gothic"/>
              </a:rPr>
              <a:t>Pr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85" dirty="0">
                <a:latin typeface="Century Gothic"/>
                <a:cs typeface="Century Gothic"/>
              </a:rPr>
              <a:t>li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300" dirty="0">
                <a:latin typeface="Century Gothic"/>
                <a:cs typeface="Century Gothic"/>
              </a:rPr>
              <a:t>Po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dirty="0">
                <a:latin typeface="Century Gothic"/>
                <a:cs typeface="Century Gothic"/>
              </a:rPr>
              <a:t>SQ</a:t>
            </a:r>
            <a:r>
              <a:rPr sz="3000" spc="-50" dirty="0">
                <a:latin typeface="Century Gothic"/>
                <a:cs typeface="Century Gothic"/>
              </a:rPr>
              <a:t>L</a:t>
            </a:r>
            <a:r>
              <a:rPr sz="3000" spc="-25" dirty="0">
                <a:latin typeface="Century Gothic"/>
                <a:cs typeface="Century Gothic"/>
              </a:rPr>
              <a:t>:</a:t>
            </a:r>
            <a:r>
              <a:rPr sz="3000" spc="114" dirty="0">
                <a:latin typeface="Century Gothic"/>
                <a:cs typeface="Century Gothic"/>
              </a:rPr>
              <a:t> </a:t>
            </a:r>
            <a:r>
              <a:rPr sz="3000" spc="-409" dirty="0">
                <a:latin typeface="Century Gothic"/>
                <a:cs typeface="Century Gothic"/>
              </a:rPr>
              <a:t>p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15" dirty="0">
                <a:latin typeface="Century Gothic"/>
                <a:cs typeface="Century Gothic"/>
              </a:rPr>
              <a:t>q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endParaRPr sz="30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9580" y="3478529"/>
            <a:ext cx="7045959" cy="454659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3000" spc="-409" dirty="0">
                <a:latin typeface="Century Gothic"/>
                <a:cs typeface="Century Gothic"/>
              </a:rPr>
              <a:t>p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15" dirty="0">
                <a:latin typeface="Century Gothic"/>
                <a:cs typeface="Century Gothic"/>
              </a:rPr>
              <a:t>q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50" dirty="0">
                <a:latin typeface="Century Gothic"/>
                <a:cs typeface="Century Gothic"/>
              </a:rPr>
              <a:t> </a:t>
            </a:r>
            <a:r>
              <a:rPr sz="3000" spc="-70" dirty="0">
                <a:latin typeface="Century Gothic"/>
                <a:cs typeface="Century Gothic"/>
              </a:rPr>
              <a:t>[</a:t>
            </a:r>
            <a:r>
              <a:rPr sz="3000" spc="-130" dirty="0">
                <a:latin typeface="Century Gothic"/>
                <a:cs typeface="Century Gothic"/>
              </a:rPr>
              <a:t>O</a:t>
            </a:r>
            <a:r>
              <a:rPr sz="3000" spc="-280" dirty="0">
                <a:latin typeface="Century Gothic"/>
                <a:cs typeface="Century Gothic"/>
              </a:rPr>
              <a:t>P</a:t>
            </a:r>
            <a:r>
              <a:rPr sz="3000" spc="210" dirty="0">
                <a:latin typeface="Century Gothic"/>
                <a:cs typeface="Century Gothic"/>
              </a:rPr>
              <a:t>T</a:t>
            </a:r>
            <a:r>
              <a:rPr sz="3000" spc="5" dirty="0">
                <a:latin typeface="Century Gothic"/>
                <a:cs typeface="Century Gothic"/>
              </a:rPr>
              <a:t>I</a:t>
            </a:r>
            <a:r>
              <a:rPr sz="3000" spc="70" dirty="0">
                <a:latin typeface="Century Gothic"/>
                <a:cs typeface="Century Gothic"/>
              </a:rPr>
              <a:t>O</a:t>
            </a:r>
            <a:r>
              <a:rPr sz="3000" spc="20" dirty="0">
                <a:latin typeface="Century Gothic"/>
                <a:cs typeface="Century Gothic"/>
              </a:rPr>
              <a:t>N</a:t>
            </a:r>
            <a:r>
              <a:rPr sz="3000" spc="10" dirty="0">
                <a:latin typeface="Century Gothic"/>
                <a:cs typeface="Century Gothic"/>
              </a:rPr>
              <a:t>S</a:t>
            </a:r>
            <a:r>
              <a:rPr sz="3000" spc="-240" dirty="0">
                <a:latin typeface="Century Gothic"/>
                <a:cs typeface="Century Gothic"/>
              </a:rPr>
              <a:t>]</a:t>
            </a:r>
            <a:r>
              <a:rPr sz="3000" dirty="0">
                <a:latin typeface="Century Gothic"/>
                <a:cs typeface="Century Gothic"/>
              </a:rPr>
              <a:t>…</a:t>
            </a:r>
            <a:r>
              <a:rPr sz="3000" spc="70" dirty="0">
                <a:latin typeface="Century Gothic"/>
                <a:cs typeface="Century Gothic"/>
              </a:rPr>
              <a:t> </a:t>
            </a:r>
            <a:r>
              <a:rPr sz="3000" spc="-240" dirty="0">
                <a:latin typeface="Century Gothic"/>
                <a:cs typeface="Century Gothic"/>
              </a:rPr>
              <a:t>[</a:t>
            </a:r>
            <a:r>
              <a:rPr sz="3000" spc="-145" dirty="0">
                <a:latin typeface="Century Gothic"/>
                <a:cs typeface="Century Gothic"/>
              </a:rPr>
              <a:t>D</a:t>
            </a:r>
            <a:r>
              <a:rPr sz="3000" spc="-55" dirty="0">
                <a:latin typeface="Century Gothic"/>
                <a:cs typeface="Century Gothic"/>
              </a:rPr>
              <a:t>B</a:t>
            </a:r>
            <a:r>
              <a:rPr sz="3000" spc="20" dirty="0">
                <a:latin typeface="Century Gothic"/>
                <a:cs typeface="Century Gothic"/>
              </a:rPr>
              <a:t>N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65" dirty="0">
                <a:latin typeface="Century Gothic"/>
                <a:cs typeface="Century Gothic"/>
              </a:rPr>
              <a:t>M</a:t>
            </a:r>
            <a:r>
              <a:rPr sz="3000" spc="-85" dirty="0">
                <a:latin typeface="Century Gothic"/>
                <a:cs typeface="Century Gothic"/>
              </a:rPr>
              <a:t>E</a:t>
            </a:r>
            <a:r>
              <a:rPr sz="3000" spc="60" dirty="0">
                <a:latin typeface="Century Gothic"/>
                <a:cs typeface="Century Gothic"/>
              </a:rPr>
              <a:t> </a:t>
            </a:r>
            <a:r>
              <a:rPr sz="3000" spc="-60" dirty="0">
                <a:latin typeface="Century Gothic"/>
                <a:cs typeface="Century Gothic"/>
              </a:rPr>
              <a:t>[</a:t>
            </a:r>
            <a:r>
              <a:rPr sz="3000" spc="-70" dirty="0">
                <a:latin typeface="Century Gothic"/>
                <a:cs typeface="Century Gothic"/>
              </a:rPr>
              <a:t>U</a:t>
            </a:r>
            <a:r>
              <a:rPr sz="3000" spc="10" dirty="0">
                <a:latin typeface="Century Gothic"/>
                <a:cs typeface="Century Gothic"/>
              </a:rPr>
              <a:t>S</a:t>
            </a:r>
            <a:r>
              <a:rPr sz="3000" spc="-70" dirty="0">
                <a:latin typeface="Century Gothic"/>
                <a:cs typeface="Century Gothic"/>
              </a:rPr>
              <a:t>E</a:t>
            </a:r>
            <a:r>
              <a:rPr sz="3000" spc="-254" dirty="0">
                <a:latin typeface="Century Gothic"/>
                <a:cs typeface="Century Gothic"/>
              </a:rPr>
              <a:t>R</a:t>
            </a:r>
            <a:r>
              <a:rPr sz="3000" spc="20" dirty="0">
                <a:latin typeface="Century Gothic"/>
                <a:cs typeface="Century Gothic"/>
              </a:rPr>
              <a:t>N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65" dirty="0">
                <a:latin typeface="Century Gothic"/>
                <a:cs typeface="Century Gothic"/>
              </a:rPr>
              <a:t>M</a:t>
            </a:r>
            <a:r>
              <a:rPr sz="3000" spc="-70" dirty="0">
                <a:latin typeface="Century Gothic"/>
                <a:cs typeface="Century Gothic"/>
              </a:rPr>
              <a:t>E</a:t>
            </a:r>
            <a:r>
              <a:rPr sz="3000" spc="-240" dirty="0">
                <a:latin typeface="Century Gothic"/>
                <a:cs typeface="Century Gothic"/>
              </a:rPr>
              <a:t>]</a:t>
            </a:r>
            <a:r>
              <a:rPr sz="3000" spc="-245" dirty="0">
                <a:latin typeface="Century Gothic"/>
                <a:cs typeface="Century Gothic"/>
              </a:rPr>
              <a:t>]</a:t>
            </a:r>
            <a:endParaRPr sz="30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6880" y="4724428"/>
            <a:ext cx="9145270" cy="2020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8450" marR="5080" indent="-285750">
              <a:lnSpc>
                <a:spcPts val="3579"/>
              </a:lnSpc>
            </a:pPr>
            <a:r>
              <a:rPr sz="3000" spc="30" dirty="0">
                <a:latin typeface="Century Gothic"/>
                <a:cs typeface="Century Gothic"/>
              </a:rPr>
              <a:t>O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4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60" dirty="0">
                <a:latin typeface="Century Gothic"/>
                <a:cs typeface="Century Gothic"/>
              </a:rPr>
              <a:t> 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-285" dirty="0">
                <a:latin typeface="Century Gothic"/>
                <a:cs typeface="Century Gothic"/>
              </a:rPr>
              <a:t>o</a:t>
            </a:r>
            <a:r>
              <a:rPr sz="3000" spc="4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ma</a:t>
            </a:r>
            <a:r>
              <a:rPr sz="3000" spc="60" dirty="0">
                <a:latin typeface="Century Gothic"/>
                <a:cs typeface="Century Gothic"/>
              </a:rPr>
              <a:t> </a:t>
            </a:r>
            <a:r>
              <a:rPr sz="3000" spc="-434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50" dirty="0">
                <a:latin typeface="Century Gothic"/>
                <a:cs typeface="Century Gothic"/>
              </a:rPr>
              <a:t> </a:t>
            </a:r>
            <a:r>
              <a:rPr sz="3000" spc="-580" dirty="0">
                <a:latin typeface="Century Gothic"/>
                <a:cs typeface="Century Gothic"/>
              </a:rPr>
              <a:t>c</a:t>
            </a:r>
            <a:r>
              <a:rPr sz="3000" spc="-285" dirty="0">
                <a:latin typeface="Century Gothic"/>
                <a:cs typeface="Century Gothic"/>
              </a:rPr>
              <a:t>o</a:t>
            </a:r>
            <a:r>
              <a:rPr sz="3000" spc="-254" dirty="0">
                <a:latin typeface="Century Gothic"/>
                <a:cs typeface="Century Gothic"/>
              </a:rPr>
              <a:t>n</a:t>
            </a:r>
            <a:r>
              <a:rPr sz="3000" spc="-459" dirty="0">
                <a:latin typeface="Century Gothic"/>
                <a:cs typeface="Century Gothic"/>
              </a:rPr>
              <a:t>e</a:t>
            </a:r>
            <a:r>
              <a:rPr sz="3000" spc="-580" dirty="0">
                <a:latin typeface="Century Gothic"/>
                <a:cs typeface="Century Gothic"/>
              </a:rPr>
              <a:t>c</a:t>
            </a:r>
            <a:r>
              <a:rPr sz="3000" spc="-265" dirty="0">
                <a:latin typeface="Century Gothic"/>
                <a:cs typeface="Century Gothic"/>
              </a:rPr>
              <a:t>t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55" dirty="0">
                <a:latin typeface="Century Gothic"/>
                <a:cs typeface="Century Gothic"/>
              </a:rPr>
              <a:t> </a:t>
            </a:r>
            <a:r>
              <a:rPr sz="3000" spc="-580" dirty="0">
                <a:latin typeface="Century Gothic"/>
                <a:cs typeface="Century Gothic"/>
              </a:rPr>
              <a:t>c</a:t>
            </a:r>
            <a:r>
              <a:rPr sz="3000" spc="-285" dirty="0">
                <a:latin typeface="Century Gothic"/>
                <a:cs typeface="Century Gothic"/>
              </a:rPr>
              <a:t>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60" dirty="0">
                <a:latin typeface="Century Gothic"/>
                <a:cs typeface="Century Gothic"/>
              </a:rPr>
              <a:t> </a:t>
            </a:r>
            <a:r>
              <a:rPr sz="3000" spc="-459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-459" dirty="0">
                <a:latin typeface="Century Gothic"/>
                <a:cs typeface="Century Gothic"/>
              </a:rPr>
              <a:t>e</a:t>
            </a:r>
            <a:r>
              <a:rPr sz="3000" spc="45" dirty="0">
                <a:latin typeface="Century Gothic"/>
                <a:cs typeface="Century Gothic"/>
              </a:rPr>
              <a:t>r</a:t>
            </a:r>
            <a:r>
              <a:rPr sz="3000" spc="-380" dirty="0">
                <a:latin typeface="Century Gothic"/>
                <a:cs typeface="Century Gothic"/>
              </a:rPr>
              <a:t>v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28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55" dirty="0">
                <a:latin typeface="Century Gothic"/>
                <a:cs typeface="Century Gothic"/>
              </a:rPr>
              <a:t> </a:t>
            </a:r>
            <a:r>
              <a:rPr sz="3000" spc="-280" dirty="0">
                <a:latin typeface="Century Gothic"/>
                <a:cs typeface="Century Gothic"/>
              </a:rPr>
              <a:t>P</a:t>
            </a:r>
            <a:r>
              <a:rPr sz="3000" spc="-285" dirty="0">
                <a:latin typeface="Century Gothic"/>
                <a:cs typeface="Century Gothic"/>
              </a:rPr>
              <a:t>o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385" dirty="0">
                <a:latin typeface="Century Gothic"/>
                <a:cs typeface="Century Gothic"/>
              </a:rPr>
              <a:t>g</a:t>
            </a:r>
            <a:r>
              <a:rPr sz="3000" spc="45" dirty="0">
                <a:latin typeface="Century Gothic"/>
                <a:cs typeface="Century Gothic"/>
              </a:rPr>
              <a:t>r</a:t>
            </a:r>
            <a:r>
              <a:rPr sz="3000" spc="-459" dirty="0">
                <a:latin typeface="Century Gothic"/>
                <a:cs typeface="Century Gothic"/>
              </a:rPr>
              <a:t>e</a:t>
            </a:r>
            <a:r>
              <a:rPr sz="3000" spc="10" dirty="0">
                <a:latin typeface="Century Gothic"/>
                <a:cs typeface="Century Gothic"/>
              </a:rPr>
              <a:t>S</a:t>
            </a:r>
            <a:r>
              <a:rPr sz="3000" spc="20" dirty="0">
                <a:latin typeface="Century Gothic"/>
                <a:cs typeface="Century Gothic"/>
              </a:rPr>
              <a:t>Q</a:t>
            </a:r>
            <a:r>
              <a:rPr sz="3000" spc="-150" dirty="0">
                <a:latin typeface="Century Gothic"/>
                <a:cs typeface="Century Gothic"/>
              </a:rPr>
              <a:t>L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70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65" dirty="0">
                <a:latin typeface="Century Gothic"/>
                <a:cs typeface="Century Gothic"/>
              </a:rPr>
              <a:t>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125" dirty="0">
                <a:latin typeface="Century Gothic"/>
                <a:cs typeface="Century Gothic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a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245" dirty="0">
                <a:latin typeface="Century Gothic"/>
                <a:cs typeface="Century Gothic"/>
              </a:rPr>
              <a:t>u</a:t>
            </a:r>
            <a:r>
              <a:rPr sz="3000" spc="-85" dirty="0">
                <a:latin typeface="Century Gothic"/>
                <a:cs typeface="Century Gothic"/>
              </a:rPr>
              <a:t>l</a:t>
            </a:r>
            <a:r>
              <a:rPr sz="3000" spc="-270" dirty="0">
                <a:latin typeface="Century Gothic"/>
                <a:cs typeface="Century Gothic"/>
              </a:rPr>
              <a:t>a</a:t>
            </a:r>
            <a:r>
              <a:rPr sz="3000" spc="75" dirty="0">
                <a:latin typeface="Century Gothic"/>
                <a:cs typeface="Century Gothic"/>
              </a:rPr>
              <a:t> </a:t>
            </a:r>
            <a:r>
              <a:rPr sz="3000" spc="-135" dirty="0">
                <a:latin typeface="Century Gothic"/>
                <a:cs typeface="Century Gothic"/>
              </a:rPr>
              <a:t>[</a:t>
            </a:r>
            <a:r>
              <a:rPr sz="3000" spc="-265" dirty="0">
                <a:latin typeface="Century Gothic"/>
                <a:cs typeface="Century Gothic"/>
              </a:rPr>
              <a:t>D</a:t>
            </a:r>
            <a:r>
              <a:rPr sz="3000" spc="-65" dirty="0">
                <a:latin typeface="Century Gothic"/>
                <a:cs typeface="Century Gothic"/>
              </a:rPr>
              <a:t>B</a:t>
            </a:r>
            <a:r>
              <a:rPr sz="3000" dirty="0">
                <a:latin typeface="Century Gothic"/>
                <a:cs typeface="Century Gothic"/>
              </a:rPr>
              <a:t>N</a:t>
            </a:r>
            <a:r>
              <a:rPr sz="3000" spc="-440" dirty="0">
                <a:latin typeface="Century Gothic"/>
                <a:cs typeface="Century Gothic"/>
              </a:rPr>
              <a:t>A</a:t>
            </a:r>
            <a:r>
              <a:rPr sz="3000" spc="-280" dirty="0">
                <a:latin typeface="Century Gothic"/>
                <a:cs typeface="Century Gothic"/>
              </a:rPr>
              <a:t>M</a:t>
            </a:r>
            <a:r>
              <a:rPr sz="3000" spc="-8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60" dirty="0">
                <a:latin typeface="Century Gothic"/>
                <a:cs typeface="Century Gothic"/>
              </a:rPr>
              <a:t>[</a:t>
            </a:r>
            <a:r>
              <a:rPr sz="3000" spc="-110" dirty="0">
                <a:latin typeface="Century Gothic"/>
                <a:cs typeface="Century Gothic"/>
              </a:rPr>
              <a:t>U</a:t>
            </a:r>
            <a:r>
              <a:rPr sz="3000" dirty="0">
                <a:latin typeface="Century Gothic"/>
                <a:cs typeface="Century Gothic"/>
              </a:rPr>
              <a:t>S</a:t>
            </a:r>
            <a:r>
              <a:rPr sz="3000" spc="-80" dirty="0">
                <a:latin typeface="Century Gothic"/>
                <a:cs typeface="Century Gothic"/>
              </a:rPr>
              <a:t>E</a:t>
            </a:r>
            <a:r>
              <a:rPr sz="3000" spc="-254" dirty="0">
                <a:latin typeface="Century Gothic"/>
                <a:cs typeface="Century Gothic"/>
              </a:rPr>
              <a:t>R</a:t>
            </a:r>
            <a:r>
              <a:rPr sz="3000" dirty="0">
                <a:latin typeface="Century Gothic"/>
                <a:cs typeface="Century Gothic"/>
              </a:rPr>
              <a:t>N</a:t>
            </a:r>
            <a:r>
              <a:rPr sz="3000" spc="-440" dirty="0">
                <a:latin typeface="Century Gothic"/>
                <a:cs typeface="Century Gothic"/>
              </a:rPr>
              <a:t>A</a:t>
            </a:r>
            <a:r>
              <a:rPr sz="3000" spc="-280" dirty="0">
                <a:latin typeface="Century Gothic"/>
                <a:cs typeface="Century Gothic"/>
              </a:rPr>
              <a:t>M</a:t>
            </a:r>
            <a:r>
              <a:rPr sz="3000" spc="-145" dirty="0">
                <a:latin typeface="Century Gothic"/>
                <a:cs typeface="Century Gothic"/>
              </a:rPr>
              <a:t>E]].</a:t>
            </a:r>
            <a:endParaRPr sz="3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995"/>
              </a:spcBef>
            </a:pPr>
            <a:r>
              <a:rPr sz="3000" spc="50" dirty="0">
                <a:latin typeface="Century Gothic"/>
                <a:cs typeface="Century Gothic"/>
              </a:rPr>
              <a:t>-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110" dirty="0">
                <a:latin typeface="Century Gothic"/>
                <a:cs typeface="Century Gothic"/>
              </a:rPr>
              <a:t>B</a:t>
            </a:r>
            <a:r>
              <a:rPr sz="3000" spc="-135" dirty="0">
                <a:latin typeface="Century Gothic"/>
                <a:cs typeface="Century Gothic"/>
              </a:rPr>
              <a:t>D</a:t>
            </a:r>
            <a:r>
              <a:rPr sz="3000" spc="55" dirty="0">
                <a:latin typeface="Century Gothic"/>
                <a:cs typeface="Century Gothic"/>
              </a:rPr>
              <a:t> </a:t>
            </a:r>
            <a:r>
              <a:rPr sz="3000" spc="235" dirty="0">
                <a:latin typeface="Segoe UI"/>
                <a:cs typeface="Segoe UI"/>
              </a:rPr>
              <a:t>→</a:t>
            </a:r>
            <a:r>
              <a:rPr sz="3000" spc="-330" dirty="0">
                <a:latin typeface="Century Gothic"/>
                <a:cs typeface="Century Gothic"/>
              </a:rPr>
              <a:t>C</a:t>
            </a:r>
            <a:r>
              <a:rPr sz="3000" spc="-285" dirty="0">
                <a:latin typeface="Century Gothic"/>
                <a:cs typeface="Century Gothic"/>
              </a:rPr>
              <a:t>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b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sz="3000" spc="40" dirty="0">
                <a:latin typeface="Century Gothic"/>
                <a:cs typeface="Century Gothic"/>
              </a:rPr>
              <a:t>-</a:t>
            </a:r>
            <a:r>
              <a:rPr sz="3000" spc="95" dirty="0">
                <a:latin typeface="Century Gothic"/>
                <a:cs typeface="Century Gothic"/>
              </a:rPr>
              <a:t>U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170" dirty="0">
                <a:latin typeface="Century Gothic"/>
                <a:cs typeface="Century Gothic"/>
              </a:rPr>
              <a:t>u</a:t>
            </a:r>
            <a:r>
              <a:rPr sz="3000" spc="-105" dirty="0">
                <a:latin typeface="Century Gothic"/>
                <a:cs typeface="Century Gothic"/>
              </a:rPr>
              <a:t>s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55" dirty="0">
                <a:latin typeface="Century Gothic"/>
                <a:cs typeface="Century Gothic"/>
              </a:rPr>
              <a:t> </a:t>
            </a:r>
            <a:r>
              <a:rPr sz="3000" spc="235" dirty="0">
                <a:latin typeface="Segoe UI"/>
                <a:cs typeface="Segoe UI"/>
              </a:rPr>
              <a:t>→</a:t>
            </a:r>
            <a:r>
              <a:rPr sz="3000" spc="-80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335" dirty="0">
                <a:latin typeface="Century Gothic"/>
                <a:cs typeface="Century Gothic"/>
              </a:rPr>
              <a:t>u</a:t>
            </a:r>
            <a:r>
              <a:rPr sz="3000" spc="-370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34" dirty="0">
                <a:latin typeface="Century Gothic"/>
                <a:cs typeface="Century Gothic"/>
              </a:rPr>
              <a:t>cta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9000490" cy="4473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27630">
              <a:lnSpc>
                <a:spcPct val="100000"/>
              </a:lnSpc>
            </a:pPr>
            <a:r>
              <a:rPr sz="4400" spc="-46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44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39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ex</a:t>
            </a:r>
            <a:r>
              <a:rPr sz="4400" spc="-14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40" dirty="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6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85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endParaRPr sz="4400">
              <a:latin typeface="Century Gothic"/>
              <a:cs typeface="Century Gothic"/>
            </a:endParaRPr>
          </a:p>
          <a:p>
            <a:pPr marL="12700" marR="5080">
              <a:lnSpc>
                <a:spcPct val="99300"/>
              </a:lnSpc>
              <a:spcBef>
                <a:spcPts val="3295"/>
              </a:spcBef>
            </a:pPr>
            <a:r>
              <a:rPr sz="3000" dirty="0">
                <a:latin typeface="Century Gothic"/>
                <a:cs typeface="Century Gothic"/>
              </a:rPr>
              <a:t>S</a:t>
            </a:r>
            <a:r>
              <a:rPr sz="3000" spc="80" dirty="0">
                <a:latin typeface="Century Gothic"/>
                <a:cs typeface="Century Gothic"/>
              </a:rPr>
              <a:t>i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29" dirty="0">
                <a:latin typeface="Century Gothic"/>
                <a:cs typeface="Century Gothic"/>
              </a:rPr>
              <a:t>cif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509" dirty="0">
                <a:latin typeface="Century Gothic"/>
                <a:cs typeface="Century Gothic"/>
              </a:rPr>
              <a:t>c</a:t>
            </a:r>
            <a:r>
              <a:rPr sz="3000" spc="-535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335" dirty="0">
                <a:latin typeface="Century Gothic"/>
                <a:cs typeface="Century Gothic"/>
              </a:rPr>
              <a:t>u</a:t>
            </a:r>
            <a:r>
              <a:rPr sz="3000" spc="-355" dirty="0">
                <a:latin typeface="Century Gothic"/>
                <a:cs typeface="Century Gothic"/>
              </a:rPr>
              <a:t>a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90" dirty="0">
                <a:latin typeface="Century Gothic"/>
                <a:cs typeface="Century Gothic"/>
              </a:rPr>
              <a:t>: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335" dirty="0">
                <a:latin typeface="Century Gothic"/>
                <a:cs typeface="Century Gothic"/>
              </a:rPr>
              <a:t>u</a:t>
            </a:r>
            <a:r>
              <a:rPr sz="3000" spc="-355" dirty="0">
                <a:latin typeface="Century Gothic"/>
                <a:cs typeface="Century Gothic"/>
              </a:rPr>
              <a:t>p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85" dirty="0">
                <a:latin typeface="Century Gothic"/>
                <a:cs typeface="Century Gothic"/>
              </a:rPr>
              <a:t>-us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85" dirty="0">
                <a:latin typeface="Century Gothic"/>
                <a:cs typeface="Century Gothic"/>
              </a:rPr>
              <a:t>l</a:t>
            </a:r>
            <a:r>
              <a:rPr sz="3000" spc="-270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125" dirty="0">
                <a:latin typeface="Century Gothic"/>
                <a:cs typeface="Century Gothic"/>
              </a:rPr>
              <a:t>BD</a:t>
            </a:r>
            <a:r>
              <a:rPr sz="3000" spc="-55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59" dirty="0">
                <a:latin typeface="Century Gothic"/>
                <a:cs typeface="Century Gothic"/>
              </a:rPr>
              <a:t>e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á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85" dirty="0">
                <a:latin typeface="Century Gothic"/>
                <a:cs typeface="Century Gothic"/>
              </a:rPr>
              <a:t>no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0" dirty="0">
                <a:latin typeface="Century Gothic"/>
                <a:cs typeface="Century Gothic"/>
              </a:rPr>
              <a:t>b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335" dirty="0">
                <a:latin typeface="Century Gothic"/>
                <a:cs typeface="Century Gothic"/>
              </a:rPr>
              <a:t>u</a:t>
            </a:r>
            <a:r>
              <a:rPr sz="3000" spc="-355" dirty="0">
                <a:latin typeface="Century Gothic"/>
                <a:cs typeface="Century Gothic"/>
              </a:rPr>
              <a:t>a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25" dirty="0">
                <a:latin typeface="Century Gothic"/>
                <a:cs typeface="Century Gothic"/>
              </a:rPr>
              <a:t> </a:t>
            </a:r>
            <a:r>
              <a:rPr sz="3000" dirty="0">
                <a:latin typeface="Century Gothic"/>
                <a:cs typeface="Century Gothic"/>
              </a:rPr>
              <a:t>S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r>
              <a:rPr sz="3000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. </a:t>
            </a:r>
            <a:r>
              <a:rPr sz="3000" spc="-430" dirty="0">
                <a:latin typeface="Century Gothic"/>
                <a:cs typeface="Century Gothic"/>
              </a:rPr>
              <a:t>q</a:t>
            </a:r>
            <a:r>
              <a:rPr sz="3000" spc="-355" dirty="0">
                <a:latin typeface="Century Gothic"/>
                <a:cs typeface="Century Gothic"/>
              </a:rPr>
              <a:t>u</a:t>
            </a:r>
            <a:r>
              <a:rPr sz="3000" spc="-37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60" dirty="0">
                <a:latin typeface="Century Gothic"/>
                <a:cs typeface="Century Gothic"/>
              </a:rPr>
              <a:t>h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375" dirty="0">
                <a:latin typeface="Century Gothic"/>
                <a:cs typeface="Century Gothic"/>
              </a:rPr>
              <a:t>y</a:t>
            </a:r>
            <a:r>
              <a:rPr sz="3000" spc="-475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100" dirty="0">
                <a:latin typeface="Century Gothic"/>
                <a:cs typeface="Century Gothic"/>
              </a:rPr>
              <a:t>j</a:t>
            </a:r>
            <a:r>
              <a:rPr sz="3000" spc="-290" dirty="0">
                <a:latin typeface="Century Gothic"/>
                <a:cs typeface="Century Gothic"/>
              </a:rPr>
              <a:t>e</a:t>
            </a:r>
            <a:r>
              <a:rPr sz="3000" spc="-434" dirty="0">
                <a:latin typeface="Century Gothic"/>
                <a:cs typeface="Century Gothic"/>
              </a:rPr>
              <a:t>c</a:t>
            </a:r>
            <a:r>
              <a:rPr sz="3000" spc="-400" dirty="0">
                <a:latin typeface="Century Gothic"/>
                <a:cs typeface="Century Gothic"/>
              </a:rPr>
              <a:t>u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12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30" dirty="0">
                <a:latin typeface="Century Gothic"/>
                <a:cs typeface="Century Gothic"/>
              </a:rPr>
              <a:t>q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</a:pPr>
            <a:endParaRPr sz="3000">
              <a:latin typeface="Times New Roman"/>
              <a:cs typeface="Times New Roman"/>
            </a:endParaRPr>
          </a:p>
          <a:p>
            <a:pPr marL="12700" marR="41275">
              <a:lnSpc>
                <a:spcPts val="3579"/>
              </a:lnSpc>
              <a:spcBef>
                <a:spcPts val="2525"/>
              </a:spcBef>
            </a:pPr>
            <a:r>
              <a:rPr sz="3000" dirty="0">
                <a:latin typeface="Century Gothic"/>
                <a:cs typeface="Century Gothic"/>
              </a:rPr>
              <a:t>S</a:t>
            </a:r>
            <a:r>
              <a:rPr sz="3000" spc="80" dirty="0">
                <a:latin typeface="Century Gothic"/>
                <a:cs typeface="Century Gothic"/>
              </a:rPr>
              <a:t>i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29" dirty="0">
                <a:latin typeface="Century Gothic"/>
                <a:cs typeface="Century Gothic"/>
              </a:rPr>
              <a:t>cif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509" dirty="0">
                <a:latin typeface="Century Gothic"/>
                <a:cs typeface="Century Gothic"/>
              </a:rPr>
              <a:t>c</a:t>
            </a:r>
            <a:r>
              <a:rPr sz="3000" spc="-535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b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90" dirty="0">
                <a:latin typeface="Century Gothic"/>
                <a:cs typeface="Century Gothic"/>
              </a:rPr>
              <a:t>: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-515" dirty="0">
                <a:latin typeface="Century Gothic"/>
                <a:cs typeface="Century Gothic"/>
              </a:rPr>
              <a:t>m</a:t>
            </a:r>
            <a:r>
              <a:rPr sz="3000" spc="-370" dirty="0">
                <a:latin typeface="Century Gothic"/>
                <a:cs typeface="Century Gothic"/>
              </a:rPr>
              <a:t>b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65" dirty="0">
                <a:latin typeface="Century Gothic"/>
                <a:cs typeface="Century Gothic"/>
              </a:rPr>
              <a:t>é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515" dirty="0">
                <a:latin typeface="Century Gothic"/>
                <a:cs typeface="Century Gothic"/>
              </a:rPr>
              <a:t>m</a:t>
            </a:r>
            <a:r>
              <a:rPr sz="3000" spc="-355" dirty="0">
                <a:latin typeface="Century Gothic"/>
                <a:cs typeface="Century Gothic"/>
              </a:rPr>
              <a:t>a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á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114" dirty="0">
                <a:latin typeface="Century Gothic"/>
                <a:cs typeface="Century Gothic"/>
              </a:rPr>
              <a:t> 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300" dirty="0">
                <a:latin typeface="Century Gothic"/>
                <a:cs typeface="Century Gothic"/>
              </a:rPr>
              <a:t>o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0" dirty="0">
                <a:latin typeface="Century Gothic"/>
                <a:cs typeface="Century Gothic"/>
              </a:rPr>
              <a:t>b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170" dirty="0">
                <a:latin typeface="Century Gothic"/>
                <a:cs typeface="Century Gothic"/>
              </a:rPr>
              <a:t>u</a:t>
            </a:r>
            <a:r>
              <a:rPr sz="3000" spc="-105" dirty="0">
                <a:latin typeface="Century Gothic"/>
                <a:cs typeface="Century Gothic"/>
              </a:rPr>
              <a:t>s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55" dirty="0">
                <a:latin typeface="Century Gothic"/>
                <a:cs typeface="Century Gothic"/>
              </a:rPr>
              <a:t>i</a:t>
            </a:r>
            <a:r>
              <a:rPr sz="3000" spc="-160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q</a:t>
            </a:r>
            <a:r>
              <a:rPr sz="3000" spc="-355" dirty="0">
                <a:latin typeface="Century Gothic"/>
                <a:cs typeface="Century Gothic"/>
              </a:rPr>
              <a:t>u</a:t>
            </a:r>
            <a:r>
              <a:rPr sz="3000" spc="-375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100" dirty="0">
                <a:latin typeface="Century Gothic"/>
                <a:cs typeface="Century Gothic"/>
              </a:rPr>
              <a:t>j</a:t>
            </a:r>
            <a:r>
              <a:rPr sz="3000" spc="-290" dirty="0">
                <a:latin typeface="Century Gothic"/>
                <a:cs typeface="Century Gothic"/>
              </a:rPr>
              <a:t>e</a:t>
            </a:r>
            <a:r>
              <a:rPr sz="3000" spc="-434" dirty="0">
                <a:latin typeface="Century Gothic"/>
                <a:cs typeface="Century Gothic"/>
              </a:rPr>
              <a:t>c</a:t>
            </a:r>
            <a:r>
              <a:rPr sz="3000" spc="-400" dirty="0">
                <a:latin typeface="Century Gothic"/>
                <a:cs typeface="Century Gothic"/>
              </a:rPr>
              <a:t>u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80" dirty="0">
                <a:latin typeface="Century Gothic"/>
                <a:cs typeface="Century Gothic"/>
              </a:rPr>
              <a:t>l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30" dirty="0">
                <a:latin typeface="Century Gothic"/>
                <a:cs typeface="Century Gothic"/>
              </a:rPr>
              <a:t>q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30" dirty="0">
                <a:latin typeface="Century Gothic"/>
                <a:cs typeface="Century Gothic"/>
              </a:rPr>
              <a:t>, </a:t>
            </a:r>
            <a:r>
              <a:rPr sz="3000" spc="-310" dirty="0">
                <a:latin typeface="Century Gothic"/>
                <a:cs typeface="Century Gothic"/>
              </a:rPr>
              <a:t>(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15" dirty="0">
                <a:latin typeface="Century Gothic"/>
                <a:cs typeface="Century Gothic"/>
              </a:rPr>
              <a:t>b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-200" dirty="0">
                <a:latin typeface="Century Gothic"/>
                <a:cs typeface="Century Gothic"/>
              </a:rPr>
              <a:t> </a:t>
            </a:r>
            <a:r>
              <a:rPr sz="3000" spc="-440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75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375" dirty="0">
                <a:latin typeface="Century Gothic"/>
                <a:cs typeface="Century Gothic"/>
              </a:rPr>
              <a:t>c</a:t>
            </a:r>
            <a:r>
              <a:rPr sz="3000" spc="-17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85" dirty="0">
                <a:latin typeface="Century Gothic"/>
                <a:cs typeface="Century Gothic"/>
              </a:rPr>
              <a:t>l</a:t>
            </a:r>
            <a:r>
              <a:rPr sz="3000" spc="-270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110" dirty="0">
                <a:latin typeface="Century Gothic"/>
                <a:cs typeface="Century Gothic"/>
              </a:rPr>
              <a:t>B</a:t>
            </a:r>
            <a:r>
              <a:rPr sz="3000" spc="-135" dirty="0">
                <a:latin typeface="Century Gothic"/>
                <a:cs typeface="Century Gothic"/>
              </a:rPr>
              <a:t>D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55" dirty="0">
                <a:latin typeface="Century Gothic"/>
                <a:cs typeface="Century Gothic"/>
              </a:rPr>
              <a:t>c</a:t>
            </a:r>
            <a:r>
              <a:rPr sz="3000" spc="-425" dirty="0">
                <a:latin typeface="Century Gothic"/>
                <a:cs typeface="Century Gothic"/>
              </a:rPr>
              <a:t>h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85" dirty="0">
                <a:latin typeface="Century Gothic"/>
                <a:cs typeface="Century Gothic"/>
              </a:rPr>
              <a:t>no</a:t>
            </a:r>
            <a:r>
              <a:rPr sz="3000" spc="-515" dirty="0">
                <a:latin typeface="Century Gothic"/>
                <a:cs typeface="Century Gothic"/>
              </a:rPr>
              <a:t>m</a:t>
            </a:r>
            <a:r>
              <a:rPr sz="3000" spc="-355" dirty="0">
                <a:latin typeface="Century Gothic"/>
                <a:cs typeface="Century Gothic"/>
              </a:rPr>
              <a:t>b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145" dirty="0">
                <a:latin typeface="Century Gothic"/>
                <a:cs typeface="Century Gothic"/>
              </a:rPr>
              <a:t>).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9177655" cy="3306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27630">
              <a:lnSpc>
                <a:spcPct val="100000"/>
              </a:lnSpc>
            </a:pPr>
            <a:r>
              <a:rPr sz="4400" spc="-46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44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39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ex</a:t>
            </a:r>
            <a:r>
              <a:rPr sz="4400" spc="-14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40" dirty="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6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85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endParaRPr sz="4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269"/>
              </a:spcBef>
            </a:pPr>
            <a:r>
              <a:rPr sz="3200" spc="-85" dirty="0">
                <a:latin typeface="Century Gothic"/>
                <a:cs typeface="Century Gothic"/>
              </a:rPr>
              <a:t>E</a:t>
            </a:r>
            <a:r>
              <a:rPr sz="3200" spc="-170" dirty="0">
                <a:latin typeface="Century Gothic"/>
                <a:cs typeface="Century Gothic"/>
              </a:rPr>
              <a:t>st</a:t>
            </a:r>
            <a:r>
              <a:rPr sz="3200" spc="-215" dirty="0">
                <a:latin typeface="Century Gothic"/>
                <a:cs typeface="Century Gothic"/>
              </a:rPr>
              <a:t>o</a:t>
            </a:r>
            <a:r>
              <a:rPr sz="3200" spc="-125" dirty="0">
                <a:latin typeface="Century Gothic"/>
                <a:cs typeface="Century Gothic"/>
              </a:rPr>
              <a:t>s</a:t>
            </a:r>
            <a:r>
              <a:rPr sz="3200" spc="35" dirty="0">
                <a:latin typeface="Century Gothic"/>
                <a:cs typeface="Century Gothic"/>
              </a:rPr>
              <a:t> </a:t>
            </a:r>
            <a:r>
              <a:rPr sz="3200" spc="-480" dirty="0">
                <a:latin typeface="Century Gothic"/>
                <a:cs typeface="Century Gothic"/>
              </a:rPr>
              <a:t>d</a:t>
            </a:r>
            <a:r>
              <a:rPr sz="3200" spc="-495" dirty="0">
                <a:latin typeface="Century Gothic"/>
                <a:cs typeface="Century Gothic"/>
              </a:rPr>
              <a:t>e</a:t>
            </a:r>
            <a:r>
              <a:rPr sz="3200" spc="-300" dirty="0">
                <a:latin typeface="Century Gothic"/>
                <a:cs typeface="Century Gothic"/>
              </a:rPr>
              <a:t>t</a:t>
            </a:r>
            <a:r>
              <a:rPr sz="3200" spc="-455" dirty="0">
                <a:latin typeface="Century Gothic"/>
                <a:cs typeface="Century Gothic"/>
              </a:rPr>
              <a:t>a</a:t>
            </a:r>
            <a:r>
              <a:rPr sz="3200" spc="85" dirty="0">
                <a:latin typeface="Century Gothic"/>
                <a:cs typeface="Century Gothic"/>
              </a:rPr>
              <a:t>l</a:t>
            </a:r>
            <a:r>
              <a:rPr sz="3200" spc="90" dirty="0">
                <a:latin typeface="Century Gothic"/>
                <a:cs typeface="Century Gothic"/>
              </a:rPr>
              <a:t>l</a:t>
            </a:r>
            <a:r>
              <a:rPr sz="3200" spc="-340" dirty="0">
                <a:latin typeface="Century Gothic"/>
                <a:cs typeface="Century Gothic"/>
              </a:rPr>
              <a:t>e</a:t>
            </a:r>
            <a:r>
              <a:rPr sz="3200" spc="-200" dirty="0">
                <a:latin typeface="Century Gothic"/>
                <a:cs typeface="Century Gothic"/>
              </a:rPr>
              <a:t>s</a:t>
            </a:r>
            <a:r>
              <a:rPr sz="3200" spc="35" dirty="0">
                <a:latin typeface="Century Gothic"/>
                <a:cs typeface="Century Gothic"/>
              </a:rPr>
              <a:t> </a:t>
            </a:r>
            <a:r>
              <a:rPr sz="3200" spc="-210" dirty="0">
                <a:latin typeface="Century Gothic"/>
                <a:cs typeface="Century Gothic"/>
              </a:rPr>
              <a:t>so</a:t>
            </a:r>
            <a:r>
              <a:rPr sz="3200" spc="-235" dirty="0">
                <a:latin typeface="Century Gothic"/>
                <a:cs typeface="Century Gothic"/>
              </a:rPr>
              <a:t>n</a:t>
            </a:r>
            <a:r>
              <a:rPr sz="3200" spc="30" dirty="0">
                <a:latin typeface="Century Gothic"/>
                <a:cs typeface="Century Gothic"/>
              </a:rPr>
              <a:t> </a:t>
            </a:r>
            <a:r>
              <a:rPr sz="3200" spc="-495" dirty="0">
                <a:latin typeface="Century Gothic"/>
                <a:cs typeface="Century Gothic"/>
              </a:rPr>
              <a:t>e</a:t>
            </a:r>
            <a:r>
              <a:rPr sz="3200" spc="-180" dirty="0">
                <a:latin typeface="Century Gothic"/>
                <a:cs typeface="Century Gothic"/>
              </a:rPr>
              <a:t>s</a:t>
            </a:r>
            <a:r>
              <a:rPr sz="3200" spc="-305" dirty="0">
                <a:latin typeface="Century Gothic"/>
                <a:cs typeface="Century Gothic"/>
              </a:rPr>
              <a:t>p</a:t>
            </a:r>
            <a:r>
              <a:rPr sz="3200" spc="-495" dirty="0">
                <a:latin typeface="Century Gothic"/>
                <a:cs typeface="Century Gothic"/>
              </a:rPr>
              <a:t>e</a:t>
            </a:r>
            <a:r>
              <a:rPr sz="3200" spc="-420" dirty="0">
                <a:latin typeface="Century Gothic"/>
                <a:cs typeface="Century Gothic"/>
              </a:rPr>
              <a:t>c</a:t>
            </a:r>
            <a:r>
              <a:rPr sz="3200" spc="-125" dirty="0">
                <a:latin typeface="Century Gothic"/>
                <a:cs typeface="Century Gothic"/>
              </a:rPr>
              <a:t>i</a:t>
            </a:r>
            <a:r>
              <a:rPr sz="3200" spc="-455" dirty="0">
                <a:latin typeface="Century Gothic"/>
                <a:cs typeface="Century Gothic"/>
              </a:rPr>
              <a:t>a</a:t>
            </a:r>
            <a:r>
              <a:rPr sz="3200" spc="85" dirty="0">
                <a:latin typeface="Century Gothic"/>
                <a:cs typeface="Century Gothic"/>
              </a:rPr>
              <a:t>l</a:t>
            </a:r>
            <a:r>
              <a:rPr sz="3200" spc="-484" dirty="0">
                <a:latin typeface="Century Gothic"/>
                <a:cs typeface="Century Gothic"/>
              </a:rPr>
              <a:t>m</a:t>
            </a:r>
            <a:r>
              <a:rPr sz="3200" spc="-495" dirty="0">
                <a:latin typeface="Century Gothic"/>
                <a:cs typeface="Century Gothic"/>
              </a:rPr>
              <a:t>e</a:t>
            </a:r>
            <a:r>
              <a:rPr sz="3200" spc="-295" dirty="0">
                <a:latin typeface="Century Gothic"/>
                <a:cs typeface="Century Gothic"/>
              </a:rPr>
              <a:t>n</a:t>
            </a:r>
            <a:r>
              <a:rPr sz="3200" spc="-300" dirty="0">
                <a:latin typeface="Century Gothic"/>
                <a:cs typeface="Century Gothic"/>
              </a:rPr>
              <a:t>t</a:t>
            </a:r>
            <a:r>
              <a:rPr sz="3200" spc="-500" dirty="0">
                <a:latin typeface="Century Gothic"/>
                <a:cs typeface="Century Gothic"/>
              </a:rPr>
              <a:t>e</a:t>
            </a:r>
            <a:r>
              <a:rPr sz="3200" spc="35" dirty="0">
                <a:latin typeface="Century Gothic"/>
                <a:cs typeface="Century Gothic"/>
              </a:rPr>
              <a:t> </a:t>
            </a:r>
            <a:r>
              <a:rPr sz="3200" spc="-275" dirty="0">
                <a:latin typeface="Century Gothic"/>
                <a:cs typeface="Century Gothic"/>
              </a:rPr>
              <a:t>ú</a:t>
            </a:r>
            <a:r>
              <a:rPr sz="3200" spc="-300" dirty="0">
                <a:latin typeface="Century Gothic"/>
                <a:cs typeface="Century Gothic"/>
              </a:rPr>
              <a:t>t</a:t>
            </a:r>
            <a:r>
              <a:rPr sz="3200" spc="90" dirty="0">
                <a:latin typeface="Century Gothic"/>
                <a:cs typeface="Century Gothic"/>
              </a:rPr>
              <a:t>i</a:t>
            </a:r>
            <a:r>
              <a:rPr sz="3200" spc="85" dirty="0">
                <a:latin typeface="Century Gothic"/>
                <a:cs typeface="Century Gothic"/>
              </a:rPr>
              <a:t>l</a:t>
            </a:r>
            <a:r>
              <a:rPr sz="3200" spc="-495" dirty="0">
                <a:latin typeface="Century Gothic"/>
                <a:cs typeface="Century Gothic"/>
              </a:rPr>
              <a:t>e</a:t>
            </a:r>
            <a:r>
              <a:rPr sz="3200" spc="35" dirty="0">
                <a:latin typeface="Century Gothic"/>
                <a:cs typeface="Century Gothic"/>
              </a:rPr>
              <a:t>s:</a:t>
            </a:r>
            <a:endParaRPr sz="3200">
              <a:latin typeface="Century Gothic"/>
              <a:cs typeface="Century Gothic"/>
            </a:endParaRPr>
          </a:p>
          <a:p>
            <a:pPr marL="228600" indent="-215900">
              <a:lnSpc>
                <a:spcPct val="100000"/>
              </a:lnSpc>
              <a:spcBef>
                <a:spcPts val="1120"/>
              </a:spcBef>
              <a:buSzPct val="43750"/>
              <a:buFont typeface="MS Gothic"/>
              <a:buChar char="●"/>
              <a:tabLst>
                <a:tab pos="228600" algn="l"/>
              </a:tabLst>
            </a:pPr>
            <a:r>
              <a:rPr sz="3200" spc="-300" dirty="0">
                <a:latin typeface="Century Gothic"/>
                <a:cs typeface="Century Gothic"/>
              </a:rPr>
              <a:t>P</a:t>
            </a:r>
            <a:r>
              <a:rPr sz="3200" spc="-455" dirty="0">
                <a:latin typeface="Century Gothic"/>
                <a:cs typeface="Century Gothic"/>
              </a:rPr>
              <a:t>a</a:t>
            </a:r>
            <a:r>
              <a:rPr sz="3200" spc="35" dirty="0">
                <a:latin typeface="Century Gothic"/>
                <a:cs typeface="Century Gothic"/>
              </a:rPr>
              <a:t>r</a:t>
            </a:r>
            <a:r>
              <a:rPr sz="3200" spc="-459" dirty="0">
                <a:latin typeface="Century Gothic"/>
                <a:cs typeface="Century Gothic"/>
              </a:rPr>
              <a:t>a</a:t>
            </a:r>
            <a:r>
              <a:rPr sz="3200" spc="45" dirty="0">
                <a:latin typeface="Century Gothic"/>
                <a:cs typeface="Century Gothic"/>
              </a:rPr>
              <a:t> </a:t>
            </a:r>
            <a:r>
              <a:rPr sz="3200" spc="-409" dirty="0">
                <a:latin typeface="Century Gothic"/>
                <a:cs typeface="Century Gothic"/>
              </a:rPr>
              <a:t>po</a:t>
            </a:r>
            <a:r>
              <a:rPr sz="3200" spc="-415" dirty="0">
                <a:latin typeface="Century Gothic"/>
                <a:cs typeface="Century Gothic"/>
              </a:rPr>
              <a:t>d</a:t>
            </a:r>
            <a:r>
              <a:rPr sz="3200" spc="-495" dirty="0">
                <a:latin typeface="Century Gothic"/>
                <a:cs typeface="Century Gothic"/>
              </a:rPr>
              <a:t>e</a:t>
            </a:r>
            <a:r>
              <a:rPr sz="3200" spc="35" dirty="0">
                <a:latin typeface="Century Gothic"/>
                <a:cs typeface="Century Gothic"/>
              </a:rPr>
              <a:t>r</a:t>
            </a:r>
            <a:r>
              <a:rPr sz="3200" spc="30" dirty="0">
                <a:latin typeface="Century Gothic"/>
                <a:cs typeface="Century Gothic"/>
              </a:rPr>
              <a:t> </a:t>
            </a:r>
            <a:r>
              <a:rPr sz="3200" spc="-415" dirty="0">
                <a:latin typeface="Century Gothic"/>
                <a:cs typeface="Century Gothic"/>
              </a:rPr>
              <a:t>con</a:t>
            </a:r>
            <a:r>
              <a:rPr sz="3200" spc="-495" dirty="0">
                <a:latin typeface="Century Gothic"/>
                <a:cs typeface="Century Gothic"/>
              </a:rPr>
              <a:t>e</a:t>
            </a:r>
            <a:r>
              <a:rPr sz="3200" spc="-465" dirty="0">
                <a:latin typeface="Century Gothic"/>
                <a:cs typeface="Century Gothic"/>
              </a:rPr>
              <a:t>ct</a:t>
            </a:r>
            <a:r>
              <a:rPr sz="3200" spc="-455" dirty="0">
                <a:latin typeface="Century Gothic"/>
                <a:cs typeface="Century Gothic"/>
              </a:rPr>
              <a:t>a</a:t>
            </a:r>
            <a:r>
              <a:rPr sz="3200" spc="35" dirty="0">
                <a:latin typeface="Century Gothic"/>
                <a:cs typeface="Century Gothic"/>
              </a:rPr>
              <a:t>r</a:t>
            </a:r>
            <a:r>
              <a:rPr sz="3200" spc="40" dirty="0">
                <a:latin typeface="Century Gothic"/>
                <a:cs typeface="Century Gothic"/>
              </a:rPr>
              <a:t> </a:t>
            </a:r>
            <a:r>
              <a:rPr sz="3200" spc="-459" dirty="0">
                <a:latin typeface="Century Gothic"/>
                <a:cs typeface="Century Gothic"/>
              </a:rPr>
              <a:t>á</a:t>
            </a:r>
            <a:r>
              <a:rPr sz="3200" spc="-450" dirty="0">
                <a:latin typeface="Century Gothic"/>
                <a:cs typeface="Century Gothic"/>
              </a:rPr>
              <a:t>g</a:t>
            </a:r>
            <a:r>
              <a:rPr sz="3200" spc="90" dirty="0">
                <a:latin typeface="Century Gothic"/>
                <a:cs typeface="Century Gothic"/>
              </a:rPr>
              <a:t>i</a:t>
            </a:r>
            <a:r>
              <a:rPr sz="3200" spc="85" dirty="0">
                <a:latin typeface="Century Gothic"/>
                <a:cs typeface="Century Gothic"/>
              </a:rPr>
              <a:t>l</a:t>
            </a:r>
            <a:r>
              <a:rPr sz="3200" spc="-484" dirty="0">
                <a:latin typeface="Century Gothic"/>
                <a:cs typeface="Century Gothic"/>
              </a:rPr>
              <a:t>m</a:t>
            </a:r>
            <a:r>
              <a:rPr sz="3200" spc="-495" dirty="0">
                <a:latin typeface="Century Gothic"/>
                <a:cs typeface="Century Gothic"/>
              </a:rPr>
              <a:t>e</a:t>
            </a:r>
            <a:r>
              <a:rPr sz="3200" spc="-295" dirty="0">
                <a:latin typeface="Century Gothic"/>
                <a:cs typeface="Century Gothic"/>
              </a:rPr>
              <a:t>n</a:t>
            </a:r>
            <a:r>
              <a:rPr sz="3200" spc="-300" dirty="0">
                <a:latin typeface="Century Gothic"/>
                <a:cs typeface="Century Gothic"/>
              </a:rPr>
              <a:t>t</a:t>
            </a:r>
            <a:r>
              <a:rPr sz="3200" spc="-500" dirty="0">
                <a:latin typeface="Century Gothic"/>
                <a:cs typeface="Century Gothic"/>
              </a:rPr>
              <a:t>e</a:t>
            </a:r>
            <a:r>
              <a:rPr sz="3200" spc="35" dirty="0">
                <a:latin typeface="Century Gothic"/>
                <a:cs typeface="Century Gothic"/>
              </a:rPr>
              <a:t> </a:t>
            </a:r>
            <a:r>
              <a:rPr sz="3200" spc="-620" dirty="0">
                <a:latin typeface="Century Gothic"/>
                <a:cs typeface="Century Gothic"/>
              </a:rPr>
              <a:t>c</a:t>
            </a:r>
            <a:r>
              <a:rPr sz="3200" spc="-325" dirty="0">
                <a:latin typeface="Century Gothic"/>
                <a:cs typeface="Century Gothic"/>
              </a:rPr>
              <a:t>o</a:t>
            </a:r>
            <a:r>
              <a:rPr sz="3200" spc="-295" dirty="0">
                <a:latin typeface="Century Gothic"/>
                <a:cs typeface="Century Gothic"/>
              </a:rPr>
              <a:t>n</a:t>
            </a:r>
            <a:r>
              <a:rPr sz="3200" spc="30" dirty="0">
                <a:latin typeface="Century Gothic"/>
                <a:cs typeface="Century Gothic"/>
              </a:rPr>
              <a:t> </a:t>
            </a:r>
            <a:r>
              <a:rPr sz="3200" spc="-300" dirty="0">
                <a:latin typeface="Century Gothic"/>
                <a:cs typeface="Century Gothic"/>
              </a:rPr>
              <a:t>P</a:t>
            </a:r>
            <a:r>
              <a:rPr sz="3200" spc="-215" dirty="0">
                <a:latin typeface="Century Gothic"/>
                <a:cs typeface="Century Gothic"/>
              </a:rPr>
              <a:t>o</a:t>
            </a:r>
            <a:r>
              <a:rPr sz="3200" spc="-125" dirty="0">
                <a:latin typeface="Century Gothic"/>
                <a:cs typeface="Century Gothic"/>
              </a:rPr>
              <a:t>s</a:t>
            </a:r>
            <a:r>
              <a:rPr sz="3200" spc="-300" dirty="0">
                <a:latin typeface="Century Gothic"/>
                <a:cs typeface="Century Gothic"/>
              </a:rPr>
              <a:t>t</a:t>
            </a:r>
            <a:r>
              <a:rPr sz="3200" spc="-430" dirty="0">
                <a:latin typeface="Century Gothic"/>
                <a:cs typeface="Century Gothic"/>
              </a:rPr>
              <a:t>g</a:t>
            </a:r>
            <a:r>
              <a:rPr sz="3200" spc="35" dirty="0">
                <a:latin typeface="Century Gothic"/>
                <a:cs typeface="Century Gothic"/>
              </a:rPr>
              <a:t>r</a:t>
            </a:r>
            <a:r>
              <a:rPr sz="3200" spc="-300" dirty="0">
                <a:latin typeface="Century Gothic"/>
                <a:cs typeface="Century Gothic"/>
              </a:rPr>
              <a:t>e</a:t>
            </a:r>
            <a:r>
              <a:rPr sz="3200" spc="-225" dirty="0">
                <a:latin typeface="Century Gothic"/>
                <a:cs typeface="Century Gothic"/>
              </a:rPr>
              <a:t>S</a:t>
            </a:r>
            <a:r>
              <a:rPr sz="3200" spc="-114" dirty="0">
                <a:latin typeface="Century Gothic"/>
                <a:cs typeface="Century Gothic"/>
              </a:rPr>
              <a:t>Q</a:t>
            </a:r>
            <a:r>
              <a:rPr sz="3200" spc="-65" dirty="0">
                <a:latin typeface="Century Gothic"/>
                <a:cs typeface="Century Gothic"/>
              </a:rPr>
              <a:t>L</a:t>
            </a:r>
            <a:r>
              <a:rPr sz="3200" spc="35" dirty="0">
                <a:latin typeface="Century Gothic"/>
                <a:cs typeface="Century Gothic"/>
              </a:rPr>
              <a:t>.</a:t>
            </a:r>
            <a:endParaRPr sz="3200">
              <a:latin typeface="Century Gothic"/>
              <a:cs typeface="Century Gothic"/>
            </a:endParaRPr>
          </a:p>
          <a:p>
            <a:pPr marL="228600" indent="-215900">
              <a:lnSpc>
                <a:spcPct val="100000"/>
              </a:lnSpc>
              <a:spcBef>
                <a:spcPts val="840"/>
              </a:spcBef>
              <a:buSzPct val="43750"/>
              <a:buFont typeface="MS Gothic"/>
              <a:buChar char="●"/>
              <a:tabLst>
                <a:tab pos="228600" algn="l"/>
              </a:tabLst>
            </a:pPr>
            <a:r>
              <a:rPr sz="3200" spc="-330" dirty="0">
                <a:latin typeface="Century Gothic"/>
                <a:cs typeface="Century Gothic"/>
              </a:rPr>
              <a:t>C</a:t>
            </a:r>
            <a:r>
              <a:rPr sz="3200" spc="-325" dirty="0">
                <a:latin typeface="Century Gothic"/>
                <a:cs typeface="Century Gothic"/>
              </a:rPr>
              <a:t>o</a:t>
            </a:r>
            <a:r>
              <a:rPr sz="3200" spc="-295" dirty="0">
                <a:latin typeface="Century Gothic"/>
                <a:cs typeface="Century Gothic"/>
              </a:rPr>
              <a:t>n</a:t>
            </a:r>
            <a:r>
              <a:rPr sz="3200" spc="-495" dirty="0">
                <a:latin typeface="Century Gothic"/>
                <a:cs typeface="Century Gothic"/>
              </a:rPr>
              <a:t>e</a:t>
            </a:r>
            <a:r>
              <a:rPr sz="3200" spc="-610" dirty="0">
                <a:latin typeface="Century Gothic"/>
                <a:cs typeface="Century Gothic"/>
              </a:rPr>
              <a:t>c</a:t>
            </a:r>
            <a:r>
              <a:rPr sz="3200" spc="-315" dirty="0">
                <a:latin typeface="Century Gothic"/>
                <a:cs typeface="Century Gothic"/>
              </a:rPr>
              <a:t>t</a:t>
            </a:r>
            <a:r>
              <a:rPr sz="3200" spc="-455" dirty="0">
                <a:latin typeface="Century Gothic"/>
                <a:cs typeface="Century Gothic"/>
              </a:rPr>
              <a:t>a</a:t>
            </a:r>
            <a:r>
              <a:rPr sz="3200" spc="25" dirty="0">
                <a:latin typeface="Century Gothic"/>
                <a:cs typeface="Century Gothic"/>
              </a:rPr>
              <a:t>r</a:t>
            </a:r>
            <a:r>
              <a:rPr sz="3200" spc="-25" dirty="0">
                <a:latin typeface="Century Gothic"/>
                <a:cs typeface="Century Gothic"/>
              </a:rPr>
              <a:t>s</a:t>
            </a:r>
            <a:r>
              <a:rPr sz="3200" spc="-500" dirty="0">
                <a:latin typeface="Century Gothic"/>
                <a:cs typeface="Century Gothic"/>
              </a:rPr>
              <a:t>e</a:t>
            </a:r>
            <a:r>
              <a:rPr sz="3200" spc="40" dirty="0">
                <a:latin typeface="Century Gothic"/>
                <a:cs typeface="Century Gothic"/>
              </a:rPr>
              <a:t> </a:t>
            </a:r>
            <a:r>
              <a:rPr sz="3200" spc="85" dirty="0">
                <a:latin typeface="Century Gothic"/>
                <a:cs typeface="Century Gothic"/>
              </a:rPr>
              <a:t>i</a:t>
            </a:r>
            <a:r>
              <a:rPr sz="3200" spc="-295" dirty="0">
                <a:latin typeface="Century Gothic"/>
                <a:cs typeface="Century Gothic"/>
              </a:rPr>
              <a:t>n</a:t>
            </a:r>
            <a:r>
              <a:rPr sz="3200" spc="-300" dirty="0">
                <a:latin typeface="Century Gothic"/>
                <a:cs typeface="Century Gothic"/>
              </a:rPr>
              <a:t>t</a:t>
            </a:r>
            <a:r>
              <a:rPr sz="3200" spc="35" dirty="0">
                <a:latin typeface="Century Gothic"/>
                <a:cs typeface="Century Gothic"/>
              </a:rPr>
              <a:t>r</a:t>
            </a:r>
            <a:r>
              <a:rPr sz="3200" spc="-370" dirty="0">
                <a:latin typeface="Century Gothic"/>
                <a:cs typeface="Century Gothic"/>
              </a:rPr>
              <a:t>od</a:t>
            </a:r>
            <a:r>
              <a:rPr sz="3200" spc="-325" dirty="0">
                <a:latin typeface="Century Gothic"/>
                <a:cs typeface="Century Gothic"/>
              </a:rPr>
              <a:t>u</a:t>
            </a:r>
            <a:r>
              <a:rPr sz="3200" spc="-420" dirty="0">
                <a:latin typeface="Century Gothic"/>
                <a:cs typeface="Century Gothic"/>
              </a:rPr>
              <a:t>c</a:t>
            </a:r>
            <a:r>
              <a:rPr sz="3200" spc="-125" dirty="0">
                <a:latin typeface="Century Gothic"/>
                <a:cs typeface="Century Gothic"/>
              </a:rPr>
              <a:t>i</a:t>
            </a:r>
            <a:r>
              <a:rPr sz="3200" spc="-425" dirty="0">
                <a:latin typeface="Century Gothic"/>
                <a:cs typeface="Century Gothic"/>
              </a:rPr>
              <a:t>e</a:t>
            </a:r>
            <a:r>
              <a:rPr sz="3200" spc="-395" dirty="0">
                <a:latin typeface="Century Gothic"/>
                <a:cs typeface="Century Gothic"/>
              </a:rPr>
              <a:t>n</a:t>
            </a:r>
            <a:r>
              <a:rPr sz="3200" spc="-480" dirty="0">
                <a:latin typeface="Century Gothic"/>
                <a:cs typeface="Century Gothic"/>
              </a:rPr>
              <a:t>d</a:t>
            </a:r>
            <a:r>
              <a:rPr sz="3200" spc="-315" dirty="0">
                <a:latin typeface="Century Gothic"/>
                <a:cs typeface="Century Gothic"/>
              </a:rPr>
              <a:t>o</a:t>
            </a:r>
            <a:r>
              <a:rPr sz="3200" spc="30" dirty="0">
                <a:latin typeface="Century Gothic"/>
                <a:cs typeface="Century Gothic"/>
              </a:rPr>
              <a:t> </a:t>
            </a:r>
            <a:r>
              <a:rPr sz="3200" spc="-25" dirty="0">
                <a:latin typeface="Century Gothic"/>
                <a:cs typeface="Century Gothic"/>
              </a:rPr>
              <a:t>s</a:t>
            </a:r>
            <a:r>
              <a:rPr sz="3200" spc="-325" dirty="0">
                <a:latin typeface="Century Gothic"/>
                <a:cs typeface="Century Gothic"/>
              </a:rPr>
              <a:t>ó</a:t>
            </a:r>
            <a:r>
              <a:rPr sz="3200" spc="90" dirty="0">
                <a:latin typeface="Century Gothic"/>
                <a:cs typeface="Century Gothic"/>
              </a:rPr>
              <a:t>l</a:t>
            </a:r>
            <a:r>
              <a:rPr sz="3200" spc="-315" dirty="0">
                <a:latin typeface="Century Gothic"/>
                <a:cs typeface="Century Gothic"/>
              </a:rPr>
              <a:t>o</a:t>
            </a:r>
            <a:r>
              <a:rPr sz="3200" spc="30" dirty="0">
                <a:latin typeface="Century Gothic"/>
                <a:cs typeface="Century Gothic"/>
              </a:rPr>
              <a:t> </a:t>
            </a:r>
            <a:r>
              <a:rPr sz="3200" spc="-455" dirty="0">
                <a:latin typeface="Century Gothic"/>
                <a:cs typeface="Century Gothic"/>
              </a:rPr>
              <a:t>p</a:t>
            </a:r>
            <a:r>
              <a:rPr sz="3200" spc="-25" dirty="0">
                <a:latin typeface="Century Gothic"/>
                <a:cs typeface="Century Gothic"/>
              </a:rPr>
              <a:t>s</a:t>
            </a:r>
            <a:r>
              <a:rPr sz="3200" spc="-455" dirty="0">
                <a:latin typeface="Century Gothic"/>
                <a:cs typeface="Century Gothic"/>
              </a:rPr>
              <a:t>q</a:t>
            </a:r>
            <a:r>
              <a:rPr sz="3200" spc="85" dirty="0">
                <a:latin typeface="Century Gothic"/>
                <a:cs typeface="Century Gothic"/>
              </a:rPr>
              <a:t>l</a:t>
            </a:r>
            <a:r>
              <a:rPr sz="3200" spc="35" dirty="0">
                <a:latin typeface="Century Gothic"/>
                <a:cs typeface="Century Gothic"/>
              </a:rPr>
              <a:t>, </a:t>
            </a:r>
            <a:r>
              <a:rPr sz="3200" spc="40" dirty="0">
                <a:latin typeface="Century Gothic"/>
                <a:cs typeface="Century Gothic"/>
              </a:rPr>
              <a:t>s</a:t>
            </a:r>
            <a:r>
              <a:rPr sz="3200" spc="25" dirty="0">
                <a:latin typeface="Century Gothic"/>
                <a:cs typeface="Century Gothic"/>
              </a:rPr>
              <a:t>i</a:t>
            </a:r>
            <a:r>
              <a:rPr sz="3200" spc="-295" dirty="0">
                <a:latin typeface="Century Gothic"/>
                <a:cs typeface="Century Gothic"/>
              </a:rPr>
              <a:t>n</a:t>
            </a:r>
            <a:r>
              <a:rPr sz="3200" spc="40" dirty="0">
                <a:latin typeface="Century Gothic"/>
                <a:cs typeface="Century Gothic"/>
              </a:rPr>
              <a:t> </a:t>
            </a:r>
            <a:r>
              <a:rPr sz="3200" spc="-225" dirty="0">
                <a:latin typeface="Century Gothic"/>
                <a:cs typeface="Century Gothic"/>
              </a:rPr>
              <a:t>ar</a:t>
            </a:r>
            <a:r>
              <a:rPr sz="3200" spc="-430" dirty="0">
                <a:latin typeface="Century Gothic"/>
                <a:cs typeface="Century Gothic"/>
              </a:rPr>
              <a:t>g</a:t>
            </a:r>
            <a:r>
              <a:rPr sz="3200" spc="-265" dirty="0">
                <a:latin typeface="Century Gothic"/>
                <a:cs typeface="Century Gothic"/>
              </a:rPr>
              <a:t>u</a:t>
            </a:r>
            <a:r>
              <a:rPr sz="3200" spc="-484" dirty="0">
                <a:latin typeface="Century Gothic"/>
                <a:cs typeface="Century Gothic"/>
              </a:rPr>
              <a:t>m</a:t>
            </a:r>
            <a:r>
              <a:rPr sz="3200" spc="-425" dirty="0">
                <a:latin typeface="Century Gothic"/>
                <a:cs typeface="Century Gothic"/>
              </a:rPr>
              <a:t>e</a:t>
            </a:r>
            <a:r>
              <a:rPr sz="3200" spc="-395" dirty="0">
                <a:latin typeface="Century Gothic"/>
                <a:cs typeface="Century Gothic"/>
              </a:rPr>
              <a:t>n</a:t>
            </a:r>
            <a:r>
              <a:rPr sz="3200" spc="-300" dirty="0">
                <a:latin typeface="Century Gothic"/>
                <a:cs typeface="Century Gothic"/>
              </a:rPr>
              <a:t>t</a:t>
            </a:r>
            <a:r>
              <a:rPr sz="3200" spc="-105" dirty="0">
                <a:latin typeface="Century Gothic"/>
                <a:cs typeface="Century Gothic"/>
              </a:rPr>
              <a:t>os.</a:t>
            </a:r>
            <a:endParaRPr sz="3200">
              <a:latin typeface="Century Gothic"/>
              <a:cs typeface="Century Gothic"/>
            </a:endParaRPr>
          </a:p>
          <a:p>
            <a:pPr marL="228600" indent="-215900">
              <a:lnSpc>
                <a:spcPct val="100000"/>
              </a:lnSpc>
              <a:spcBef>
                <a:spcPts val="840"/>
              </a:spcBef>
              <a:buSzPct val="43750"/>
              <a:buFont typeface="MS Gothic"/>
              <a:buChar char="●"/>
              <a:tabLst>
                <a:tab pos="228600" algn="l"/>
              </a:tabLst>
            </a:pPr>
            <a:r>
              <a:rPr sz="3200" spc="-270" dirty="0">
                <a:latin typeface="Century Gothic"/>
                <a:cs typeface="Century Gothic"/>
              </a:rPr>
              <a:t>R</a:t>
            </a:r>
            <a:r>
              <a:rPr sz="3200" spc="-340" dirty="0">
                <a:latin typeface="Century Gothic"/>
                <a:cs typeface="Century Gothic"/>
              </a:rPr>
              <a:t>e</a:t>
            </a:r>
            <a:r>
              <a:rPr sz="3200" spc="-200" dirty="0">
                <a:latin typeface="Century Gothic"/>
                <a:cs typeface="Century Gothic"/>
              </a:rPr>
              <a:t>s</a:t>
            </a:r>
            <a:r>
              <a:rPr sz="3200" spc="-275" dirty="0">
                <a:latin typeface="Century Gothic"/>
                <a:cs typeface="Century Gothic"/>
              </a:rPr>
              <a:t>u</a:t>
            </a:r>
            <a:r>
              <a:rPr sz="3200" spc="85" dirty="0">
                <a:latin typeface="Century Gothic"/>
                <a:cs typeface="Century Gothic"/>
              </a:rPr>
              <a:t>l</a:t>
            </a:r>
            <a:r>
              <a:rPr sz="3200" spc="-295" dirty="0">
                <a:latin typeface="Century Gothic"/>
                <a:cs typeface="Century Gothic"/>
              </a:rPr>
              <a:t>t</a:t>
            </a:r>
            <a:r>
              <a:rPr sz="3200" spc="-459" dirty="0">
                <a:latin typeface="Century Gothic"/>
                <a:cs typeface="Century Gothic"/>
              </a:rPr>
              <a:t>a</a:t>
            </a:r>
            <a:r>
              <a:rPr sz="3200" spc="40" dirty="0">
                <a:latin typeface="Century Gothic"/>
                <a:cs typeface="Century Gothic"/>
              </a:rPr>
              <a:t> </a:t>
            </a:r>
            <a:r>
              <a:rPr sz="3200" spc="-484" dirty="0">
                <a:latin typeface="Century Gothic"/>
                <a:cs typeface="Century Gothic"/>
              </a:rPr>
              <a:t>m</a:t>
            </a:r>
            <a:r>
              <a:rPr sz="3200" spc="-275" dirty="0">
                <a:latin typeface="Century Gothic"/>
                <a:cs typeface="Century Gothic"/>
              </a:rPr>
              <a:t>u</a:t>
            </a:r>
            <a:r>
              <a:rPr sz="3200" spc="-430" dirty="0">
                <a:latin typeface="Century Gothic"/>
                <a:cs typeface="Century Gothic"/>
              </a:rPr>
              <a:t>y</a:t>
            </a:r>
            <a:r>
              <a:rPr sz="3200" spc="35" dirty="0">
                <a:latin typeface="Century Gothic"/>
                <a:cs typeface="Century Gothic"/>
              </a:rPr>
              <a:t> </a:t>
            </a:r>
            <a:r>
              <a:rPr sz="3200" spc="-620" dirty="0">
                <a:latin typeface="Century Gothic"/>
                <a:cs typeface="Century Gothic"/>
              </a:rPr>
              <a:t>c</a:t>
            </a:r>
            <a:r>
              <a:rPr sz="3200" spc="-325" dirty="0">
                <a:latin typeface="Century Gothic"/>
                <a:cs typeface="Century Gothic"/>
              </a:rPr>
              <a:t>o</a:t>
            </a:r>
            <a:r>
              <a:rPr sz="3200" spc="-295" dirty="0">
                <a:latin typeface="Century Gothic"/>
                <a:cs typeface="Century Gothic"/>
              </a:rPr>
              <a:t>n</a:t>
            </a:r>
            <a:r>
              <a:rPr sz="3200" spc="-409" dirty="0">
                <a:latin typeface="Century Gothic"/>
                <a:cs typeface="Century Gothic"/>
              </a:rPr>
              <a:t>v</a:t>
            </a:r>
            <a:r>
              <a:rPr sz="3200" spc="-495" dirty="0">
                <a:latin typeface="Century Gothic"/>
                <a:cs typeface="Century Gothic"/>
              </a:rPr>
              <a:t>e</a:t>
            </a:r>
            <a:r>
              <a:rPr sz="3200" spc="-305" dirty="0">
                <a:latin typeface="Century Gothic"/>
                <a:cs typeface="Century Gothic"/>
              </a:rPr>
              <a:t>n</a:t>
            </a:r>
            <a:r>
              <a:rPr sz="3200" spc="90" dirty="0">
                <a:latin typeface="Century Gothic"/>
                <a:cs typeface="Century Gothic"/>
              </a:rPr>
              <a:t>i</a:t>
            </a:r>
            <a:r>
              <a:rPr sz="3200" spc="-425" dirty="0">
                <a:latin typeface="Century Gothic"/>
                <a:cs typeface="Century Gothic"/>
              </a:rPr>
              <a:t>e</a:t>
            </a:r>
            <a:r>
              <a:rPr sz="3200" spc="-395" dirty="0">
                <a:latin typeface="Century Gothic"/>
                <a:cs typeface="Century Gothic"/>
              </a:rPr>
              <a:t>n</a:t>
            </a:r>
            <a:r>
              <a:rPr sz="3200" spc="-295" dirty="0">
                <a:latin typeface="Century Gothic"/>
                <a:cs typeface="Century Gothic"/>
              </a:rPr>
              <a:t>t</a:t>
            </a:r>
            <a:r>
              <a:rPr sz="3200" spc="-245" dirty="0">
                <a:latin typeface="Century Gothic"/>
                <a:cs typeface="Century Gothic"/>
              </a:rPr>
              <a:t>e.</a:t>
            </a:r>
            <a:endParaRPr sz="32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6403340" cy="1457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27630">
              <a:lnSpc>
                <a:spcPct val="100000"/>
              </a:lnSpc>
            </a:pPr>
            <a:r>
              <a:rPr sz="4400" spc="-46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44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39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ex</a:t>
            </a:r>
            <a:r>
              <a:rPr sz="4400" spc="-14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40" dirty="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6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85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endParaRPr sz="4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269"/>
              </a:spcBef>
            </a:pPr>
            <a:r>
              <a:rPr sz="3000" spc="-340" dirty="0">
                <a:latin typeface="Century Gothic"/>
                <a:cs typeface="Century Gothic"/>
              </a:rPr>
              <a:t>P</a:t>
            </a:r>
            <a:r>
              <a:rPr sz="3000" spc="-375" dirty="0">
                <a:latin typeface="Century Gothic"/>
                <a:cs typeface="Century Gothic"/>
              </a:rPr>
              <a:t>a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509" dirty="0">
                <a:latin typeface="Century Gothic"/>
                <a:cs typeface="Century Gothic"/>
              </a:rPr>
              <a:t>c</a:t>
            </a:r>
            <a:r>
              <a:rPr sz="3000" spc="-535" dirty="0">
                <a:latin typeface="Century Gothic"/>
                <a:cs typeface="Century Gothic"/>
              </a:rPr>
              <a:t>a</a:t>
            </a:r>
            <a:r>
              <a:rPr sz="3000" spc="-515" dirty="0">
                <a:latin typeface="Century Gothic"/>
                <a:cs typeface="Century Gothic"/>
              </a:rPr>
              <a:t>m</a:t>
            </a:r>
            <a:r>
              <a:rPr sz="3000" spc="-355" dirty="0">
                <a:latin typeface="Century Gothic"/>
                <a:cs typeface="Century Gothic"/>
              </a:rPr>
              <a:t>b</a:t>
            </a:r>
            <a:r>
              <a:rPr sz="3000" spc="-85" dirty="0">
                <a:latin typeface="Century Gothic"/>
                <a:cs typeface="Century Gothic"/>
              </a:rPr>
              <a:t>i</a:t>
            </a:r>
            <a:r>
              <a:rPr sz="3000" spc="-270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r </a:t>
            </a:r>
            <a:r>
              <a:rPr sz="3000" spc="-85" dirty="0">
                <a:latin typeface="Century Gothic"/>
                <a:cs typeface="Century Gothic"/>
              </a:rPr>
              <a:t>l</a:t>
            </a:r>
            <a:r>
              <a:rPr sz="3000" spc="-270" dirty="0">
                <a:latin typeface="Century Gothic"/>
                <a:cs typeface="Century Gothic"/>
              </a:rPr>
              <a:t>a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4" dirty="0">
                <a:latin typeface="Century Gothic"/>
                <a:cs typeface="Century Gothic"/>
              </a:rPr>
              <a:t>x</a:t>
            </a:r>
            <a:r>
              <a:rPr sz="3000" spc="-55" dirty="0">
                <a:latin typeface="Century Gothic"/>
                <a:cs typeface="Century Gothic"/>
              </a:rPr>
              <a:t>i</a:t>
            </a:r>
            <a:r>
              <a:rPr sz="3000" spc="-160" dirty="0">
                <a:latin typeface="Century Gothic"/>
                <a:cs typeface="Century Gothic"/>
              </a:rPr>
              <a:t>ó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endParaRPr sz="30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9580" y="3441700"/>
            <a:ext cx="5421630" cy="454659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3000" spc="-615" dirty="0">
                <a:latin typeface="Century Gothic"/>
                <a:cs typeface="Century Gothic"/>
              </a:rPr>
              <a:t>\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285" dirty="0">
                <a:latin typeface="Century Gothic"/>
                <a:cs typeface="Century Gothic"/>
              </a:rPr>
              <a:t>on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570" dirty="0">
                <a:latin typeface="Century Gothic"/>
                <a:cs typeface="Century Gothic"/>
              </a:rPr>
              <a:t>c</a:t>
            </a:r>
            <a:r>
              <a:rPr sz="3000" spc="-295" dirty="0">
                <a:latin typeface="Century Gothic"/>
                <a:cs typeface="Century Gothic"/>
              </a:rPr>
              <a:t>t</a:t>
            </a:r>
            <a:r>
              <a:rPr sz="3000" spc="25" dirty="0">
                <a:latin typeface="Century Gothic"/>
                <a:cs typeface="Century Gothic"/>
              </a:rPr>
              <a:t> </a:t>
            </a:r>
            <a:r>
              <a:rPr sz="3000" spc="-135" dirty="0">
                <a:latin typeface="Century Gothic"/>
                <a:cs typeface="Century Gothic"/>
              </a:rPr>
              <a:t>[</a:t>
            </a:r>
            <a:r>
              <a:rPr sz="3000" spc="-265" dirty="0">
                <a:latin typeface="Century Gothic"/>
                <a:cs typeface="Century Gothic"/>
              </a:rPr>
              <a:t>D</a:t>
            </a:r>
            <a:r>
              <a:rPr sz="3000" spc="-65" dirty="0">
                <a:latin typeface="Century Gothic"/>
                <a:cs typeface="Century Gothic"/>
              </a:rPr>
              <a:t>B</a:t>
            </a:r>
            <a:r>
              <a:rPr sz="3000" dirty="0">
                <a:latin typeface="Century Gothic"/>
                <a:cs typeface="Century Gothic"/>
              </a:rPr>
              <a:t>N</a:t>
            </a:r>
            <a:r>
              <a:rPr sz="3000" spc="-440" dirty="0">
                <a:latin typeface="Century Gothic"/>
                <a:cs typeface="Century Gothic"/>
              </a:rPr>
              <a:t>A</a:t>
            </a:r>
            <a:r>
              <a:rPr sz="3000" spc="-280" dirty="0">
                <a:latin typeface="Century Gothic"/>
                <a:cs typeface="Century Gothic"/>
              </a:rPr>
              <a:t>M</a:t>
            </a:r>
            <a:r>
              <a:rPr sz="3000" spc="-8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60" dirty="0">
                <a:latin typeface="Century Gothic"/>
                <a:cs typeface="Century Gothic"/>
              </a:rPr>
              <a:t>[</a:t>
            </a:r>
            <a:r>
              <a:rPr sz="3000" spc="-110" dirty="0">
                <a:latin typeface="Century Gothic"/>
                <a:cs typeface="Century Gothic"/>
              </a:rPr>
              <a:t>U</a:t>
            </a:r>
            <a:r>
              <a:rPr sz="3000" dirty="0">
                <a:latin typeface="Century Gothic"/>
                <a:cs typeface="Century Gothic"/>
              </a:rPr>
              <a:t>S</a:t>
            </a:r>
            <a:r>
              <a:rPr sz="3000" spc="-80" dirty="0">
                <a:latin typeface="Century Gothic"/>
                <a:cs typeface="Century Gothic"/>
              </a:rPr>
              <a:t>E</a:t>
            </a:r>
            <a:r>
              <a:rPr sz="3000" spc="-254" dirty="0">
                <a:latin typeface="Century Gothic"/>
                <a:cs typeface="Century Gothic"/>
              </a:rPr>
              <a:t>R</a:t>
            </a:r>
            <a:r>
              <a:rPr sz="3000" dirty="0">
                <a:latin typeface="Century Gothic"/>
                <a:cs typeface="Century Gothic"/>
              </a:rPr>
              <a:t>N</a:t>
            </a:r>
            <a:r>
              <a:rPr sz="3000" spc="-440" dirty="0">
                <a:latin typeface="Century Gothic"/>
                <a:cs typeface="Century Gothic"/>
              </a:rPr>
              <a:t>A</a:t>
            </a:r>
            <a:r>
              <a:rPr sz="3000" spc="-280" dirty="0">
                <a:latin typeface="Century Gothic"/>
                <a:cs typeface="Century Gothic"/>
              </a:rPr>
              <a:t>M</a:t>
            </a:r>
            <a:r>
              <a:rPr sz="3000" spc="-195" dirty="0">
                <a:latin typeface="Century Gothic"/>
                <a:cs typeface="Century Gothic"/>
              </a:rPr>
              <a:t>E]]</a:t>
            </a:r>
            <a:endParaRPr sz="3000">
              <a:latin typeface="Century Gothic"/>
              <a:cs typeface="Century 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49580" y="5240020"/>
            <a:ext cx="361950" cy="454659"/>
          </a:xfrm>
          <a:custGeom>
            <a:avLst/>
            <a:gdLst/>
            <a:ahLst/>
            <a:cxnLst/>
            <a:rect l="l" t="t" r="r" b="b"/>
            <a:pathLst>
              <a:path w="361950" h="454660">
                <a:moveTo>
                  <a:pt x="0" y="454659"/>
                </a:moveTo>
                <a:lnTo>
                  <a:pt x="361950" y="454659"/>
                </a:lnTo>
                <a:lnTo>
                  <a:pt x="361950" y="0"/>
                </a:lnTo>
                <a:lnTo>
                  <a:pt x="0" y="0"/>
                </a:lnTo>
                <a:lnTo>
                  <a:pt x="0" y="45465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39620" y="5240020"/>
            <a:ext cx="1408430" cy="454659"/>
          </a:xfrm>
          <a:custGeom>
            <a:avLst/>
            <a:gdLst/>
            <a:ahLst/>
            <a:cxnLst/>
            <a:rect l="l" t="t" r="r" b="b"/>
            <a:pathLst>
              <a:path w="1408429" h="454660">
                <a:moveTo>
                  <a:pt x="0" y="454659"/>
                </a:moveTo>
                <a:lnTo>
                  <a:pt x="1408430" y="454659"/>
                </a:lnTo>
                <a:lnTo>
                  <a:pt x="1408430" y="0"/>
                </a:lnTo>
                <a:lnTo>
                  <a:pt x="0" y="0"/>
                </a:lnTo>
                <a:lnTo>
                  <a:pt x="0" y="45465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36880" y="4687598"/>
            <a:ext cx="3630295" cy="1005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340" dirty="0">
                <a:latin typeface="Century Gothic"/>
                <a:cs typeface="Century Gothic"/>
              </a:rPr>
              <a:t>P</a:t>
            </a:r>
            <a:r>
              <a:rPr sz="3000" spc="-375" dirty="0">
                <a:latin typeface="Century Gothic"/>
                <a:cs typeface="Century Gothic"/>
              </a:rPr>
              <a:t>a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85" dirty="0">
                <a:latin typeface="Century Gothic"/>
                <a:cs typeface="Century Gothic"/>
              </a:rPr>
              <a:t>li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300" dirty="0">
                <a:latin typeface="Century Gothic"/>
                <a:cs typeface="Century Gothic"/>
              </a:rPr>
              <a:t>ó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90" dirty="0">
                <a:latin typeface="Century Gothic"/>
                <a:cs typeface="Century Gothic"/>
              </a:rPr>
              <a:t>:</a:t>
            </a:r>
            <a:endParaRPr sz="3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3000" spc="-615" dirty="0">
                <a:latin typeface="Century Gothic"/>
                <a:cs typeface="Century Gothic"/>
              </a:rPr>
              <a:t>\</a:t>
            </a:r>
            <a:r>
              <a:rPr sz="3000" spc="-430" dirty="0">
                <a:latin typeface="Century Gothic"/>
                <a:cs typeface="Century Gothic"/>
              </a:rPr>
              <a:t>q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b</a:t>
            </a:r>
            <a:r>
              <a:rPr sz="3000" spc="-95" dirty="0">
                <a:latin typeface="Century Gothic"/>
                <a:cs typeface="Century Gothic"/>
              </a:rPr>
              <a:t>i</a:t>
            </a:r>
            <a:r>
              <a:rPr sz="3000" spc="-290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55" dirty="0">
                <a:latin typeface="Century Gothic"/>
                <a:cs typeface="Century Gothic"/>
              </a:rPr>
              <a:t> </a:t>
            </a:r>
            <a:r>
              <a:rPr sz="3000" spc="-320" dirty="0">
                <a:latin typeface="Century Gothic"/>
                <a:cs typeface="Century Gothic"/>
              </a:rPr>
              <a:t>C</a:t>
            </a:r>
            <a:r>
              <a:rPr sz="3000" spc="204" dirty="0">
                <a:latin typeface="Century Gothic"/>
                <a:cs typeface="Century Gothic"/>
              </a:rPr>
              <a:t>T</a:t>
            </a:r>
            <a:r>
              <a:rPr sz="3000" spc="-225" dirty="0">
                <a:latin typeface="Century Gothic"/>
                <a:cs typeface="Century Gothic"/>
              </a:rPr>
              <a:t>R</a:t>
            </a:r>
            <a:r>
              <a:rPr sz="3000" spc="-165" dirty="0">
                <a:latin typeface="Century Gothic"/>
                <a:cs typeface="Century Gothic"/>
              </a:rPr>
              <a:t>L</a:t>
            </a:r>
            <a:r>
              <a:rPr sz="3000" spc="675" dirty="0">
                <a:latin typeface="Century Gothic"/>
                <a:cs typeface="Century Gothic"/>
              </a:rPr>
              <a:t>+</a:t>
            </a:r>
            <a:r>
              <a:rPr sz="3000" spc="-160" dirty="0">
                <a:latin typeface="Century Gothic"/>
                <a:cs typeface="Century Gothic"/>
              </a:rPr>
              <a:t>D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To</a:t>
            </a:r>
            <a:r>
              <a:rPr spc="-610" dirty="0"/>
              <a:t>d</a:t>
            </a:r>
            <a:r>
              <a:rPr spc="-395" dirty="0"/>
              <a:t>o</a:t>
            </a:r>
            <a:r>
              <a:rPr spc="35" dirty="0"/>
              <a:t> </a:t>
            </a:r>
            <a:r>
              <a:rPr spc="-375" dirty="0"/>
              <a:t>P</a:t>
            </a:r>
            <a:r>
              <a:rPr spc="-400" dirty="0"/>
              <a:t>o</a:t>
            </a:r>
            <a:r>
              <a:rPr spc="-45" dirty="0"/>
              <a:t>s</a:t>
            </a:r>
            <a:r>
              <a:rPr spc="-370" dirty="0"/>
              <a:t>t</a:t>
            </a:r>
            <a:r>
              <a:rPr spc="-545" dirty="0"/>
              <a:t>g</a:t>
            </a:r>
            <a:r>
              <a:rPr spc="-200" dirty="0"/>
              <a:t>reS</a:t>
            </a:r>
            <a:r>
              <a:rPr spc="-110" dirty="0"/>
              <a:t>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1876509"/>
            <a:ext cx="8914765" cy="3526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27630">
              <a:lnSpc>
                <a:spcPct val="100000"/>
              </a:lnSpc>
            </a:pPr>
            <a:r>
              <a:rPr sz="4400" spc="-465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-440" dirty="0">
                <a:solidFill>
                  <a:srgbClr val="1B1B1B"/>
                </a:solidFill>
                <a:latin typeface="Century Gothic"/>
                <a:cs typeface="Century Gothic"/>
              </a:rPr>
              <a:t>o</a:t>
            </a:r>
            <a:r>
              <a:rPr sz="4400" spc="-39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ex</a:t>
            </a:r>
            <a:r>
              <a:rPr sz="4400" spc="-145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40" dirty="0">
                <a:solidFill>
                  <a:srgbClr val="1B1B1B"/>
                </a:solidFill>
                <a:latin typeface="Century Gothic"/>
                <a:cs typeface="Century Gothic"/>
              </a:rPr>
              <a:t>ó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60" dirty="0">
                <a:solidFill>
                  <a:srgbClr val="1B1B1B"/>
                </a:solidFill>
                <a:latin typeface="Century Gothic"/>
                <a:cs typeface="Century Gothic"/>
              </a:rPr>
              <a:t> 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405" dirty="0">
                <a:solidFill>
                  <a:srgbClr val="1B1B1B"/>
                </a:solidFill>
                <a:latin typeface="Century Gothic"/>
                <a:cs typeface="Century Gothic"/>
              </a:rPr>
              <a:t>n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850" dirty="0">
                <a:solidFill>
                  <a:srgbClr val="1B1B1B"/>
                </a:solidFill>
                <a:latin typeface="Century Gothic"/>
                <a:cs typeface="Century Gothic"/>
              </a:rPr>
              <a:t>c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i</a:t>
            </a:r>
            <a:r>
              <a:rPr sz="4400" spc="-635" dirty="0">
                <a:solidFill>
                  <a:srgbClr val="1B1B1B"/>
                </a:solidFill>
                <a:latin typeface="Century Gothic"/>
                <a:cs typeface="Century Gothic"/>
              </a:rPr>
              <a:t>a</a:t>
            </a:r>
            <a:r>
              <a:rPr sz="4400" spc="120" dirty="0">
                <a:solidFill>
                  <a:srgbClr val="1B1B1B"/>
                </a:solidFill>
                <a:latin typeface="Century Gothic"/>
                <a:cs typeface="Century Gothic"/>
              </a:rPr>
              <a:t>l</a:t>
            </a:r>
            <a:endParaRPr sz="4400">
              <a:latin typeface="Century Gothic"/>
              <a:cs typeface="Century Gothic"/>
            </a:endParaRPr>
          </a:p>
          <a:p>
            <a:pPr marL="12700" marR="5080">
              <a:lnSpc>
                <a:spcPct val="99300"/>
              </a:lnSpc>
              <a:spcBef>
                <a:spcPts val="3295"/>
              </a:spcBef>
            </a:pPr>
            <a:r>
              <a:rPr sz="3000" spc="-440" dirty="0">
                <a:latin typeface="Century Gothic"/>
                <a:cs typeface="Century Gothic"/>
              </a:rPr>
              <a:t>Ad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515" dirty="0">
                <a:latin typeface="Century Gothic"/>
                <a:cs typeface="Century Gothic"/>
              </a:rPr>
              <a:t>m</a:t>
            </a:r>
            <a:r>
              <a:rPr sz="3000" spc="-370" dirty="0">
                <a:latin typeface="Century Gothic"/>
                <a:cs typeface="Century Gothic"/>
              </a:rPr>
              <a:t>á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40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30" dirty="0">
                <a:latin typeface="Century Gothic"/>
                <a:cs typeface="Century Gothic"/>
              </a:rPr>
              <a:t>q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30" dirty="0">
                <a:latin typeface="Century Gothic"/>
                <a:cs typeface="Century Gothic"/>
              </a:rPr>
              <a:t>, 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0" dirty="0">
                <a:latin typeface="Century Gothic"/>
                <a:cs typeface="Century Gothic"/>
              </a:rPr>
              <a:t>b</a:t>
            </a:r>
            <a:r>
              <a:rPr sz="3000" spc="-95" dirty="0">
                <a:latin typeface="Century Gothic"/>
                <a:cs typeface="Century Gothic"/>
              </a:rPr>
              <a:t>i</a:t>
            </a:r>
            <a:r>
              <a:rPr sz="3000" spc="-285" dirty="0">
                <a:latin typeface="Century Gothic"/>
                <a:cs typeface="Century Gothic"/>
              </a:rPr>
              <a:t>é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60" dirty="0">
                <a:latin typeface="Century Gothic"/>
                <a:cs typeface="Century Gothic"/>
              </a:rPr>
              <a:t>n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59" dirty="0">
                <a:latin typeface="Century Gothic"/>
                <a:cs typeface="Century Gothic"/>
              </a:rPr>
              <a:t>m</a:t>
            </a:r>
            <a:r>
              <a:rPr sz="3000" spc="-315" dirty="0">
                <a:latin typeface="Century Gothic"/>
                <a:cs typeface="Century Gothic"/>
              </a:rPr>
              <a:t>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60" dirty="0">
                <a:latin typeface="Century Gothic"/>
                <a:cs typeface="Century Gothic"/>
              </a:rPr>
              <a:t>h</a:t>
            </a:r>
            <a:r>
              <a:rPr sz="3000" spc="-300" dirty="0">
                <a:latin typeface="Century Gothic"/>
                <a:cs typeface="Century Gothic"/>
              </a:rPr>
              <a:t>e</a:t>
            </a:r>
            <a:r>
              <a:rPr sz="3000" spc="-140" dirty="0">
                <a:latin typeface="Century Gothic"/>
                <a:cs typeface="Century Gothic"/>
              </a:rPr>
              <a:t>r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0" dirty="0">
                <a:latin typeface="Century Gothic"/>
                <a:cs typeface="Century Gothic"/>
              </a:rPr>
              <a:t> </a:t>
            </a:r>
            <a:r>
              <a:rPr sz="3000" spc="-390" dirty="0">
                <a:latin typeface="Century Gothic"/>
                <a:cs typeface="Century Gothic"/>
              </a:rPr>
              <a:t>g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420" dirty="0">
                <a:latin typeface="Century Gothic"/>
                <a:cs typeface="Century Gothic"/>
              </a:rPr>
              <a:t>á</a:t>
            </a:r>
            <a:r>
              <a:rPr sz="3000" spc="-170" dirty="0">
                <a:latin typeface="Century Gothic"/>
                <a:cs typeface="Century Gothic"/>
              </a:rPr>
              <a:t>f</a:t>
            </a:r>
            <a:r>
              <a:rPr sz="3000" spc="-260" dirty="0">
                <a:latin typeface="Century Gothic"/>
                <a:cs typeface="Century Gothic"/>
              </a:rPr>
              <a:t>ic</a:t>
            </a:r>
            <a:r>
              <a:rPr sz="3000" spc="-405" dirty="0">
                <a:latin typeface="Century Gothic"/>
                <a:cs typeface="Century Gothic"/>
              </a:rPr>
              <a:t>a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310" dirty="0">
                <a:latin typeface="Century Gothic"/>
                <a:cs typeface="Century Gothic"/>
              </a:rPr>
              <a:t>(</a:t>
            </a:r>
            <a:r>
              <a:rPr sz="3000" spc="-180" dirty="0">
                <a:latin typeface="Century Gothic"/>
                <a:cs typeface="Century Gothic"/>
              </a:rPr>
              <a:t>G</a:t>
            </a:r>
            <a:r>
              <a:rPr sz="3000" spc="95" dirty="0">
                <a:latin typeface="Century Gothic"/>
                <a:cs typeface="Century Gothic"/>
              </a:rPr>
              <a:t>U</a:t>
            </a:r>
            <a:r>
              <a:rPr sz="3000" spc="-100" dirty="0">
                <a:latin typeface="Century Gothic"/>
                <a:cs typeface="Century Gothic"/>
              </a:rPr>
              <a:t>I</a:t>
            </a:r>
            <a:r>
              <a:rPr sz="3000" spc="-155" dirty="0">
                <a:latin typeface="Century Gothic"/>
                <a:cs typeface="Century Gothic"/>
              </a:rPr>
              <a:t>)</a:t>
            </a:r>
            <a:r>
              <a:rPr sz="3000" spc="25" dirty="0">
                <a:latin typeface="Century Gothic"/>
                <a:cs typeface="Century Gothic"/>
              </a:rPr>
              <a:t> 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-420" dirty="0">
                <a:latin typeface="Century Gothic"/>
                <a:cs typeface="Century Gothic"/>
              </a:rPr>
              <a:t>a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4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434" dirty="0">
                <a:latin typeface="Century Gothic"/>
                <a:cs typeface="Century Gothic"/>
              </a:rPr>
              <a:t>cta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285" dirty="0">
                <a:latin typeface="Century Gothic"/>
                <a:cs typeface="Century Gothic"/>
              </a:rPr>
              <a:t>no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300" dirty="0">
                <a:latin typeface="Century Gothic"/>
                <a:cs typeface="Century Gothic"/>
              </a:rPr>
              <a:t>Po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dirty="0">
                <a:latin typeface="Century Gothic"/>
                <a:cs typeface="Century Gothic"/>
              </a:rPr>
              <a:t>SQ</a:t>
            </a:r>
            <a:r>
              <a:rPr sz="3000" spc="-90" dirty="0">
                <a:latin typeface="Century Gothic"/>
                <a:cs typeface="Century Gothic"/>
              </a:rPr>
              <a:t>L</a:t>
            </a:r>
            <a:r>
              <a:rPr sz="3000" spc="-50" dirty="0">
                <a:latin typeface="Century Gothic"/>
                <a:cs typeface="Century Gothic"/>
              </a:rPr>
              <a:t>,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455" dirty="0">
                <a:latin typeface="Century Gothic"/>
                <a:cs typeface="Century Gothic"/>
              </a:rPr>
              <a:t>co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125" dirty="0">
                <a:latin typeface="Century Gothic"/>
                <a:cs typeface="Century Gothic"/>
              </a:rPr>
              <a:t> </a:t>
            </a:r>
            <a:r>
              <a:rPr sz="3000" spc="-415" dirty="0">
                <a:latin typeface="Century Gothic"/>
                <a:cs typeface="Century Gothic"/>
              </a:rPr>
              <a:t>p</a:t>
            </a:r>
            <a:r>
              <a:rPr sz="3000" spc="-300" dirty="0">
                <a:latin typeface="Century Gothic"/>
                <a:cs typeface="Century Gothic"/>
              </a:rPr>
              <a:t>o</a:t>
            </a:r>
            <a:r>
              <a:rPr sz="3000" spc="35" dirty="0">
                <a:latin typeface="Century Gothic"/>
                <a:cs typeface="Century Gothic"/>
              </a:rPr>
              <a:t>r 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100" dirty="0">
                <a:latin typeface="Century Gothic"/>
                <a:cs typeface="Century Gothic"/>
              </a:rPr>
              <a:t>j</a:t>
            </a:r>
            <a:r>
              <a:rPr sz="3000" spc="-290" dirty="0">
                <a:latin typeface="Century Gothic"/>
                <a:cs typeface="Century Gothic"/>
              </a:rPr>
              <a:t>e</a:t>
            </a:r>
            <a:r>
              <a:rPr sz="3000" spc="-450" dirty="0">
                <a:latin typeface="Century Gothic"/>
                <a:cs typeface="Century Gothic"/>
              </a:rPr>
              <a:t>m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85" dirty="0">
                <a:latin typeface="Century Gothic"/>
                <a:cs typeface="Century Gothic"/>
              </a:rPr>
              <a:t>l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90" dirty="0">
                <a:latin typeface="Century Gothic"/>
                <a:cs typeface="Century Gothic"/>
              </a:rPr>
              <a:t>:</a:t>
            </a:r>
            <a:endParaRPr sz="3000">
              <a:latin typeface="Century Gothic"/>
              <a:cs typeface="Century Gothic"/>
            </a:endParaRPr>
          </a:p>
          <a:p>
            <a:pPr marL="228600" indent="-215900">
              <a:lnSpc>
                <a:spcPct val="100000"/>
              </a:lnSpc>
              <a:spcBef>
                <a:spcPts val="1110"/>
              </a:spcBef>
              <a:buSzPct val="45000"/>
              <a:buFont typeface="MS Gothic"/>
              <a:buChar char="●"/>
              <a:tabLst>
                <a:tab pos="228600" algn="l"/>
              </a:tabLst>
            </a:pPr>
            <a:r>
              <a:rPr sz="3000" spc="-320" dirty="0">
                <a:latin typeface="Century Gothic"/>
                <a:cs typeface="Century Gothic"/>
              </a:rPr>
              <a:t>P</a:t>
            </a:r>
            <a:r>
              <a:rPr sz="3000" spc="-350" dirty="0">
                <a:latin typeface="Century Gothic"/>
                <a:cs typeface="Century Gothic"/>
              </a:rPr>
              <a:t>g</a:t>
            </a:r>
            <a:r>
              <a:rPr sz="3000" spc="-440" dirty="0">
                <a:latin typeface="Century Gothic"/>
                <a:cs typeface="Century Gothic"/>
              </a:rPr>
              <a:t>A</a:t>
            </a:r>
            <a:r>
              <a:rPr sz="3000" spc="-455" dirty="0">
                <a:latin typeface="Century Gothic"/>
                <a:cs typeface="Century Gothic"/>
              </a:rPr>
              <a:t>d</a:t>
            </a:r>
            <a:r>
              <a:rPr sz="3000" spc="-315" dirty="0">
                <a:latin typeface="Century Gothic"/>
                <a:cs typeface="Century Gothic"/>
              </a:rPr>
              <a:t>m</a:t>
            </a:r>
            <a:r>
              <a:rPr sz="3000" spc="-65" dirty="0">
                <a:latin typeface="Century Gothic"/>
                <a:cs typeface="Century Gothic"/>
              </a:rPr>
              <a:t>i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65" dirty="0">
                <a:latin typeface="Century Gothic"/>
                <a:cs typeface="Century Gothic"/>
              </a:rPr>
              <a:t>4</a:t>
            </a:r>
            <a:r>
              <a:rPr sz="3000" spc="25" dirty="0">
                <a:latin typeface="Century Gothic"/>
                <a:cs typeface="Century Gothic"/>
              </a:rPr>
              <a:t> </a:t>
            </a:r>
            <a:r>
              <a:rPr sz="3000" spc="-310" dirty="0">
                <a:latin typeface="Century Gothic"/>
                <a:cs typeface="Century Gothic"/>
              </a:rPr>
              <a:t>(</a:t>
            </a:r>
            <a:r>
              <a:rPr sz="3000" spc="-285" dirty="0">
                <a:latin typeface="Century Gothic"/>
                <a:cs typeface="Century Gothic"/>
              </a:rPr>
              <a:t>o</a:t>
            </a:r>
            <a:r>
              <a:rPr sz="3000" spc="-434" dirty="0">
                <a:latin typeface="Century Gothic"/>
                <a:cs typeface="Century Gothic"/>
              </a:rPr>
              <a:t>p</a:t>
            </a:r>
            <a:r>
              <a:rPr sz="3000" spc="-459" dirty="0">
                <a:latin typeface="Century Gothic"/>
                <a:cs typeface="Century Gothic"/>
              </a:rPr>
              <a:t>e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30" dirty="0">
                <a:latin typeface="Century Gothic"/>
                <a:cs typeface="Century Gothic"/>
              </a:rPr>
              <a:t> 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295" dirty="0">
                <a:latin typeface="Century Gothic"/>
                <a:cs typeface="Century Gothic"/>
              </a:rPr>
              <a:t>o</a:t>
            </a:r>
            <a:r>
              <a:rPr sz="3000" spc="-254" dirty="0">
                <a:latin typeface="Century Gothic"/>
                <a:cs typeface="Century Gothic"/>
              </a:rPr>
              <a:t>u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595" dirty="0">
                <a:latin typeface="Century Gothic"/>
                <a:cs typeface="Century Gothic"/>
              </a:rPr>
              <a:t>c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145" dirty="0">
                <a:latin typeface="Century Gothic"/>
                <a:cs typeface="Century Gothic"/>
              </a:rPr>
              <a:t>).</a:t>
            </a:r>
            <a:endParaRPr sz="3000">
              <a:latin typeface="Century Gothic"/>
              <a:cs typeface="Century Gothic"/>
            </a:endParaRPr>
          </a:p>
          <a:p>
            <a:pPr marL="228600" indent="-215900">
              <a:lnSpc>
                <a:spcPct val="100000"/>
              </a:lnSpc>
              <a:spcBef>
                <a:spcPts val="830"/>
              </a:spcBef>
              <a:buSzPct val="45000"/>
              <a:buFont typeface="MS Gothic"/>
              <a:buChar char="●"/>
              <a:tabLst>
                <a:tab pos="228600" algn="l"/>
              </a:tabLst>
            </a:pPr>
            <a:r>
              <a:rPr sz="3000" spc="-300" dirty="0">
                <a:latin typeface="Century Gothic"/>
                <a:cs typeface="Century Gothic"/>
              </a:rPr>
              <a:t>Po</a:t>
            </a:r>
            <a:r>
              <a:rPr sz="3000" spc="-15" dirty="0">
                <a:latin typeface="Century Gothic"/>
                <a:cs typeface="Century Gothic"/>
              </a:rPr>
              <a:t>s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05" dirty="0">
                <a:latin typeface="Century Gothic"/>
                <a:cs typeface="Century Gothic"/>
              </a:rPr>
              <a:t>g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170" dirty="0">
                <a:latin typeface="Century Gothic"/>
                <a:cs typeface="Century Gothic"/>
              </a:rPr>
              <a:t>En</a:t>
            </a:r>
            <a:r>
              <a:rPr sz="3000" spc="-280" dirty="0">
                <a:latin typeface="Century Gothic"/>
                <a:cs typeface="Century Gothic"/>
              </a:rPr>
              <a:t>t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-430" dirty="0">
                <a:latin typeface="Century Gothic"/>
                <a:cs typeface="Century Gothic"/>
              </a:rPr>
              <a:t>p</a:t>
            </a:r>
            <a:r>
              <a:rPr sz="3000" spc="35" dirty="0">
                <a:latin typeface="Century Gothic"/>
                <a:cs typeface="Century Gothic"/>
              </a:rPr>
              <a:t>r</a:t>
            </a:r>
            <a:r>
              <a:rPr sz="3000" spc="85" dirty="0">
                <a:latin typeface="Century Gothic"/>
                <a:cs typeface="Century Gothic"/>
              </a:rPr>
              <a:t>i</a:t>
            </a:r>
            <a:r>
              <a:rPr sz="3000" spc="-25" dirty="0">
                <a:latin typeface="Century Gothic"/>
                <a:cs typeface="Century Gothic"/>
              </a:rPr>
              <a:t>s</a:t>
            </a:r>
            <a:r>
              <a:rPr sz="3000" spc="-470" dirty="0">
                <a:latin typeface="Century Gothic"/>
                <a:cs typeface="Century Gothic"/>
              </a:rPr>
              <a:t>e</a:t>
            </a:r>
            <a:r>
              <a:rPr sz="3000" spc="35" dirty="0">
                <a:latin typeface="Century Gothic"/>
                <a:cs typeface="Century Gothic"/>
              </a:rPr>
              <a:t> </a:t>
            </a:r>
            <a:r>
              <a:rPr sz="3000" spc="-280" dirty="0">
                <a:latin typeface="Century Gothic"/>
                <a:cs typeface="Century Gothic"/>
              </a:rPr>
              <a:t>M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275" dirty="0">
                <a:latin typeface="Century Gothic"/>
                <a:cs typeface="Century Gothic"/>
              </a:rPr>
              <a:t>n</a:t>
            </a:r>
            <a:r>
              <a:rPr sz="3000" spc="-434" dirty="0">
                <a:latin typeface="Century Gothic"/>
                <a:cs typeface="Century Gothic"/>
              </a:rPr>
              <a:t>a</a:t>
            </a:r>
            <a:r>
              <a:rPr sz="3000" spc="-390" dirty="0">
                <a:latin typeface="Century Gothic"/>
                <a:cs typeface="Century Gothic"/>
              </a:rPr>
              <a:t>g</a:t>
            </a:r>
            <a:r>
              <a:rPr sz="3000" spc="-465" dirty="0">
                <a:latin typeface="Century Gothic"/>
                <a:cs typeface="Century Gothic"/>
              </a:rPr>
              <a:t>e</a:t>
            </a:r>
            <a:r>
              <a:rPr sz="3000" spc="25" dirty="0">
                <a:latin typeface="Century Gothic"/>
                <a:cs typeface="Century Gothic"/>
              </a:rPr>
              <a:t>r</a:t>
            </a:r>
            <a:r>
              <a:rPr sz="3000" spc="30" dirty="0">
                <a:latin typeface="Century Gothic"/>
                <a:cs typeface="Century Gothic"/>
              </a:rPr>
              <a:t>.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1667</Words>
  <Application>Microsoft Office PowerPoint</Application>
  <PresentationFormat>Personalizado</PresentationFormat>
  <Paragraphs>240</Paragraphs>
  <Slides>38</Slides>
  <Notes>38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38</vt:i4>
      </vt:variant>
    </vt:vector>
  </HeadingPairs>
  <TitlesOfParts>
    <vt:vector size="46" baseType="lpstr">
      <vt:lpstr>MS Gothic</vt:lpstr>
      <vt:lpstr>Calibri</vt:lpstr>
      <vt:lpstr>Century Gothic</vt:lpstr>
      <vt:lpstr>Segoe UI</vt:lpstr>
      <vt:lpstr>Tahoma</vt:lpstr>
      <vt:lpstr>Times New Roman</vt:lpstr>
      <vt:lpstr>Wingdings</vt:lpstr>
      <vt:lpstr>Office Theme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  <vt:lpstr>Todo PostgreSQL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Todo PostgreSQL</dc:title>
  <cp:lastModifiedBy>Monica</cp:lastModifiedBy>
  <cp:revision>1</cp:revision>
  <dcterms:created xsi:type="dcterms:W3CDTF">2020-09-21T19:31:51Z</dcterms:created>
  <dcterms:modified xsi:type="dcterms:W3CDTF">2020-09-21T17:34:19Z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2018-04-17T00:00:00Z</vt:filetime>
  </property>
  <property fmtid="{D5CDD505-2E9C-101B-9397-08002B2CF9AE}" pid="3" name="LastSaved">
    <vt:filetime>2020-09-21T00:00:00Z</vt:filetime>
  </property>
</Properties>
</file>
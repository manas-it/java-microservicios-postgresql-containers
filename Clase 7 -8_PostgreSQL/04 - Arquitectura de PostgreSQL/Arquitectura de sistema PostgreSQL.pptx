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Default Extension="jpg" ContentType="image/jpg"/>
  <Override PartName="/ppt/notesSlides/notesSlide31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0083800" cy="7562850"/>
  <p:notesSz cx="10083800" cy="7562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
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/Relationships>
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/Relationships>
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/Relationships>
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/Relationships>
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/Relationships>
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/Relationships>
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/Relationships>
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/Relationships>
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/Relationships>
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/Relationships>
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/Relationships>
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/Relationships>
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/Relationships>
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/Relationships>
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/Relationships>
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/Relationships>
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/Relationships>
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/Relationships>
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/Relationships>
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/Relationships>
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/Relationships>
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/Relationships>
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3.xml"/></Relationships>
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4.xml"/></Relationships>
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5.xml"/></Relationships>
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6.xml"/></Relationships>
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7.xml"/></Relationships>
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8.xml"/></Relationships>
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9.xml"/></Relationships>
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0.xml"/></Relationships>
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1.xml"/>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59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B1B1B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93156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73650"/>
            <a:ext cx="9720580" cy="1080770"/>
          </a:xfrm>
          <a:custGeom>
            <a:avLst/>
            <a:gdLst/>
            <a:ahLst/>
            <a:cxnLst/>
            <a:rect l="l" t="t" r="r" b="b"/>
            <a:pathLst>
              <a:path w="9720580" h="1080770">
                <a:moveTo>
                  <a:pt x="9720580" y="0"/>
                </a:moveTo>
                <a:lnTo>
                  <a:pt x="0" y="0"/>
                </a:lnTo>
                <a:lnTo>
                  <a:pt x="0" y="1080770"/>
                </a:lnTo>
                <a:lnTo>
                  <a:pt x="9720580" y="1080770"/>
                </a:lnTo>
                <a:lnTo>
                  <a:pt x="9720580" y="0"/>
                </a:lnTo>
                <a:close/>
              </a:path>
            </a:pathLst>
          </a:custGeom>
          <a:solidFill>
            <a:srgbClr val="3366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450" y="644104"/>
            <a:ext cx="9740900" cy="53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6880" y="1877109"/>
            <a:ext cx="9210039" cy="4211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B1B1B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28492" y="7033450"/>
            <a:ext cx="3226815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slide" Target="slide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ostgresql.org/docs/9.6/static/installation-platform-notes.html" TargetMode="External"/><Relationship Id="rId3" Type="http://schemas.openxmlformats.org/officeDocument/2006/relationships/notesSlide" Target="../notesSlides/notesSlide5.xml"/><Relationship Id="rId4" Type="http://schemas.openxmlformats.org/officeDocument/2006/relationships/slide" Target="slide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ostgresql.org/docs/current/static/protocol.html" TargetMode="External"/><Relationship Id="rId3" Type="http://schemas.openxmlformats.org/officeDocument/2006/relationships/hyperlink" Target="https://www.postgresql.org/docs/10/static/libpq.html" TargetMode="External"/><Relationship Id="rId4" Type="http://schemas.openxmlformats.org/officeDocument/2006/relationships/notesSlide" Target="../notesSlides/notesSlide8.xml"/><Relationship Id="rId5" Type="http://schemas.openxmlformats.org/officeDocument/2006/relationships/slide" Target="slide8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Relationship Id="rId4" Type="http://schemas.openxmlformats.org/officeDocument/2006/relationships/slide" Target="slide1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slide13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slide14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Relationship Id="rId4" Type="http://schemas.openxmlformats.org/officeDocument/2006/relationships/slide" Target="slide1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slide16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slide" Target="slide17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slide" Target="slide18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slide" Target="slide19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slide" Target="slide20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slide" Target="slide21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slide" Target="slide2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slide" Target="slide23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slide" Target="slide24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slide" Target="slide2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slide" Target="slide26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slide" Target="slide27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slide" Target="slide28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slide" Target="slide29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slide" Target="slide30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odopostgresql.com/" TargetMode="External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31.xml"/><Relationship Id="rId5" Type="http://schemas.openxmlformats.org/officeDocument/2006/relationships/slide" Target="slide31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73650"/>
            <a:ext cx="9720580" cy="1080770"/>
          </a:xfrm>
          <a:custGeom>
            <a:avLst/>
            <a:gdLst/>
            <a:ahLst/>
            <a:cxnLst/>
            <a:rect l="l" t="t" r="r" b="b"/>
            <a:pathLst>
              <a:path w="9720580" h="1080770">
                <a:moveTo>
                  <a:pt x="9720580" y="0"/>
                </a:moveTo>
                <a:lnTo>
                  <a:pt x="0" y="0"/>
                </a:lnTo>
                <a:lnTo>
                  <a:pt x="0" y="1080770"/>
                </a:lnTo>
                <a:lnTo>
                  <a:pt x="9720580" y="1080770"/>
                </a:lnTo>
                <a:lnTo>
                  <a:pt x="9720580" y="0"/>
                </a:lnTo>
                <a:close/>
              </a:path>
            </a:pathLst>
          </a:custGeom>
          <a:solidFill>
            <a:srgbClr val="3367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33929" y="2452419"/>
            <a:ext cx="5603240" cy="1254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68120" marR="5080" indent="-1455420">
              <a:lnSpc>
                <a:spcPct val="100000"/>
              </a:lnSpc>
            </a:pPr>
            <a:r>
              <a:rPr dirty="0" sz="4400" spc="-650">
                <a:latin typeface="Century Gothic"/>
                <a:cs typeface="Century Gothic"/>
              </a:rPr>
              <a:t>A</a:t>
            </a:r>
            <a:r>
              <a:rPr dirty="0" sz="4400" spc="50">
                <a:latin typeface="Century Gothic"/>
                <a:cs typeface="Century Gothic"/>
              </a:rPr>
              <a:t>r</a:t>
            </a:r>
            <a:r>
              <a:rPr dirty="0" sz="4400" spc="-635">
                <a:latin typeface="Century Gothic"/>
                <a:cs typeface="Century Gothic"/>
              </a:rPr>
              <a:t>q</a:t>
            </a:r>
            <a:r>
              <a:rPr dirty="0" sz="4400" spc="-370">
                <a:latin typeface="Century Gothic"/>
                <a:cs typeface="Century Gothic"/>
              </a:rPr>
              <a:t>u</a:t>
            </a:r>
            <a:r>
              <a:rPr dirty="0" sz="4400" spc="120">
                <a:latin typeface="Century Gothic"/>
                <a:cs typeface="Century Gothic"/>
              </a:rPr>
              <a:t>i</a:t>
            </a:r>
            <a:r>
              <a:rPr dirty="0" sz="4400" spc="-380">
                <a:latin typeface="Century Gothic"/>
                <a:cs typeface="Century Gothic"/>
              </a:rPr>
              <a:t>t</a:t>
            </a:r>
            <a:r>
              <a:rPr dirty="0" sz="4400" spc="-710">
                <a:latin typeface="Century Gothic"/>
                <a:cs typeface="Century Gothic"/>
              </a:rPr>
              <a:t>e</a:t>
            </a:r>
            <a:r>
              <a:rPr dirty="0" sz="4400" spc="-505">
                <a:latin typeface="Century Gothic"/>
                <a:cs typeface="Century Gothic"/>
              </a:rPr>
              <a:t>ct</a:t>
            </a:r>
            <a:r>
              <a:rPr dirty="0" sz="4400" spc="-615">
                <a:latin typeface="Century Gothic"/>
                <a:cs typeface="Century Gothic"/>
              </a:rPr>
              <a:t>u</a:t>
            </a:r>
            <a:r>
              <a:rPr dirty="0" sz="4400" spc="55">
                <a:latin typeface="Century Gothic"/>
                <a:cs typeface="Century Gothic"/>
              </a:rPr>
              <a:t>r</a:t>
            </a:r>
            <a:r>
              <a:rPr dirty="0" sz="4400" spc="-635">
                <a:latin typeface="Century Gothic"/>
                <a:cs typeface="Century Gothic"/>
              </a:rPr>
              <a:t>a</a:t>
            </a:r>
            <a:r>
              <a:rPr dirty="0" sz="4400" spc="55">
                <a:latin typeface="Century Gothic"/>
                <a:cs typeface="Century Gothic"/>
              </a:rPr>
              <a:t> </a:t>
            </a:r>
            <a:r>
              <a:rPr dirty="0" sz="4400" spc="-695">
                <a:latin typeface="Century Gothic"/>
                <a:cs typeface="Century Gothic"/>
              </a:rPr>
              <a:t>d</a:t>
            </a:r>
            <a:r>
              <a:rPr dirty="0" sz="4400" spc="-655">
                <a:latin typeface="Century Gothic"/>
                <a:cs typeface="Century Gothic"/>
              </a:rPr>
              <a:t>e</a:t>
            </a:r>
            <a:r>
              <a:rPr dirty="0" sz="4400" spc="120">
                <a:latin typeface="Century Gothic"/>
                <a:cs typeface="Century Gothic"/>
              </a:rPr>
              <a:t>l</a:t>
            </a:r>
            <a:r>
              <a:rPr dirty="0" sz="4400" spc="50">
                <a:latin typeface="Century Gothic"/>
                <a:cs typeface="Century Gothic"/>
              </a:rPr>
              <a:t> </a:t>
            </a:r>
            <a:r>
              <a:rPr dirty="0" sz="4400" spc="-30">
                <a:latin typeface="Century Gothic"/>
                <a:cs typeface="Century Gothic"/>
              </a:rPr>
              <a:t>s</a:t>
            </a:r>
            <a:r>
              <a:rPr dirty="0" sz="4400" spc="120">
                <a:latin typeface="Century Gothic"/>
                <a:cs typeface="Century Gothic"/>
              </a:rPr>
              <a:t>i</a:t>
            </a:r>
            <a:r>
              <a:rPr dirty="0" sz="4400" spc="-30">
                <a:latin typeface="Century Gothic"/>
                <a:cs typeface="Century Gothic"/>
              </a:rPr>
              <a:t>s</a:t>
            </a:r>
            <a:r>
              <a:rPr dirty="0" sz="4400" spc="-405">
                <a:latin typeface="Century Gothic"/>
                <a:cs typeface="Century Gothic"/>
              </a:rPr>
              <a:t>t</a:t>
            </a:r>
            <a:r>
              <a:rPr dirty="0" sz="4400" spc="-580">
                <a:latin typeface="Century Gothic"/>
                <a:cs typeface="Century Gothic"/>
              </a:rPr>
              <a:t>e</a:t>
            </a:r>
            <a:r>
              <a:rPr dirty="0" sz="4400" spc="-810">
                <a:latin typeface="Century Gothic"/>
                <a:cs typeface="Century Gothic"/>
              </a:rPr>
              <a:t>m</a:t>
            </a:r>
            <a:r>
              <a:rPr dirty="0" sz="4400" spc="-635">
                <a:latin typeface="Century Gothic"/>
                <a:cs typeface="Century Gothic"/>
              </a:rPr>
              <a:t>a</a:t>
            </a:r>
            <a:r>
              <a:rPr dirty="0" sz="4400" spc="-260">
                <a:latin typeface="Century Gothic"/>
                <a:cs typeface="Century Gothic"/>
              </a:rPr>
              <a:t> </a:t>
            </a:r>
            <a:r>
              <a:rPr dirty="0" sz="4400" spc="-650">
                <a:latin typeface="Century Gothic"/>
                <a:cs typeface="Century Gothic"/>
              </a:rPr>
              <a:t>P</a:t>
            </a:r>
            <a:r>
              <a:rPr dirty="0" sz="4400" spc="-295">
                <a:latin typeface="Century Gothic"/>
                <a:cs typeface="Century Gothic"/>
              </a:rPr>
              <a:t>o</a:t>
            </a:r>
            <a:r>
              <a:rPr dirty="0" sz="4400" spc="-170">
                <a:latin typeface="Century Gothic"/>
                <a:cs typeface="Century Gothic"/>
              </a:rPr>
              <a:t>s</a:t>
            </a:r>
            <a:r>
              <a:rPr dirty="0" sz="4400" spc="-350">
                <a:latin typeface="Century Gothic"/>
                <a:cs typeface="Century Gothic"/>
              </a:rPr>
              <a:t>t</a:t>
            </a:r>
            <a:r>
              <a:rPr dirty="0" sz="4400" spc="-685">
                <a:latin typeface="Century Gothic"/>
                <a:cs typeface="Century Gothic"/>
              </a:rPr>
              <a:t>g</a:t>
            </a:r>
            <a:r>
              <a:rPr dirty="0" sz="4400" spc="50">
                <a:latin typeface="Century Gothic"/>
                <a:cs typeface="Century Gothic"/>
              </a:rPr>
              <a:t>r</a:t>
            </a:r>
            <a:r>
              <a:rPr dirty="0" sz="4400" spc="-685">
                <a:latin typeface="Century Gothic"/>
                <a:cs typeface="Century Gothic"/>
              </a:rPr>
              <a:t>e</a:t>
            </a:r>
            <a:r>
              <a:rPr dirty="0" sz="4400" spc="-5">
                <a:latin typeface="Century Gothic"/>
                <a:cs typeface="Century Gothic"/>
              </a:rPr>
              <a:t>S</a:t>
            </a:r>
            <a:r>
              <a:rPr dirty="0" sz="4400" spc="15">
                <a:latin typeface="Century Gothic"/>
                <a:cs typeface="Century Gothic"/>
              </a:rPr>
              <a:t>Q</a:t>
            </a:r>
            <a:r>
              <a:rPr dirty="0" sz="4400" spc="-225"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67830" y="4305899"/>
            <a:ext cx="2504439" cy="2479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48478"/>
            <a:ext cx="3009900" cy="2319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74675">
              <a:lnSpc>
                <a:spcPct val="139400"/>
              </a:lnSpc>
            </a:pPr>
            <a:r>
              <a:rPr dirty="0" sz="3000" spc="40">
                <a:latin typeface="Century Gothic"/>
                <a:cs typeface="Century Gothic"/>
              </a:rPr>
              <a:t>1.</a:t>
            </a:r>
            <a:r>
              <a:rPr dirty="0" sz="3000" spc="-70">
                <a:latin typeface="Century Gothic"/>
                <a:cs typeface="Century Gothic"/>
              </a:rPr>
              <a:t>I</a:t>
            </a:r>
            <a:r>
              <a:rPr dirty="0" sz="3000" spc="-150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05">
                <a:latin typeface="Century Gothic"/>
                <a:cs typeface="Century Gothic"/>
              </a:rPr>
              <a:t>ucc</a:t>
            </a:r>
            <a:r>
              <a:rPr dirty="0" sz="3000" spc="-120">
                <a:latin typeface="Century Gothic"/>
                <a:cs typeface="Century Gothic"/>
              </a:rPr>
              <a:t>i</a:t>
            </a:r>
            <a:r>
              <a:rPr dirty="0" sz="3000" spc="-300">
                <a:latin typeface="Century Gothic"/>
                <a:cs typeface="Century Gothic"/>
              </a:rPr>
              <a:t>ó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40">
                <a:latin typeface="Century Gothic"/>
                <a:cs typeface="Century Gothic"/>
              </a:rPr>
              <a:t>2.</a:t>
            </a:r>
            <a:r>
              <a:rPr dirty="0" sz="3000" spc="-32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3000" spc="-285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dirty="0" sz="3000" spc="-46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3000" spc="-254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dirty="0" sz="3000" spc="85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3000" spc="-30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dirty="0" sz="3000" spc="-26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3000" spc="3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5080">
              <a:lnSpc>
                <a:spcPct val="139400"/>
              </a:lnSpc>
            </a:pPr>
            <a:r>
              <a:rPr dirty="0" sz="3000" spc="40">
                <a:latin typeface="Century Gothic"/>
                <a:cs typeface="Century Gothic"/>
              </a:rPr>
              <a:t>3.</a:t>
            </a:r>
            <a:r>
              <a:rPr dirty="0" sz="3000" spc="-65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dirty="0" sz="3000" spc="-254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3000" spc="-27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3000" spc="-39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3000" spc="-114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3000" spc="-30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3000" spc="-26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3000" spc="-434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dirty="0" sz="3000" spc="-45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dirty="0" sz="3000" spc="-95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3000" spc="-29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3000" spc="-27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3000" spc="-275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dirty="0" sz="3000" spc="-295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3000" spc="3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r>
              <a:rPr dirty="0" sz="3000" spc="3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3000" spc="40">
                <a:latin typeface="Century Gothic"/>
                <a:cs typeface="Century Gothic"/>
              </a:rPr>
              <a:t>4.</a:t>
            </a:r>
            <a:r>
              <a:rPr dirty="0" sz="3000" spc="-385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3000" spc="35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3000" spc="-295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3000" spc="-53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3000" spc="-52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3000" spc="-25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3000" spc="-295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3000" spc="-15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3000" spc="3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7073900" cy="26625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061970">
              <a:lnSpc>
                <a:spcPct val="100000"/>
              </a:lnSpc>
            </a:pPr>
            <a:r>
              <a:rPr dirty="0" sz="4400" spc="65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20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dirty="0" sz="4400" spc="-175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43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545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dirty="0" sz="4400" spc="-48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-85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57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18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25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endParaRPr sz="44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3279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445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>
                <a:latin typeface="Century Gothic"/>
                <a:cs typeface="Century Gothic"/>
              </a:rPr>
              <a:t>SQ</a:t>
            </a:r>
            <a:r>
              <a:rPr dirty="0" sz="3000" spc="-155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135">
                <a:latin typeface="Century Gothic"/>
                <a:cs typeface="Century Gothic"/>
              </a:rPr>
              <a:t>u</a:t>
            </a:r>
            <a:r>
              <a:rPr dirty="0" sz="3000" spc="-40">
                <a:latin typeface="Century Gothic"/>
                <a:cs typeface="Century Gothic"/>
              </a:rPr>
              <a:t>l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114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445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on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135">
                <a:latin typeface="Century Gothic"/>
                <a:cs typeface="Century Gothic"/>
              </a:rPr>
              <a:t>u</a:t>
            </a:r>
            <a:r>
              <a:rPr dirty="0" sz="3000" spc="-40">
                <a:latin typeface="Century Gothic"/>
                <a:cs typeface="Century Gothic"/>
              </a:rPr>
              <a:t>l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114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75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u</a:t>
            </a:r>
            <a:r>
              <a:rPr dirty="0" sz="3000" spc="-105">
                <a:latin typeface="Century Gothic"/>
                <a:cs typeface="Century Gothic"/>
              </a:rPr>
              <a:t>s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110">
                <a:latin typeface="Century Gothic"/>
                <a:cs typeface="Century Gothic"/>
              </a:rPr>
              <a:t>io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80" y="4812688"/>
            <a:ext cx="12192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610">
                <a:latin typeface="MS Gothic"/>
                <a:cs typeface="MS Gothic"/>
              </a:rPr>
              <a:t>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680" y="4736458"/>
            <a:ext cx="7143750" cy="406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000" spc="95">
                <a:latin typeface="Century Gothic"/>
                <a:cs typeface="Century Gothic"/>
              </a:rPr>
              <a:t>U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u</a:t>
            </a:r>
            <a:r>
              <a:rPr dirty="0" sz="3000" spc="-105">
                <a:latin typeface="Century Gothic"/>
                <a:cs typeface="Century Gothic"/>
              </a:rPr>
              <a:t>s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55">
                <a:latin typeface="Century Gothic"/>
                <a:cs typeface="Century Gothic"/>
              </a:rPr>
              <a:t>i</a:t>
            </a:r>
            <a:r>
              <a:rPr dirty="0" sz="3000" spc="-160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6607175" cy="1458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061970">
              <a:lnSpc>
                <a:spcPct val="100000"/>
              </a:lnSpc>
            </a:pPr>
            <a:r>
              <a:rPr dirty="0" sz="4400" spc="65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20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dirty="0" sz="4400" spc="-175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43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545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dirty="0" sz="4400" spc="-48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-85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57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18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25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endParaRPr sz="44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3279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15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m</a:t>
            </a:r>
            <a:r>
              <a:rPr dirty="0" sz="3000" spc="-270">
                <a:latin typeface="Century Gothic"/>
                <a:cs typeface="Century Gothic"/>
              </a:rPr>
              <a:t>ú</a:t>
            </a:r>
            <a:r>
              <a:rPr dirty="0" sz="3000" spc="-80">
                <a:latin typeface="Century Gothic"/>
                <a:cs typeface="Century Gothic"/>
              </a:rPr>
              <a:t>l</a:t>
            </a:r>
            <a:r>
              <a:rPr dirty="0" sz="3000" spc="-125">
                <a:latin typeface="Century Gothic"/>
                <a:cs typeface="Century Gothic"/>
              </a:rPr>
              <a:t>t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70">
                <a:latin typeface="Century Gothic"/>
                <a:cs typeface="Century Gothic"/>
              </a:rPr>
              <a:t>p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15">
                <a:latin typeface="Century Gothic"/>
                <a:cs typeface="Century Gothic"/>
              </a:rPr>
              <a:t>q</a:t>
            </a:r>
            <a:r>
              <a:rPr dirty="0" sz="3000" spc="-135">
                <a:latin typeface="Century Gothic"/>
                <a:cs typeface="Century Gothic"/>
              </a:rPr>
              <a:t>u</a:t>
            </a:r>
            <a:r>
              <a:rPr dirty="0" sz="3000" spc="-40">
                <a:latin typeface="Century Gothic"/>
                <a:cs typeface="Century Gothic"/>
              </a:rPr>
              <a:t>i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ct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330">
                <a:latin typeface="Century Gothic"/>
                <a:cs typeface="Century Gothic"/>
              </a:rPr>
              <a:t>C</a:t>
            </a:r>
            <a:r>
              <a:rPr dirty="0" sz="3000" spc="-280">
                <a:latin typeface="Century Gothic"/>
                <a:cs typeface="Century Gothic"/>
              </a:rPr>
              <a:t>P</a:t>
            </a:r>
            <a:r>
              <a:rPr dirty="0" sz="3000" spc="-10">
                <a:latin typeface="Century Gothic"/>
                <a:cs typeface="Century Gothic"/>
              </a:rPr>
              <a:t>U</a:t>
            </a:r>
            <a:r>
              <a:rPr dirty="0" sz="3000" spc="9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0550" y="3653120"/>
          <a:ext cx="8953500" cy="215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0873"/>
                <a:gridCol w="1825042"/>
                <a:gridCol w="1848433"/>
                <a:gridCol w="1433785"/>
                <a:gridCol w="2285364"/>
              </a:tblGrid>
              <a:tr h="72009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dirty="0" sz="3000" spc="5">
                          <a:latin typeface="Century Gothic"/>
                          <a:cs typeface="Century Gothic"/>
                        </a:rPr>
                        <a:t>x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86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</a:pPr>
                      <a:r>
                        <a:rPr dirty="0" sz="3000" spc="5">
                          <a:latin typeface="Century Gothic"/>
                          <a:cs typeface="Century Gothic"/>
                        </a:rPr>
                        <a:t>x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86_</a:t>
                      </a:r>
                      <a:r>
                        <a:rPr dirty="0" sz="3000" spc="-10">
                          <a:latin typeface="Century Gothic"/>
                          <a:cs typeface="Century Gothic"/>
                        </a:rPr>
                        <a:t>6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4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</a:pPr>
                      <a:r>
                        <a:rPr dirty="0" sz="3000" spc="-5">
                          <a:latin typeface="Century Gothic"/>
                          <a:cs typeface="Century Gothic"/>
                        </a:rPr>
                        <a:t>IA</a:t>
                      </a:r>
                      <a:r>
                        <a:rPr dirty="0" sz="3000" spc="-10">
                          <a:latin typeface="Century Gothic"/>
                          <a:cs typeface="Century Gothic"/>
                        </a:rPr>
                        <a:t>6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4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</a:pPr>
                      <a:r>
                        <a:rPr dirty="0" sz="3000">
                          <a:latin typeface="Century Gothic"/>
                          <a:cs typeface="Century Gothic"/>
                        </a:rPr>
                        <a:t>S</a:t>
                      </a:r>
                      <a:r>
                        <a:rPr dirty="0" sz="3000" spc="5">
                          <a:latin typeface="Century Gothic"/>
                          <a:cs typeface="Century Gothic"/>
                        </a:rPr>
                        <a:t>/</a:t>
                      </a:r>
                      <a:r>
                        <a:rPr dirty="0" sz="3000" spc="-10">
                          <a:latin typeface="Century Gothic"/>
                          <a:cs typeface="Century Gothic"/>
                        </a:rPr>
                        <a:t>3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90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</a:pPr>
                      <a:r>
                        <a:rPr dirty="0" sz="3000" spc="-160">
                          <a:latin typeface="Century Gothic"/>
                          <a:cs typeface="Century Gothic"/>
                        </a:rPr>
                        <a:t>P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o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wer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PC</a:t>
                      </a:r>
                      <a:r>
                        <a:rPr dirty="0" sz="3000" spc="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64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B2B2B2"/>
                    </a:solidFill>
                  </a:tcPr>
                </a:tc>
              </a:tr>
              <a:tr h="71881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dirty="0" sz="3000">
                          <a:latin typeface="Century Gothic"/>
                          <a:cs typeface="Century Gothic"/>
                        </a:rPr>
                        <a:t>S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/390x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</a:pPr>
                      <a:r>
                        <a:rPr dirty="0" sz="3000">
                          <a:latin typeface="Century Gothic"/>
                          <a:cs typeface="Century Gothic"/>
                        </a:rPr>
                        <a:t>S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pa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r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c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</a:pPr>
                      <a:r>
                        <a:rPr dirty="0" sz="3000" spc="-5">
                          <a:latin typeface="Century Gothic"/>
                          <a:cs typeface="Century Gothic"/>
                        </a:rPr>
                        <a:t>S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p</a:t>
                      </a:r>
                      <a:r>
                        <a:rPr dirty="0" sz="3000" spc="-15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r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c64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</a:pPr>
                      <a:r>
                        <a:rPr dirty="0" sz="3000" spc="-5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R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M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</a:pPr>
                      <a:r>
                        <a:rPr dirty="0" sz="3000">
                          <a:latin typeface="Century Gothic"/>
                          <a:cs typeface="Century Gothic"/>
                        </a:rPr>
                        <a:t>M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IPS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dirty="0" sz="3000">
                          <a:latin typeface="Century Gothic"/>
                          <a:cs typeface="Century Gothic"/>
                        </a:rPr>
                        <a:t>M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IP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S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EL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</a:pPr>
                      <a:r>
                        <a:rPr dirty="0" sz="3000">
                          <a:latin typeface="Century Gothic"/>
                          <a:cs typeface="Century Gothic"/>
                        </a:rPr>
                        <a:t>M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68K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</a:pPr>
                      <a:r>
                        <a:rPr dirty="0" sz="3000" spc="-175">
                          <a:latin typeface="Century Gothic"/>
                          <a:cs typeface="Century Gothic"/>
                        </a:rPr>
                        <a:t>P</a:t>
                      </a:r>
                      <a:r>
                        <a:rPr dirty="0" sz="3000" spc="-65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-R</a:t>
                      </a:r>
                      <a:r>
                        <a:rPr dirty="0" sz="3000" spc="5">
                          <a:latin typeface="Century Gothic"/>
                          <a:cs typeface="Century Gothic"/>
                        </a:rPr>
                        <a:t>I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S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C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6461125" cy="1458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061970">
              <a:lnSpc>
                <a:spcPct val="100000"/>
              </a:lnSpc>
            </a:pPr>
            <a:r>
              <a:rPr dirty="0" sz="4400" spc="65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20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dirty="0" sz="4400" spc="-175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43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545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dirty="0" sz="4400" spc="-48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-85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57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18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25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endParaRPr sz="44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3279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15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m</a:t>
            </a:r>
            <a:r>
              <a:rPr dirty="0" sz="3000" spc="-270">
                <a:latin typeface="Century Gothic"/>
                <a:cs typeface="Century Gothic"/>
              </a:rPr>
              <a:t>ú</a:t>
            </a:r>
            <a:r>
              <a:rPr dirty="0" sz="3000" spc="-80">
                <a:latin typeface="Century Gothic"/>
                <a:cs typeface="Century Gothic"/>
              </a:rPr>
              <a:t>l</a:t>
            </a:r>
            <a:r>
              <a:rPr dirty="0" sz="3000" spc="-125">
                <a:latin typeface="Century Gothic"/>
                <a:cs typeface="Century Gothic"/>
              </a:rPr>
              <a:t>t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70">
                <a:latin typeface="Century Gothic"/>
                <a:cs typeface="Century Gothic"/>
              </a:rPr>
              <a:t>p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59">
                <a:latin typeface="Century Gothic"/>
                <a:cs typeface="Century Gothic"/>
              </a:rPr>
              <a:t>e</a:t>
            </a:r>
            <a:r>
              <a:rPr dirty="0" sz="3000" spc="-515">
                <a:latin typeface="Century Gothic"/>
                <a:cs typeface="Century Gothic"/>
              </a:rPr>
              <a:t>m</a:t>
            </a:r>
            <a:r>
              <a:rPr dirty="0" sz="3000" spc="-355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>
                <a:latin typeface="Century Gothic"/>
                <a:cs typeface="Century Gothic"/>
              </a:rPr>
              <a:t>O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325">
                <a:latin typeface="Century Gothic"/>
                <a:cs typeface="Century Gothic"/>
              </a:rPr>
              <a:t>v</a:t>
            </a:r>
            <a:r>
              <a:rPr dirty="0" sz="3000" spc="-36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9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880" y="5940418"/>
            <a:ext cx="8924925" cy="863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3000" spc="-80">
                <a:latin typeface="Century Gothic"/>
                <a:cs typeface="Century Gothic"/>
              </a:rPr>
              <a:t>E</a:t>
            </a:r>
            <a:r>
              <a:rPr dirty="0" sz="3000" spc="-254">
                <a:latin typeface="Century Gothic"/>
                <a:cs typeface="Century Gothic"/>
              </a:rPr>
              <a:t>x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80">
                <a:latin typeface="Century Gothic"/>
                <a:cs typeface="Century Gothic"/>
              </a:rPr>
              <a:t>l</a:t>
            </a:r>
            <a:r>
              <a:rPr dirty="0" sz="3000" spc="-229">
                <a:latin typeface="Century Gothic"/>
                <a:cs typeface="Century Gothic"/>
              </a:rPr>
              <a:t>g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80">
                <a:latin typeface="Century Gothic"/>
                <a:cs typeface="Century Gothic"/>
              </a:rPr>
              <a:t> </a:t>
            </a:r>
            <a:r>
              <a:rPr dirty="0" sz="3000" spc="-28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no</a:t>
            </a:r>
            <a:r>
              <a:rPr dirty="0" sz="3000" spc="-27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t</a:t>
            </a:r>
            <a:r>
              <a:rPr dirty="0" sz="3000" spc="-434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a</a:t>
            </a:r>
            <a:r>
              <a:rPr dirty="0" sz="3000" spc="-2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s</a:t>
            </a:r>
            <a:r>
              <a:rPr dirty="0" sz="3000" spc="3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 </a:t>
            </a:r>
            <a:r>
              <a:rPr dirty="0" sz="3000" spc="-320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e</a:t>
            </a:r>
            <a:r>
              <a:rPr dirty="0" sz="3000" spc="-180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s</a:t>
            </a:r>
            <a:r>
              <a:rPr dirty="0" sz="3000" spc="-430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p</a:t>
            </a:r>
            <a:r>
              <a:rPr dirty="0" sz="3000" spc="-46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e</a:t>
            </a:r>
            <a:r>
              <a:rPr dirty="0" sz="3000" spc="-229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cíf</a:t>
            </a:r>
            <a:r>
              <a:rPr dirty="0" sz="3000" spc="8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i</a:t>
            </a:r>
            <a:r>
              <a:rPr dirty="0" sz="3000" spc="-509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c</a:t>
            </a:r>
            <a:r>
              <a:rPr dirty="0" sz="3000" spc="-53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a</a:t>
            </a:r>
            <a:r>
              <a:rPr dirty="0" sz="3000" spc="-2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s</a:t>
            </a:r>
            <a:r>
              <a:rPr dirty="0" sz="3000" spc="8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265">
                <a:latin typeface="Century Gothic"/>
                <a:cs typeface="Century Gothic"/>
              </a:rPr>
              <a:t>ú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45">
                <a:latin typeface="Century Gothic"/>
                <a:cs typeface="Century Gothic"/>
              </a:rPr>
              <a:t>ma</a:t>
            </a:r>
            <a:r>
              <a:rPr dirty="0" sz="3000" spc="-155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85">
                <a:latin typeface="Century Gothic"/>
                <a:cs typeface="Century Gothic"/>
              </a:rPr>
              <a:t>l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390">
                <a:latin typeface="Century Gothic"/>
                <a:cs typeface="Century Gothic"/>
              </a:rPr>
              <a:t>g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59">
                <a:latin typeface="Century Gothic"/>
                <a:cs typeface="Century Gothic"/>
              </a:rPr>
              <a:t>e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10">
                <a:latin typeface="Century Gothic"/>
                <a:cs typeface="Century Gothic"/>
              </a:rPr>
              <a:t>Q</a:t>
            </a:r>
            <a:r>
              <a:rPr dirty="0" sz="3000" spc="-155">
                <a:latin typeface="Century Gothic"/>
                <a:cs typeface="Century Gothic"/>
              </a:rPr>
              <a:t>L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q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37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315">
                <a:latin typeface="Century Gothic"/>
                <a:cs typeface="Century Gothic"/>
              </a:rPr>
              <a:t>m</a:t>
            </a:r>
            <a:r>
              <a:rPr dirty="0" sz="3000" spc="-65">
                <a:latin typeface="Century Gothic"/>
                <a:cs typeface="Century Gothic"/>
              </a:rPr>
              <a:t>i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25">
                <a:latin typeface="Century Gothic"/>
                <a:cs typeface="Century Gothic"/>
              </a:rPr>
              <a:t>v</a:t>
            </a:r>
            <a:r>
              <a:rPr dirty="0" sz="3000" spc="-7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0550" y="3653120"/>
          <a:ext cx="8953500" cy="1438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4311"/>
                <a:gridCol w="2098040"/>
                <a:gridCol w="1741720"/>
                <a:gridCol w="1920176"/>
                <a:gridCol w="1799251"/>
              </a:tblGrid>
              <a:tr h="72009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dirty="0" sz="3000" spc="-5">
                          <a:latin typeface="Century Gothic"/>
                          <a:cs typeface="Century Gothic"/>
                        </a:rPr>
                        <a:t>L</a:t>
                      </a:r>
                      <a:r>
                        <a:rPr dirty="0" sz="3000" spc="-10">
                          <a:latin typeface="Century Gothic"/>
                          <a:cs typeface="Century Gothic"/>
                        </a:rPr>
                        <a:t>i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nux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</a:pPr>
                      <a:r>
                        <a:rPr dirty="0" sz="3000" spc="-55">
                          <a:latin typeface="Century Gothic"/>
                          <a:cs typeface="Century Gothic"/>
                        </a:rPr>
                        <a:t>W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ind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o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ws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dirty="0" sz="3000" spc="-175">
                          <a:latin typeface="Century Gothic"/>
                          <a:cs typeface="Century Gothic"/>
                        </a:rPr>
                        <a:t>F</a:t>
                      </a:r>
                      <a:r>
                        <a:rPr dirty="0" sz="3000" spc="-10">
                          <a:latin typeface="Century Gothic"/>
                          <a:cs typeface="Century Gothic"/>
                        </a:rPr>
                        <a:t>r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eeB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S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D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</a:pPr>
                      <a:r>
                        <a:rPr dirty="0" sz="3000">
                          <a:latin typeface="Century Gothic"/>
                          <a:cs typeface="Century Gothic"/>
                        </a:rPr>
                        <a:t>O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p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enBS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D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dirty="0" sz="3000" spc="-10">
                          <a:latin typeface="Century Gothic"/>
                          <a:cs typeface="Century Gothic"/>
                        </a:rPr>
                        <a:t>N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e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t</a:t>
                      </a:r>
                      <a:r>
                        <a:rPr dirty="0" sz="3000" spc="-10">
                          <a:latin typeface="Century Gothic"/>
                          <a:cs typeface="Century Gothic"/>
                        </a:rPr>
                        <a:t>B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S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D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B2B2B2"/>
                    </a:solidFill>
                  </a:tcPr>
                </a:tc>
              </a:tr>
              <a:tr h="71881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dirty="0" sz="3000">
                          <a:latin typeface="Century Gothic"/>
                          <a:cs typeface="Century Gothic"/>
                        </a:rPr>
                        <a:t>OS</a:t>
                      </a:r>
                      <a:r>
                        <a:rPr dirty="0" sz="3000" spc="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X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</a:pPr>
                      <a:r>
                        <a:rPr dirty="0" sz="3000" spc="-5">
                          <a:latin typeface="Century Gothic"/>
                          <a:cs typeface="Century Gothic"/>
                        </a:rPr>
                        <a:t>AIX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dirty="0" sz="3000" spc="-15">
                          <a:latin typeface="Century Gothic"/>
                          <a:cs typeface="Century Gothic"/>
                        </a:rPr>
                        <a:t>H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P/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U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X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</a:pPr>
                      <a:r>
                        <a:rPr dirty="0" sz="3000">
                          <a:latin typeface="Century Gothic"/>
                          <a:cs typeface="Century Gothic"/>
                        </a:rPr>
                        <a:t>S</a:t>
                      </a:r>
                      <a:r>
                        <a:rPr dirty="0" sz="3000" spc="10">
                          <a:latin typeface="Century Gothic"/>
                          <a:cs typeface="Century Gothic"/>
                        </a:rPr>
                        <a:t>o</a:t>
                      </a:r>
                      <a:r>
                        <a:rPr dirty="0" sz="3000" spc="-10">
                          <a:latin typeface="Century Gothic"/>
                          <a:cs typeface="Century Gothic"/>
                        </a:rPr>
                        <a:t>l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r</a:t>
                      </a:r>
                      <a:r>
                        <a:rPr dirty="0" sz="3000" spc="-10">
                          <a:latin typeface="Century Gothic"/>
                          <a:cs typeface="Century Gothic"/>
                        </a:rPr>
                        <a:t>i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s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dirty="0" sz="3000">
                          <a:latin typeface="Century Gothic"/>
                          <a:cs typeface="Century Gothic"/>
                        </a:rPr>
                        <a:t>U</a:t>
                      </a:r>
                      <a:r>
                        <a:rPr dirty="0" sz="3000" spc="-5">
                          <a:latin typeface="Century Gothic"/>
                          <a:cs typeface="Century Gothic"/>
                        </a:rPr>
                        <a:t>n</a:t>
                      </a:r>
                      <a:r>
                        <a:rPr dirty="0" sz="3000" spc="-10">
                          <a:latin typeface="Century Gothic"/>
                          <a:cs typeface="Century Gothic"/>
                        </a:rPr>
                        <a:t>i</a:t>
                      </a:r>
                      <a:r>
                        <a:rPr dirty="0" sz="3000" spc="5">
                          <a:latin typeface="Century Gothic"/>
                          <a:cs typeface="Century Gothic"/>
                        </a:rPr>
                        <a:t>x</a:t>
                      </a:r>
                      <a:r>
                        <a:rPr dirty="0" sz="3000" spc="-155">
                          <a:latin typeface="Century Gothic"/>
                          <a:cs typeface="Century Gothic"/>
                        </a:rPr>
                        <a:t>W</a:t>
                      </a:r>
                      <a:r>
                        <a:rPr dirty="0" sz="3000" spc="-15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r</a:t>
                      </a:r>
                      <a:r>
                        <a:rPr dirty="0" sz="3000">
                          <a:latin typeface="Century Gothic"/>
                          <a:cs typeface="Century Gothic"/>
                        </a:rPr>
                        <a:t>e</a:t>
                      </a:r>
                      <a:endParaRPr sz="30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8587740" cy="3756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432434">
              <a:lnSpc>
                <a:spcPct val="100000"/>
              </a:lnSpc>
            </a:pPr>
            <a:r>
              <a:rPr dirty="0" sz="4400" spc="-46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44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39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455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dirty="0" sz="4400" spc="-245">
                <a:solidFill>
                  <a:srgbClr val="1B1B1B"/>
                </a:solidFill>
                <a:latin typeface="Century Gothic"/>
                <a:cs typeface="Century Gothic"/>
              </a:rPr>
              <a:t>ión</a:t>
            </a:r>
            <a:endParaRPr sz="4400">
              <a:latin typeface="Century Gothic"/>
              <a:cs typeface="Century Gothic"/>
            </a:endParaRPr>
          </a:p>
          <a:p>
            <a:pPr marL="335280" indent="-322580">
              <a:lnSpc>
                <a:spcPct val="100000"/>
              </a:lnSpc>
              <a:spcBef>
                <a:spcPts val="3279"/>
              </a:spcBef>
              <a:buFont typeface="Century Gothic"/>
              <a:buAutoNum type="arabicParenR"/>
              <a:tabLst>
                <a:tab pos="336550" algn="l"/>
              </a:tabLst>
            </a:pPr>
            <a:r>
              <a:rPr dirty="0" sz="3000" spc="-445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60">
                <a:latin typeface="Century Gothic"/>
                <a:cs typeface="Century Gothic"/>
              </a:rPr>
              <a:t>ci</a:t>
            </a:r>
            <a:r>
              <a:rPr dirty="0" sz="3000" spc="-409">
                <a:latin typeface="Century Gothic"/>
                <a:cs typeface="Century Gothic"/>
              </a:rPr>
              <a:t>b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15">
                <a:latin typeface="Century Gothic"/>
                <a:cs typeface="Century Gothic"/>
              </a:rPr>
              <a:t>p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on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14">
                <a:latin typeface="Century Gothic"/>
                <a:cs typeface="Century Gothic"/>
              </a:rPr>
              <a:t>l</a:t>
            </a:r>
            <a:r>
              <a:rPr dirty="0" sz="3000" spc="-95">
                <a:latin typeface="Century Gothic"/>
                <a:cs typeface="Century Gothic"/>
              </a:rPr>
              <a:t>i</a:t>
            </a:r>
            <a:r>
              <a:rPr dirty="0" sz="3000" spc="-290">
                <a:latin typeface="Century Gothic"/>
                <a:cs typeface="Century Gothic"/>
              </a:rPr>
              <a:t>e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9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469900">
              <a:lnSpc>
                <a:spcPct val="100000"/>
              </a:lnSpc>
              <a:spcBef>
                <a:spcPts val="850"/>
              </a:spcBef>
            </a:pPr>
            <a:r>
              <a:rPr dirty="0" baseline="30864" sz="2025" spc="-434">
                <a:latin typeface="MS Gothic"/>
                <a:cs typeface="MS Gothic"/>
              </a:rPr>
              <a:t>➢</a:t>
            </a:r>
            <a:r>
              <a:rPr dirty="0" sz="3000" spc="-385">
                <a:latin typeface="Century Gothic"/>
                <a:cs typeface="Century Gothic"/>
              </a:rPr>
              <a:t>P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-95">
                <a:latin typeface="Century Gothic"/>
                <a:cs typeface="Century Gothic"/>
              </a:rPr>
              <a:t>l</a:t>
            </a:r>
            <a:r>
              <a:rPr dirty="0" sz="3000" spc="-290">
                <a:latin typeface="Century Gothic"/>
                <a:cs typeface="Century Gothic"/>
              </a:rPr>
              <a:t>e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69900">
              <a:lnSpc>
                <a:spcPct val="100000"/>
              </a:lnSpc>
              <a:spcBef>
                <a:spcPts val="850"/>
              </a:spcBef>
            </a:pPr>
            <a:r>
              <a:rPr dirty="0" baseline="30864" sz="2025" spc="-434">
                <a:latin typeface="MS Gothic"/>
                <a:cs typeface="MS Gothic"/>
              </a:rPr>
              <a:t>➢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15">
                <a:latin typeface="Century Gothic"/>
                <a:cs typeface="Century Gothic"/>
              </a:rPr>
              <a:t>c</a:t>
            </a:r>
            <a:r>
              <a:rPr dirty="0" sz="3000" spc="-320">
                <a:latin typeface="Century Gothic"/>
                <a:cs typeface="Century Gothic"/>
              </a:rPr>
              <a:t>k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U</a:t>
            </a:r>
            <a:r>
              <a:rPr dirty="0" sz="3000" spc="10">
                <a:latin typeface="Century Gothic"/>
                <a:cs typeface="Century Gothic"/>
              </a:rPr>
              <a:t>N</a:t>
            </a:r>
            <a:r>
              <a:rPr dirty="0" sz="3000" spc="-95">
                <a:latin typeface="Century Gothic"/>
                <a:cs typeface="Century Gothic"/>
              </a:rPr>
              <a:t>I</a:t>
            </a:r>
            <a:r>
              <a:rPr dirty="0" sz="3000" spc="-240">
                <a:latin typeface="Century Gothic"/>
                <a:cs typeface="Century Gothic"/>
              </a:rPr>
              <a:t>X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00">
                <a:latin typeface="Century Gothic"/>
                <a:cs typeface="Century Gothic"/>
              </a:rPr>
              <a:t>y</a:t>
            </a:r>
            <a:r>
              <a:rPr dirty="0" sz="3000" spc="-180">
                <a:latin typeface="Century Gothic"/>
                <a:cs typeface="Century Gothic"/>
              </a:rPr>
              <a:t>/</a:t>
            </a:r>
            <a:r>
              <a:rPr dirty="0" sz="3000" spc="-260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95">
                <a:latin typeface="Century Gothic"/>
                <a:cs typeface="Century Gothic"/>
              </a:rPr>
              <a:t>T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-1005">
                <a:latin typeface="Century Gothic"/>
                <a:cs typeface="Century Gothic"/>
              </a:rPr>
              <a:t>P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2140"/>
              </a:spcBef>
              <a:buFont typeface="Century Gothic"/>
              <a:buAutoNum type="arabicParenR" startAt="2"/>
              <a:tabLst>
                <a:tab pos="336550" algn="l"/>
              </a:tabLst>
            </a:pPr>
            <a:r>
              <a:rPr dirty="0" sz="3000" spc="95">
                <a:latin typeface="Century Gothic"/>
                <a:cs typeface="Century Gothic"/>
              </a:rPr>
              <a:t>U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120">
                <a:latin typeface="Century Gothic"/>
                <a:cs typeface="Century Gothic"/>
              </a:rPr>
              <a:t>iz</a:t>
            </a:r>
            <a:r>
              <a:rPr dirty="0" sz="3000" spc="-250">
                <a:latin typeface="Century Gothic"/>
                <a:cs typeface="Century Gothic"/>
              </a:rPr>
              <a:t>a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14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ón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570">
                <a:latin typeface="Century Gothic"/>
                <a:cs typeface="Century Gothic"/>
              </a:rPr>
              <a:t>m</a:t>
            </a:r>
            <a:r>
              <a:rPr dirty="0" sz="3000" spc="-380">
                <a:latin typeface="Century Gothic"/>
                <a:cs typeface="Century Gothic"/>
              </a:rPr>
              <a:t>e</a:t>
            </a:r>
            <a:r>
              <a:rPr dirty="0" sz="3000" spc="-459">
                <a:latin typeface="Century Gothic"/>
                <a:cs typeface="Century Gothic"/>
              </a:rPr>
              <a:t>m</a:t>
            </a:r>
            <a:r>
              <a:rPr dirty="0" sz="3000" spc="-31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515">
                <a:latin typeface="Century Gothic"/>
                <a:cs typeface="Century Gothic"/>
              </a:rPr>
              <a:t>m</a:t>
            </a:r>
            <a:r>
              <a:rPr dirty="0" sz="3000" spc="-355">
                <a:latin typeface="Century Gothic"/>
                <a:cs typeface="Century Gothic"/>
              </a:rPr>
              <a:t>p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5716905" cy="4961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393440">
              <a:lnSpc>
                <a:spcPct val="100000"/>
              </a:lnSpc>
            </a:pPr>
            <a:r>
              <a:rPr dirty="0" sz="4400" spc="-46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44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39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455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dirty="0" sz="4400" spc="-245">
                <a:solidFill>
                  <a:srgbClr val="1B1B1B"/>
                </a:solidFill>
                <a:latin typeface="Century Gothic"/>
                <a:cs typeface="Century Gothic"/>
              </a:rPr>
              <a:t>ión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79"/>
              </a:spcBef>
              <a:buFont typeface="Century Gothic"/>
              <a:buAutoNum type="arabicParenR" startAt="3"/>
              <a:tabLst>
                <a:tab pos="336550" algn="l"/>
              </a:tabLst>
            </a:pPr>
            <a:r>
              <a:rPr dirty="0" sz="3000" spc="-385">
                <a:latin typeface="Century Gothic"/>
                <a:cs typeface="Century Gothic"/>
              </a:rPr>
              <a:t>P</a:t>
            </a:r>
            <a:r>
              <a:rPr dirty="0" sz="3000" spc="45">
                <a:latin typeface="Century Gothic"/>
                <a:cs typeface="Century Gothic"/>
              </a:rPr>
              <a:t>r</a:t>
            </a:r>
            <a:r>
              <a:rPr dirty="0" sz="3000" spc="-415">
                <a:latin typeface="Century Gothic"/>
                <a:cs typeface="Century Gothic"/>
              </a:rPr>
              <a:t>e</a:t>
            </a:r>
            <a:r>
              <a:rPr dirty="0" sz="3000" spc="-135">
                <a:latin typeface="Century Gothic"/>
                <a:cs typeface="Century Gothic"/>
              </a:rPr>
              <a:t>-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195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85">
                <a:latin typeface="Century Gothic"/>
                <a:cs typeface="Century Gothic"/>
              </a:rPr>
              <a:t>l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4">
                <a:latin typeface="Century Gothic"/>
                <a:cs typeface="Century Gothic"/>
              </a:rPr>
              <a:t>x</a:t>
            </a:r>
            <a:r>
              <a:rPr dirty="0" sz="3000" spc="-55">
                <a:latin typeface="Century Gothic"/>
                <a:cs typeface="Century Gothic"/>
              </a:rPr>
              <a:t>i</a:t>
            </a:r>
            <a:r>
              <a:rPr dirty="0" sz="3000" spc="-160">
                <a:latin typeface="Century Gothic"/>
                <a:cs typeface="Century Gothic"/>
              </a:rPr>
              <a:t>ó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9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469900">
              <a:lnSpc>
                <a:spcPct val="100000"/>
              </a:lnSpc>
              <a:spcBef>
                <a:spcPts val="850"/>
              </a:spcBef>
            </a:pPr>
            <a:r>
              <a:rPr dirty="0" baseline="30864" sz="2025" spc="-434">
                <a:latin typeface="MS Gothic"/>
                <a:cs typeface="MS Gothic"/>
              </a:rPr>
              <a:t>➢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80">
                <a:latin typeface="Century Gothic"/>
                <a:cs typeface="Century Gothic"/>
              </a:rPr>
              <a:t>j</a:t>
            </a:r>
            <a:r>
              <a:rPr dirty="0" sz="3000" spc="-170">
                <a:latin typeface="Century Gothic"/>
                <a:cs typeface="Century Gothic"/>
              </a:rPr>
              <a:t>u</a:t>
            </a:r>
            <a:r>
              <a:rPr dirty="0" sz="3000" spc="-10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25">
                <a:latin typeface="Century Gothic"/>
                <a:cs typeface="Century Gothic"/>
              </a:rPr>
              <a:t>h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135">
                <a:latin typeface="Century Gothic"/>
                <a:cs typeface="Century Gothic"/>
              </a:rPr>
              <a:t>_</a:t>
            </a:r>
            <a:r>
              <a:rPr dirty="0" sz="3000" spc="-150">
                <a:latin typeface="Century Gothic"/>
                <a:cs typeface="Century Gothic"/>
              </a:rPr>
              <a:t>h</a:t>
            </a:r>
            <a:r>
              <a:rPr dirty="0" sz="3000" spc="-430">
                <a:latin typeface="Century Gothic"/>
                <a:cs typeface="Century Gothic"/>
              </a:rPr>
              <a:t>ba</a:t>
            </a:r>
            <a:r>
              <a:rPr dirty="0" sz="3000" spc="25">
                <a:latin typeface="Century Gothic"/>
                <a:cs typeface="Century Gothic"/>
              </a:rPr>
              <a:t>.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f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69900">
              <a:lnSpc>
                <a:spcPct val="100000"/>
              </a:lnSpc>
              <a:spcBef>
                <a:spcPts val="850"/>
              </a:spcBef>
            </a:pPr>
            <a:r>
              <a:rPr dirty="0" baseline="30864" sz="2025" spc="-434">
                <a:latin typeface="MS Gothic"/>
                <a:cs typeface="MS Gothic"/>
              </a:rPr>
              <a:t>➢</a:t>
            </a:r>
            <a:r>
              <a:rPr dirty="0" sz="3000" spc="-280">
                <a:latin typeface="Century Gothic"/>
                <a:cs typeface="Century Gothic"/>
              </a:rPr>
              <a:t>M</a:t>
            </a:r>
            <a:r>
              <a:rPr dirty="0" sz="3000" spc="-465">
                <a:latin typeface="Century Gothic"/>
                <a:cs typeface="Century Gothic"/>
              </a:rPr>
              <a:t>é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4">
                <a:latin typeface="Century Gothic"/>
                <a:cs typeface="Century Gothic"/>
              </a:rPr>
              <a:t>x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5">
                <a:latin typeface="Century Gothic"/>
                <a:cs typeface="Century Gothic"/>
              </a:rPr>
              <a:t>no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600710">
              <a:lnSpc>
                <a:spcPts val="9490"/>
              </a:lnSpc>
              <a:spcBef>
                <a:spcPts val="994"/>
              </a:spcBef>
              <a:buFont typeface="Century Gothic"/>
              <a:buAutoNum type="arabicParenR" startAt="4"/>
              <a:tabLst>
                <a:tab pos="336550" algn="l"/>
              </a:tabLst>
            </a:pP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35">
                <a:latin typeface="Century Gothic"/>
                <a:cs typeface="Century Gothic"/>
              </a:rPr>
              <a:t>ci</a:t>
            </a:r>
            <a:r>
              <a:rPr dirty="0" sz="3000" spc="-350">
                <a:latin typeface="Century Gothic"/>
                <a:cs typeface="Century Gothic"/>
              </a:rPr>
              <a:t>ó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370">
                <a:latin typeface="Century Gothic"/>
                <a:cs typeface="Century Gothic"/>
              </a:rPr>
              <a:t>e</a:t>
            </a:r>
            <a:r>
              <a:rPr dirty="0" sz="3000" spc="-380">
                <a:latin typeface="Century Gothic"/>
                <a:cs typeface="Century Gothic"/>
              </a:rPr>
              <a:t>v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65">
                <a:latin typeface="Century Gothic"/>
                <a:cs typeface="Century Gothic"/>
              </a:rPr>
              <a:t>B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15">
                <a:latin typeface="Century Gothic"/>
                <a:cs typeface="Century Gothic"/>
              </a:rPr>
              <a:t>c</a:t>
            </a:r>
            <a:r>
              <a:rPr dirty="0" sz="3000" spc="-320">
                <a:latin typeface="Century Gothic"/>
                <a:cs typeface="Century Gothic"/>
              </a:rPr>
              <a:t>k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55">
                <a:latin typeface="Century Gothic"/>
                <a:cs typeface="Century Gothic"/>
              </a:rPr>
              <a:t>5</a:t>
            </a:r>
            <a:r>
              <a:rPr dirty="0" sz="3000" spc="-110">
                <a:latin typeface="Century Gothic"/>
                <a:cs typeface="Century Gothic"/>
              </a:rPr>
              <a:t>)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25">
                <a:latin typeface="Century Gothic"/>
                <a:cs typeface="Century Gothic"/>
              </a:rPr>
              <a:t>v</a:t>
            </a:r>
            <a:r>
              <a:rPr dirty="0" sz="3000" spc="-7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300">
                <a:latin typeface="Century Gothic"/>
                <a:cs typeface="Century Gothic"/>
              </a:rPr>
              <a:t>ó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55">
                <a:latin typeface="Century Gothic"/>
                <a:cs typeface="Century Gothic"/>
              </a:rPr>
              <a:t>l</a:t>
            </a:r>
            <a:r>
              <a:rPr dirty="0" sz="3000" spc="-160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65">
                <a:latin typeface="Century Gothic"/>
                <a:cs typeface="Century Gothic"/>
              </a:rPr>
              <a:t>B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15">
                <a:latin typeface="Century Gothic"/>
                <a:cs typeface="Century Gothic"/>
              </a:rPr>
              <a:t>c</a:t>
            </a:r>
            <a:r>
              <a:rPr dirty="0" sz="3000" spc="-320">
                <a:latin typeface="Century Gothic"/>
                <a:cs typeface="Century Gothic"/>
              </a:rPr>
              <a:t>k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9074150" cy="4921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42870">
              <a:lnSpc>
                <a:spcPct val="100000"/>
              </a:lnSpc>
            </a:pPr>
            <a:r>
              <a:rPr dirty="0" sz="4400" spc="-85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dirty="0" sz="4400" spc="-37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-39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57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18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3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68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425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ap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60">
                <a:latin typeface="Century Gothic"/>
                <a:cs typeface="Century Gothic"/>
              </a:rPr>
              <a:t>ic</a:t>
            </a:r>
            <a:r>
              <a:rPr dirty="0" sz="3000" spc="-405">
                <a:latin typeface="Century Gothic"/>
                <a:cs typeface="Century Gothic"/>
              </a:rPr>
              <a:t>a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14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ón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570">
                <a:latin typeface="Century Gothic"/>
                <a:cs typeface="Century Gothic"/>
              </a:rPr>
              <a:t>c</a:t>
            </a:r>
            <a:r>
              <a:rPr dirty="0" sz="3000" spc="-295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10">
                <a:latin typeface="Century Gothic"/>
                <a:cs typeface="Century Gothic"/>
              </a:rPr>
              <a:t>Q</a:t>
            </a:r>
            <a:r>
              <a:rPr dirty="0" sz="3000" spc="-90">
                <a:latin typeface="Century Gothic"/>
                <a:cs typeface="Century Gothic"/>
              </a:rPr>
              <a:t>L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2550">
              <a:latin typeface="Times New Roman"/>
              <a:cs typeface="Times New Roman"/>
            </a:endParaRPr>
          </a:p>
          <a:p>
            <a:pPr marL="514350" marR="1216660" indent="-501650">
              <a:lnSpc>
                <a:spcPct val="100000"/>
              </a:lnSpc>
              <a:buFont typeface="Century Gothic"/>
              <a:buAutoNum type="arabicParenR"/>
              <a:tabLst>
                <a:tab pos="336550" algn="l"/>
              </a:tabLst>
            </a:pPr>
            <a:r>
              <a:rPr dirty="0" sz="3000" spc="-70">
                <a:latin typeface="Century Gothic"/>
                <a:cs typeface="Century Gothic"/>
              </a:rPr>
              <a:t>I</a:t>
            </a:r>
            <a:r>
              <a:rPr dirty="0" sz="3000" spc="-150">
                <a:latin typeface="Century Gothic"/>
                <a:cs typeface="Century Gothic"/>
              </a:rPr>
              <a:t>n</a:t>
            </a:r>
            <a:r>
              <a:rPr dirty="0" sz="3000" spc="-175">
                <a:latin typeface="Century Gothic"/>
                <a:cs typeface="Century Gothic"/>
              </a:rPr>
              <a:t>ic</a:t>
            </a:r>
            <a:r>
              <a:rPr dirty="0" sz="3000" spc="-75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65">
                <a:latin typeface="Century Gothic"/>
                <a:cs typeface="Century Gothic"/>
              </a:rPr>
              <a:t>x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ón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285">
                <a:latin typeface="Century Gothic"/>
                <a:cs typeface="Century Gothic"/>
              </a:rPr>
              <a:t>on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25">
                <a:latin typeface="Century Gothic"/>
                <a:cs typeface="Century Gothic"/>
              </a:rPr>
              <a:t>v</a:t>
            </a:r>
            <a:r>
              <a:rPr dirty="0" sz="3000" spc="-75">
                <a:latin typeface="Century Gothic"/>
                <a:cs typeface="Century Gothic"/>
              </a:rPr>
              <a:t>i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114">
                <a:latin typeface="Century Gothic"/>
                <a:cs typeface="Century Gothic"/>
              </a:rPr>
              <a:t> </a:t>
            </a:r>
            <a:r>
              <a:rPr dirty="0" sz="3000" spc="-41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p</a:t>
            </a:r>
            <a:r>
              <a:rPr dirty="0" sz="3000" spc="2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r</a:t>
            </a:r>
            <a:r>
              <a:rPr dirty="0" sz="3000" spc="-28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o</a:t>
            </a:r>
            <a:r>
              <a:rPr dirty="0" sz="3000" spc="-280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t</a:t>
            </a:r>
            <a:r>
              <a:rPr dirty="0" sz="3000" spc="-29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o</a:t>
            </a:r>
            <a:r>
              <a:rPr dirty="0" sz="3000" spc="-45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c</a:t>
            </a:r>
            <a:r>
              <a:rPr dirty="0" sz="3000" spc="-45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o</a:t>
            </a:r>
            <a:r>
              <a:rPr dirty="0" sz="3000" spc="-5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l</a:t>
            </a:r>
            <a:r>
              <a:rPr dirty="0" sz="3000" spc="-160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o</a:t>
            </a:r>
            <a:r>
              <a:rPr dirty="0" sz="3000" spc="3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 </a:t>
            </a:r>
            <a:r>
              <a:rPr dirty="0" sz="3000" spc="40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F</a:t>
            </a:r>
            <a:r>
              <a:rPr dirty="0" sz="3000" spc="-80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E</a:t>
            </a:r>
            <a:r>
              <a:rPr dirty="0" sz="3000" spc="-85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/</a:t>
            </a:r>
            <a:r>
              <a:rPr dirty="0" sz="3000" spc="-100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B</a:t>
            </a:r>
            <a:r>
              <a:rPr dirty="0" sz="3000" spc="-40">
                <a:solidFill>
                  <a:srgbClr val="0000A7"/>
                </a:solidFill>
                <a:latin typeface="Century Gothic"/>
                <a:cs typeface="Century Gothic"/>
                <a:hlinkClick r:id="rId2"/>
              </a:rPr>
              <a:t>E</a:t>
            </a:r>
            <a:r>
              <a:rPr dirty="0" sz="3000" spc="30">
                <a:latin typeface="Century Gothic"/>
                <a:cs typeface="Century Gothic"/>
              </a:rPr>
              <a:t>,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q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35">
                <a:latin typeface="Century Gothic"/>
                <a:cs typeface="Century Gothic"/>
              </a:rPr>
              <a:t>ci</a:t>
            </a:r>
            <a:r>
              <a:rPr dirty="0" sz="3000" spc="-355">
                <a:latin typeface="Century Gothic"/>
                <a:cs typeface="Century Gothic"/>
              </a:rPr>
              <a:t>o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95">
                <a:latin typeface="Century Gothic"/>
                <a:cs typeface="Century Gothic"/>
              </a:rPr>
              <a:t>T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-140">
                <a:latin typeface="Century Gothic"/>
                <a:cs typeface="Century Gothic"/>
              </a:rPr>
              <a:t>P/</a:t>
            </a:r>
            <a:r>
              <a:rPr dirty="0" sz="3000" spc="-70">
                <a:latin typeface="Century Gothic"/>
                <a:cs typeface="Century Gothic"/>
              </a:rPr>
              <a:t>I</a:t>
            </a:r>
            <a:r>
              <a:rPr dirty="0" sz="3000" spc="-1005">
                <a:latin typeface="Century Gothic"/>
                <a:cs typeface="Century Gothic"/>
              </a:rPr>
              <a:t>P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Century Gothic"/>
              <a:buAutoNum type="arabicParenR"/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entury Gothic"/>
              <a:buAutoNum type="arabicParenR"/>
            </a:pPr>
            <a:endParaRPr sz="2600">
              <a:latin typeface="Times New Roman"/>
              <a:cs typeface="Times New Roman"/>
            </a:endParaRPr>
          </a:p>
          <a:p>
            <a:pPr marL="228600" marR="5080" indent="-215900">
              <a:lnSpc>
                <a:spcPct val="100000"/>
              </a:lnSpc>
              <a:buFont typeface="Century Gothic"/>
              <a:buAutoNum type="arabicParenR"/>
              <a:tabLst>
                <a:tab pos="336550" algn="l"/>
              </a:tabLst>
            </a:pPr>
            <a:r>
              <a:rPr dirty="0" sz="3000" spc="-204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-235">
                <a:latin typeface="Century Gothic"/>
                <a:cs typeface="Century Gothic"/>
              </a:rPr>
              <a:t>ci</a:t>
            </a:r>
            <a:r>
              <a:rPr dirty="0" sz="3000" spc="-355">
                <a:latin typeface="Century Gothic"/>
                <a:cs typeface="Century Gothic"/>
              </a:rPr>
              <a:t>ó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14">
                <a:latin typeface="Century Gothic"/>
                <a:cs typeface="Century Gothic"/>
              </a:rPr>
              <a:t>l</a:t>
            </a:r>
            <a:r>
              <a:rPr dirty="0" sz="3000" spc="-95">
                <a:latin typeface="Century Gothic"/>
                <a:cs typeface="Century Gothic"/>
              </a:rPr>
              <a:t>i</a:t>
            </a:r>
            <a:r>
              <a:rPr dirty="0" sz="3000" spc="-290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195">
                <a:latin typeface="Century Gothic"/>
                <a:cs typeface="Century Gothic"/>
              </a:rPr>
              <a:t>t</a:t>
            </a:r>
            <a:r>
              <a:rPr dirty="0" sz="3000" spc="75">
                <a:latin typeface="Century Gothic"/>
                <a:cs typeface="Century Gothic"/>
              </a:rPr>
              <a:t>i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25">
                <a:latin typeface="Century Gothic"/>
                <a:cs typeface="Century Gothic"/>
              </a:rPr>
              <a:t>z</a:t>
            </a:r>
            <a:r>
              <a:rPr dirty="0" sz="3000" spc="-35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05">
                <a:latin typeface="Century Gothic"/>
                <a:cs typeface="Century Gothic"/>
              </a:rPr>
              <a:t>v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95">
                <a:latin typeface="Century Gothic"/>
                <a:cs typeface="Century Gothic"/>
              </a:rPr>
              <a:t>J</a:t>
            </a:r>
            <a:r>
              <a:rPr dirty="0" sz="3000" spc="-290">
                <a:latin typeface="Century Gothic"/>
                <a:cs typeface="Century Gothic"/>
              </a:rPr>
              <a:t>D</a:t>
            </a:r>
            <a:r>
              <a:rPr dirty="0" sz="3000" spc="-65">
                <a:latin typeface="Century Gothic"/>
                <a:cs typeface="Century Gothic"/>
              </a:rPr>
              <a:t>B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30">
                <a:latin typeface="Century Gothic"/>
                <a:cs typeface="Century Gothic"/>
              </a:rPr>
              <a:t>,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0">
                <a:latin typeface="Century Gothic"/>
                <a:cs typeface="Century Gothic"/>
              </a:rPr>
              <a:t>O</a:t>
            </a:r>
            <a:r>
              <a:rPr dirty="0" sz="3000" spc="-155">
                <a:latin typeface="Century Gothic"/>
                <a:cs typeface="Century Gothic"/>
              </a:rPr>
              <a:t>D</a:t>
            </a:r>
            <a:r>
              <a:rPr dirty="0" sz="3000" spc="-65">
                <a:latin typeface="Century Gothic"/>
                <a:cs typeface="Century Gothic"/>
              </a:rPr>
              <a:t>B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125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50">
                <a:latin typeface="Century Gothic"/>
                <a:cs typeface="Century Gothic"/>
              </a:rPr>
              <a:t> </a:t>
            </a:r>
            <a:r>
              <a:rPr dirty="0" sz="3000" spc="75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</a:t>
            </a:r>
            <a:r>
              <a:rPr dirty="0" sz="3000" spc="85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i</a:t>
            </a:r>
            <a:r>
              <a:rPr dirty="0" sz="3000" spc="-43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b</a:t>
            </a:r>
            <a:r>
              <a:rPr dirty="0" sz="3000" spc="35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dirty="0" sz="3000" spc="-465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dirty="0" sz="3000" spc="35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dirty="0" sz="3000" spc="-85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í</a:t>
            </a:r>
            <a:r>
              <a:rPr dirty="0" sz="3000" spc="-27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a</a:t>
            </a:r>
            <a:r>
              <a:rPr dirty="0" sz="3000" spc="35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dirty="0" sz="3000" spc="-43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pq</a:t>
            </a:r>
            <a:r>
              <a:rPr dirty="0" sz="3000" spc="75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45">
                <a:latin typeface="Century Gothic"/>
                <a:cs typeface="Century Gothic"/>
              </a:rPr>
              <a:t>P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>
                <a:latin typeface="Century Gothic"/>
                <a:cs typeface="Century Gothic"/>
              </a:rPr>
              <a:t>SQ</a:t>
            </a:r>
            <a:r>
              <a:rPr dirty="0" sz="3000" spc="-100">
                <a:latin typeface="Century Gothic"/>
                <a:cs typeface="Century Gothic"/>
              </a:rPr>
              <a:t>L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9041765" cy="5018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42870">
              <a:lnSpc>
                <a:spcPct val="100000"/>
              </a:lnSpc>
            </a:pPr>
            <a:r>
              <a:rPr dirty="0" sz="4400" spc="-85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dirty="0" sz="4400" spc="-37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-39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57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18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3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68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425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endParaRPr sz="4400">
              <a:latin typeface="Century Gothic"/>
              <a:cs typeface="Century Gothic"/>
            </a:endParaRPr>
          </a:p>
          <a:p>
            <a:pPr marL="514350" marR="5080" indent="-501650">
              <a:lnSpc>
                <a:spcPct val="100000"/>
              </a:lnSpc>
              <a:spcBef>
                <a:spcPts val="3279"/>
              </a:spcBef>
              <a:buFont typeface="Century Gothic"/>
              <a:buAutoNum type="arabicParenR" startAt="3"/>
              <a:tabLst>
                <a:tab pos="336550" algn="l"/>
              </a:tabLst>
            </a:pPr>
            <a:r>
              <a:rPr dirty="0" sz="3000" spc="95">
                <a:latin typeface="Century Gothic"/>
                <a:cs typeface="Century Gothic"/>
              </a:rPr>
              <a:t>U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05">
                <a:latin typeface="Century Gothic"/>
                <a:cs typeface="Century Gothic"/>
              </a:rPr>
              <a:t>v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145">
                <a:latin typeface="Century Gothic"/>
                <a:cs typeface="Century Gothic"/>
              </a:rPr>
              <a:t>z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25">
                <a:latin typeface="Century Gothic"/>
                <a:cs typeface="Century Gothic"/>
              </a:rPr>
              <a:t>z</a:t>
            </a:r>
            <a:r>
              <a:rPr dirty="0" sz="3000" spc="-350">
                <a:latin typeface="Century Gothic"/>
                <a:cs typeface="Century Gothic"/>
              </a:rPr>
              <a:t>a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85">
                <a:latin typeface="Century Gothic"/>
                <a:cs typeface="Century Gothic"/>
              </a:rPr>
              <a:t>l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4">
                <a:latin typeface="Century Gothic"/>
                <a:cs typeface="Century Gothic"/>
              </a:rPr>
              <a:t>x</a:t>
            </a:r>
            <a:r>
              <a:rPr dirty="0" sz="3000" spc="-55">
                <a:latin typeface="Century Gothic"/>
                <a:cs typeface="Century Gothic"/>
              </a:rPr>
              <a:t>i</a:t>
            </a:r>
            <a:r>
              <a:rPr dirty="0" sz="3000" spc="-160">
                <a:latin typeface="Century Gothic"/>
                <a:cs typeface="Century Gothic"/>
              </a:rPr>
              <a:t>ó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,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120">
                <a:latin typeface="Century Gothic"/>
                <a:cs typeface="Century Gothic"/>
              </a:rPr>
              <a:t>iz</a:t>
            </a:r>
            <a:r>
              <a:rPr dirty="0" sz="3000" spc="-25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80">
                <a:latin typeface="Century Gothic"/>
                <a:cs typeface="Century Gothic"/>
              </a:rPr>
              <a:t>la</a:t>
            </a:r>
            <a:r>
              <a:rPr dirty="0" sz="3000" spc="-114">
                <a:latin typeface="Century Gothic"/>
                <a:cs typeface="Century Gothic"/>
              </a:rPr>
              <a:t> 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ut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235">
                <a:latin typeface="Century Gothic"/>
                <a:cs typeface="Century Gothic"/>
              </a:rPr>
              <a:t>ci</a:t>
            </a:r>
            <a:r>
              <a:rPr dirty="0" sz="3000" spc="-355">
                <a:latin typeface="Century Gothic"/>
                <a:cs typeface="Century Gothic"/>
              </a:rPr>
              <a:t>ó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u</a:t>
            </a:r>
            <a:r>
              <a:rPr dirty="0" sz="3000" spc="-95">
                <a:latin typeface="Century Gothic"/>
                <a:cs typeface="Century Gothic"/>
              </a:rPr>
              <a:t>s</a:t>
            </a:r>
            <a:r>
              <a:rPr dirty="0" sz="3000" spc="-335">
                <a:latin typeface="Century Gothic"/>
                <a:cs typeface="Century Gothic"/>
              </a:rPr>
              <a:t>u</a:t>
            </a:r>
            <a:r>
              <a:rPr dirty="0" sz="3000" spc="-37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145">
                <a:latin typeface="Century Gothic"/>
                <a:cs typeface="Century Gothic"/>
              </a:rPr>
              <a:t>Y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375">
                <a:latin typeface="Century Gothic"/>
                <a:cs typeface="Century Gothic"/>
              </a:rPr>
              <a:t>c</a:t>
            </a:r>
            <a:r>
              <a:rPr dirty="0" sz="3000" spc="-17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á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370">
                <a:latin typeface="Century Gothic"/>
                <a:cs typeface="Century Gothic"/>
              </a:rPr>
              <a:t>e</a:t>
            </a:r>
            <a:r>
              <a:rPr dirty="0" sz="3000" spc="-380">
                <a:latin typeface="Century Gothic"/>
                <a:cs typeface="Century Gothic"/>
              </a:rPr>
              <a:t>v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140">
                <a:latin typeface="Century Gothic"/>
                <a:cs typeface="Century Gothic"/>
              </a:rPr>
              <a:t>k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60">
                <a:latin typeface="Century Gothic"/>
                <a:cs typeface="Century Gothic"/>
              </a:rPr>
              <a:t>(</a:t>
            </a:r>
            <a:r>
              <a:rPr dirty="0" sz="3000" spc="-475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160">
                <a:latin typeface="Century Gothic"/>
                <a:cs typeface="Century Gothic"/>
              </a:rPr>
              <a:t>)</a:t>
            </a:r>
            <a:r>
              <a:rPr dirty="0" sz="3000" spc="-120">
                <a:latin typeface="Century Gothic"/>
                <a:cs typeface="Century Gothic"/>
              </a:rPr>
              <a:t>,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15">
                <a:latin typeface="Century Gothic"/>
                <a:cs typeface="Century Gothic"/>
              </a:rPr>
              <a:t>q</a:t>
            </a:r>
            <a:r>
              <a:rPr dirty="0" sz="3000" spc="-365">
                <a:latin typeface="Century Gothic"/>
                <a:cs typeface="Century Gothic"/>
              </a:rPr>
              <a:t>ue</a:t>
            </a:r>
            <a:r>
              <a:rPr dirty="0" sz="3000" spc="-165">
                <a:latin typeface="Century Gothic"/>
                <a:cs typeface="Century Gothic"/>
              </a:rPr>
              <a:t> 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á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285">
                <a:latin typeface="Century Gothic"/>
                <a:cs typeface="Century Gothic"/>
              </a:rPr>
              <a:t>on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430">
                <a:latin typeface="Century Gothic"/>
                <a:cs typeface="Century Gothic"/>
              </a:rPr>
              <a:t>ab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4">
                <a:latin typeface="Century Gothic"/>
                <a:cs typeface="Century Gothic"/>
              </a:rPr>
              <a:t>x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ón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114">
                <a:latin typeface="Century Gothic"/>
                <a:cs typeface="Century Gothic"/>
              </a:rPr>
              <a:t> 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335">
                <a:latin typeface="Century Gothic"/>
                <a:cs typeface="Century Gothic"/>
              </a:rPr>
              <a:t>u</a:t>
            </a:r>
            <a:r>
              <a:rPr dirty="0" sz="3000" spc="-355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05">
                <a:latin typeface="Century Gothic"/>
                <a:cs typeface="Century Gothic"/>
              </a:rPr>
              <a:t>y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j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85">
                <a:latin typeface="Century Gothic"/>
                <a:cs typeface="Century Gothic"/>
              </a:rPr>
              <a:t>l</a:t>
            </a:r>
            <a:r>
              <a:rPr dirty="0" sz="3000" spc="-25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80">
                <a:latin typeface="Century Gothic"/>
                <a:cs typeface="Century Gothic"/>
              </a:rPr>
              <a:t>l</a:t>
            </a:r>
            <a:r>
              <a:rPr dirty="0" sz="3000" spc="-125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Century Gothic"/>
              <a:buAutoNum type="arabicParenR" startAt="3"/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"/>
              </a:spcBef>
              <a:buFont typeface="Century Gothic"/>
              <a:buAutoNum type="arabicParenR" startAt="3"/>
            </a:pPr>
            <a:endParaRPr sz="2550">
              <a:latin typeface="Times New Roman"/>
              <a:cs typeface="Times New Roman"/>
            </a:endParaRPr>
          </a:p>
          <a:p>
            <a:pPr marL="228600" marR="253365" indent="-215900">
              <a:lnSpc>
                <a:spcPct val="100000"/>
              </a:lnSpc>
              <a:buFont typeface="Century Gothic"/>
              <a:buAutoNum type="arabicParenR" startAt="3"/>
              <a:tabLst>
                <a:tab pos="336550" algn="l"/>
              </a:tabLst>
            </a:pPr>
            <a:r>
              <a:rPr dirty="0" sz="3000" spc="-80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140">
                <a:latin typeface="Century Gothic"/>
                <a:cs typeface="Century Gothic"/>
              </a:rPr>
              <a:t>k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95">
                <a:latin typeface="Century Gothic"/>
                <a:cs typeface="Century Gothic"/>
              </a:rPr>
              <a:t>i</a:t>
            </a:r>
            <a:r>
              <a:rPr dirty="0" sz="3000" spc="-290">
                <a:latin typeface="Century Gothic"/>
                <a:cs typeface="Century Gothic"/>
              </a:rPr>
              <a:t>e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405">
                <a:latin typeface="Century Gothic"/>
                <a:cs typeface="Century Gothic"/>
              </a:rPr>
              <a:t>v</a:t>
            </a:r>
            <a:r>
              <a:rPr dirty="0" sz="3000" spc="-465">
                <a:latin typeface="Century Gothic"/>
                <a:cs typeface="Century Gothic"/>
              </a:rPr>
              <a:t>é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9">
                <a:latin typeface="Century Gothic"/>
                <a:cs typeface="Century Gothic"/>
              </a:rPr>
              <a:t>m</a:t>
            </a:r>
            <a:r>
              <a:rPr dirty="0" sz="3000" spc="-31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 </a:t>
            </a:r>
            <a:r>
              <a:rPr dirty="0" sz="3000" spc="-445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>
                <a:latin typeface="Century Gothic"/>
                <a:cs typeface="Century Gothic"/>
              </a:rPr>
              <a:t>SQ</a:t>
            </a:r>
            <a:r>
              <a:rPr dirty="0" sz="3000" spc="-155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60">
                <a:latin typeface="Century Gothic"/>
                <a:cs typeface="Century Gothic"/>
              </a:rPr>
              <a:t>(</a:t>
            </a:r>
            <a:r>
              <a:rPr dirty="0" sz="3000" spc="-16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-280">
                <a:latin typeface="Century Gothic"/>
                <a:cs typeface="Century Gothic"/>
              </a:rPr>
              <a:t>u</a:t>
            </a:r>
            <a:r>
              <a:rPr dirty="0" sz="3000" spc="-140">
                <a:latin typeface="Century Gothic"/>
                <a:cs typeface="Century Gothic"/>
              </a:rPr>
              <a:t>f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310">
                <a:latin typeface="Century Gothic"/>
                <a:cs typeface="Century Gothic"/>
              </a:rPr>
              <a:t>)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9163685" cy="48882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42870">
              <a:lnSpc>
                <a:spcPct val="100000"/>
              </a:lnSpc>
            </a:pPr>
            <a:r>
              <a:rPr dirty="0" sz="4400" spc="-85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dirty="0" sz="4400" spc="-37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-39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57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18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3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68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425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endParaRPr sz="4400">
              <a:latin typeface="Century Gothic"/>
              <a:cs typeface="Century Gothic"/>
            </a:endParaRPr>
          </a:p>
          <a:p>
            <a:pPr marL="500380" marR="5080" indent="-487680">
              <a:lnSpc>
                <a:spcPct val="100000"/>
              </a:lnSpc>
              <a:spcBef>
                <a:spcPts val="3279"/>
              </a:spcBef>
              <a:buFont typeface="Century Gothic"/>
              <a:buAutoNum type="arabicParenR" startAt="5"/>
              <a:tabLst>
                <a:tab pos="327025" algn="l"/>
              </a:tabLst>
            </a:pPr>
            <a:r>
              <a:rPr dirty="0" sz="2900" spc="-315">
                <a:latin typeface="Century Gothic"/>
                <a:cs typeface="Century Gothic"/>
              </a:rPr>
              <a:t>C</a:t>
            </a:r>
            <a:r>
              <a:rPr dirty="0" sz="2900" spc="-245">
                <a:latin typeface="Century Gothic"/>
                <a:cs typeface="Century Gothic"/>
              </a:rPr>
              <a:t>u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-280">
                <a:latin typeface="Century Gothic"/>
                <a:cs typeface="Century Gothic"/>
              </a:rPr>
              <a:t>n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285">
                <a:latin typeface="Century Gothic"/>
                <a:cs typeface="Century Gothic"/>
              </a:rPr>
              <a:t>o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265">
                <a:latin typeface="Century Gothic"/>
                <a:cs typeface="Century Gothic"/>
              </a:rPr>
              <a:t>u</a:t>
            </a:r>
            <a:r>
              <a:rPr dirty="0" sz="2900" spc="-270">
                <a:latin typeface="Century Gothic"/>
                <a:cs typeface="Century Gothic"/>
              </a:rPr>
              <a:t>n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-275">
                <a:latin typeface="Century Gothic"/>
                <a:cs typeface="Century Gothic"/>
              </a:rPr>
              <a:t>t</a:t>
            </a:r>
            <a:r>
              <a:rPr dirty="0" sz="2900" spc="-285">
                <a:latin typeface="Century Gothic"/>
                <a:cs typeface="Century Gothic"/>
              </a:rPr>
              <a:t>o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-425">
                <a:latin typeface="Century Gothic"/>
                <a:cs typeface="Century Gothic"/>
              </a:rPr>
              <a:t>b</a:t>
            </a:r>
            <a:r>
              <a:rPr dirty="0" sz="2900" spc="-45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90">
                <a:latin typeface="Century Gothic"/>
                <a:cs typeface="Century Gothic"/>
              </a:rPr>
              <a:t>l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45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85">
                <a:latin typeface="Century Gothic"/>
                <a:cs typeface="Century Gothic"/>
              </a:rPr>
              <a:t>l</a:t>
            </a:r>
            <a:r>
              <a:rPr dirty="0" sz="2900" spc="4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15">
                <a:latin typeface="Century Gothic"/>
                <a:cs typeface="Century Gothic"/>
              </a:rPr>
              <a:t>i</a:t>
            </a:r>
            <a:r>
              <a:rPr dirty="0" sz="2900" spc="30">
                <a:latin typeface="Century Gothic"/>
                <a:cs typeface="Century Gothic"/>
              </a:rPr>
              <a:t>s</a:t>
            </a:r>
            <a:r>
              <a:rPr dirty="0" sz="2900" spc="-420">
                <a:latin typeface="Century Gothic"/>
                <a:cs typeface="Century Gothic"/>
              </a:rPr>
              <a:t>c</a:t>
            </a:r>
            <a:r>
              <a:rPr dirty="0" sz="2900" spc="-434">
                <a:latin typeface="Century Gothic"/>
                <a:cs typeface="Century Gothic"/>
              </a:rPr>
              <a:t>o</a:t>
            </a:r>
            <a:r>
              <a:rPr dirty="0" sz="2900" spc="30">
                <a:latin typeface="Century Gothic"/>
                <a:cs typeface="Century Gothic"/>
              </a:rPr>
              <a:t>,</a:t>
            </a:r>
            <a:r>
              <a:rPr dirty="0" sz="2900" spc="40">
                <a:latin typeface="Century Gothic"/>
                <a:cs typeface="Century Gothic"/>
              </a:rPr>
              <a:t> 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45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60">
                <a:latin typeface="Century Gothic"/>
                <a:cs typeface="Century Gothic"/>
              </a:rPr>
              <a:t>ll</a:t>
            </a:r>
            <a:r>
              <a:rPr dirty="0" sz="2900" spc="-180">
                <a:latin typeface="Century Gothic"/>
                <a:cs typeface="Century Gothic"/>
              </a:rPr>
              <a:t>e</a:t>
            </a:r>
            <a:r>
              <a:rPr dirty="0" sz="2900" spc="-400">
                <a:latin typeface="Century Gothic"/>
                <a:cs typeface="Century Gothic"/>
              </a:rPr>
              <a:t>va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20">
                <a:latin typeface="Century Gothic"/>
                <a:cs typeface="Century Gothic"/>
              </a:rPr>
              <a:t>á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90">
                <a:latin typeface="Century Gothic"/>
                <a:cs typeface="Century Gothic"/>
              </a:rPr>
              <a:t>l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275">
                <a:latin typeface="Century Gothic"/>
                <a:cs typeface="Century Gothic"/>
              </a:rPr>
              <a:t>t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-425">
                <a:latin typeface="Century Gothic"/>
                <a:cs typeface="Century Gothic"/>
              </a:rPr>
              <a:t>b</a:t>
            </a:r>
            <a:r>
              <a:rPr dirty="0" sz="2900" spc="-175">
                <a:latin typeface="Century Gothic"/>
                <a:cs typeface="Century Gothic"/>
              </a:rPr>
              <a:t>la</a:t>
            </a:r>
            <a:r>
              <a:rPr dirty="0" sz="2900" spc="-11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85">
                <a:latin typeface="Century Gothic"/>
                <a:cs typeface="Century Gothic"/>
              </a:rPr>
              <a:t>l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125">
                <a:latin typeface="Century Gothic"/>
                <a:cs typeface="Century Gothic"/>
              </a:rPr>
              <a:t>is</a:t>
            </a:r>
            <a:r>
              <a:rPr dirty="0" sz="2900" spc="-275">
                <a:latin typeface="Century Gothic"/>
                <a:cs typeface="Century Gothic"/>
              </a:rPr>
              <a:t>c</a:t>
            </a:r>
            <a:r>
              <a:rPr dirty="0" sz="2900" spc="-285">
                <a:latin typeface="Century Gothic"/>
                <a:cs typeface="Century Gothic"/>
              </a:rPr>
              <a:t>o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85">
                <a:latin typeface="Century Gothic"/>
                <a:cs typeface="Century Gothic"/>
              </a:rPr>
              <a:t>l</a:t>
            </a:r>
            <a:r>
              <a:rPr dirty="0" sz="2900" spc="-260">
                <a:latin typeface="Century Gothic"/>
                <a:cs typeface="Century Gothic"/>
              </a:rPr>
              <a:t>a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525">
                <a:latin typeface="Century Gothic"/>
                <a:cs typeface="Century Gothic"/>
              </a:rPr>
              <a:t>m</a:t>
            </a:r>
            <a:r>
              <a:rPr dirty="0" sz="2900" spc="-370">
                <a:latin typeface="Century Gothic"/>
                <a:cs typeface="Century Gothic"/>
              </a:rPr>
              <a:t>e</a:t>
            </a:r>
            <a:r>
              <a:rPr dirty="0" sz="2900" spc="-450">
                <a:latin typeface="Century Gothic"/>
                <a:cs typeface="Century Gothic"/>
              </a:rPr>
              <a:t>m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85">
                <a:latin typeface="Century Gothic"/>
                <a:cs typeface="Century Gothic"/>
              </a:rPr>
              <a:t>i</a:t>
            </a:r>
            <a:r>
              <a:rPr dirty="0" sz="2900" spc="-260">
                <a:latin typeface="Century Gothic"/>
                <a:cs typeface="Century Gothic"/>
              </a:rPr>
              <a:t>a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575">
                <a:latin typeface="Century Gothic"/>
                <a:cs typeface="Century Gothic"/>
              </a:rPr>
              <a:t>c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-430">
                <a:latin typeface="Century Gothic"/>
                <a:cs typeface="Century Gothic"/>
              </a:rPr>
              <a:t>mp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275">
                <a:latin typeface="Century Gothic"/>
                <a:cs typeface="Century Gothic"/>
              </a:rPr>
              <a:t>t</a:t>
            </a:r>
            <a:r>
              <a:rPr dirty="0" sz="2900" spc="-85">
                <a:latin typeface="Century Gothic"/>
                <a:cs typeface="Century Gothic"/>
              </a:rPr>
              <a:t>i</a:t>
            </a:r>
            <a:r>
              <a:rPr dirty="0" sz="2900" spc="-260">
                <a:latin typeface="Century Gothic"/>
                <a:cs typeface="Century Gothic"/>
              </a:rPr>
              <a:t>d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45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105">
                <a:latin typeface="Century Gothic"/>
                <a:cs typeface="Century Gothic"/>
              </a:rPr>
              <a:t>lo</a:t>
            </a:r>
            <a:r>
              <a:rPr dirty="0" sz="2900" spc="-25">
                <a:latin typeface="Century Gothic"/>
                <a:cs typeface="Century Gothic"/>
              </a:rPr>
              <a:t>s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p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-575">
                <a:latin typeface="Century Gothic"/>
                <a:cs typeface="Century Gothic"/>
              </a:rPr>
              <a:t>c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5">
                <a:latin typeface="Century Gothic"/>
                <a:cs typeface="Century Gothic"/>
              </a:rPr>
              <a:t>s</a:t>
            </a:r>
            <a:r>
              <a:rPr dirty="0" sz="2900" spc="5">
                <a:latin typeface="Century Gothic"/>
                <a:cs typeface="Century Gothic"/>
              </a:rPr>
              <a:t>,</a:t>
            </a:r>
            <a:r>
              <a:rPr dirty="0" sz="2900" spc="35">
                <a:latin typeface="Century Gothic"/>
                <a:cs typeface="Century Gothic"/>
              </a:rPr>
              <a:t> </a:t>
            </a:r>
            <a:r>
              <a:rPr dirty="0" sz="2900" spc="-390">
                <a:latin typeface="Century Gothic"/>
                <a:cs typeface="Century Gothic"/>
              </a:rPr>
              <a:t>y</a:t>
            </a:r>
            <a:r>
              <a:rPr dirty="0" sz="2900" spc="-204">
                <a:latin typeface="Century Gothic"/>
                <a:cs typeface="Century Gothic"/>
              </a:rPr>
              <a:t> </a:t>
            </a:r>
            <a:r>
              <a:rPr dirty="0" sz="2900" spc="-465">
                <a:latin typeface="Century Gothic"/>
                <a:cs typeface="Century Gothic"/>
              </a:rPr>
              <a:t>é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275">
                <a:latin typeface="Century Gothic"/>
                <a:cs typeface="Century Gothic"/>
              </a:rPr>
              <a:t>t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-25">
                <a:latin typeface="Century Gothic"/>
                <a:cs typeface="Century Gothic"/>
              </a:rPr>
              <a:t>s</a:t>
            </a:r>
            <a:r>
              <a:rPr dirty="0" sz="2900" spc="20">
                <a:latin typeface="Century Gothic"/>
                <a:cs typeface="Century Gothic"/>
              </a:rPr>
              <a:t> </a:t>
            </a:r>
            <a:r>
              <a:rPr dirty="0" sz="2900" spc="90">
                <a:latin typeface="Century Gothic"/>
                <a:cs typeface="Century Gothic"/>
              </a:rPr>
              <a:t>l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95">
                <a:latin typeface="Century Gothic"/>
                <a:cs typeface="Century Gothic"/>
              </a:rPr>
              <a:t>l</a:t>
            </a:r>
            <a:r>
              <a:rPr dirty="0" sz="2900" spc="-295">
                <a:latin typeface="Century Gothic"/>
                <a:cs typeface="Century Gothic"/>
              </a:rPr>
              <a:t>e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25">
                <a:latin typeface="Century Gothic"/>
                <a:cs typeface="Century Gothic"/>
              </a:rPr>
              <a:t>á</a:t>
            </a:r>
            <a:r>
              <a:rPr dirty="0" sz="2900" spc="-270">
                <a:latin typeface="Century Gothic"/>
                <a:cs typeface="Century Gothic"/>
              </a:rPr>
              <a:t>n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285">
                <a:latin typeface="Century Gothic"/>
                <a:cs typeface="Century Gothic"/>
              </a:rPr>
              <a:t>o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50">
                <a:latin typeface="Century Gothic"/>
                <a:cs typeface="Century Gothic"/>
              </a:rPr>
              <a:t>m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35">
                <a:latin typeface="Century Gothic"/>
                <a:cs typeface="Century Gothic"/>
              </a:rPr>
              <a:t>i</a:t>
            </a:r>
            <a:r>
              <a:rPr dirty="0" sz="2900" spc="-50">
                <a:latin typeface="Century Gothic"/>
                <a:cs typeface="Century Gothic"/>
              </a:rPr>
              <a:t>f</a:t>
            </a:r>
            <a:r>
              <a:rPr dirty="0" sz="2900" spc="-120">
                <a:latin typeface="Century Gothic"/>
                <a:cs typeface="Century Gothic"/>
              </a:rPr>
              <a:t>i</a:t>
            </a:r>
            <a:r>
              <a:rPr dirty="0" sz="2900" spc="-370">
                <a:latin typeface="Century Gothic"/>
                <a:cs typeface="Century Gothic"/>
              </a:rPr>
              <a:t>c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20">
                <a:latin typeface="Century Gothic"/>
                <a:cs typeface="Century Gothic"/>
              </a:rPr>
              <a:t>á</a:t>
            </a:r>
            <a:r>
              <a:rPr dirty="0" sz="2900" spc="-270">
                <a:latin typeface="Century Gothic"/>
                <a:cs typeface="Century Gothic"/>
              </a:rPr>
              <a:t>n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-425">
                <a:latin typeface="Century Gothic"/>
                <a:cs typeface="Century Gothic"/>
              </a:rPr>
              <a:t>b</a:t>
            </a:r>
            <a:r>
              <a:rPr dirty="0" sz="2900" spc="35">
                <a:latin typeface="Century Gothic"/>
                <a:cs typeface="Century Gothic"/>
              </a:rPr>
              <a:t>r</a:t>
            </a:r>
            <a:r>
              <a:rPr dirty="0" sz="2900" spc="-45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85">
                <a:latin typeface="Century Gothic"/>
                <a:cs typeface="Century Gothic"/>
              </a:rPr>
              <a:t>l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280">
                <a:latin typeface="Century Gothic"/>
                <a:cs typeface="Century Gothic"/>
              </a:rPr>
              <a:t>h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-420">
                <a:latin typeface="Century Gothic"/>
                <a:cs typeface="Century Gothic"/>
              </a:rPr>
              <a:t>d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b</a:t>
            </a:r>
            <a:r>
              <a:rPr dirty="0" sz="2900" spc="-220">
                <a:latin typeface="Century Gothic"/>
                <a:cs typeface="Century Gothic"/>
              </a:rPr>
              <a:t>uf</a:t>
            </a:r>
            <a:r>
              <a:rPr dirty="0" sz="2900" spc="-150">
                <a:latin typeface="Century Gothic"/>
                <a:cs typeface="Century Gothic"/>
              </a:rPr>
              <a:t>f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30">
                <a:latin typeface="Century Gothic"/>
                <a:cs typeface="Century Gothic"/>
              </a:rPr>
              <a:t>.</a:t>
            </a:r>
            <a:endParaRPr sz="29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Century Gothic"/>
              <a:buAutoNum type="arabicParenR" startAt="5"/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entury Gothic"/>
              <a:buAutoNum type="arabicParenR" startAt="5"/>
            </a:pPr>
            <a:endParaRPr sz="2500">
              <a:latin typeface="Times New Roman"/>
              <a:cs typeface="Times New Roman"/>
            </a:endParaRPr>
          </a:p>
          <a:p>
            <a:pPr marL="222250" marR="365125" indent="-209550">
              <a:lnSpc>
                <a:spcPct val="100000"/>
              </a:lnSpc>
              <a:buFont typeface="Century Gothic"/>
              <a:buAutoNum type="arabicParenR" startAt="5"/>
              <a:tabLst>
                <a:tab pos="327025" algn="l"/>
              </a:tabLst>
            </a:pPr>
            <a:r>
              <a:rPr dirty="0" sz="2900" spc="-315">
                <a:latin typeface="Century Gothic"/>
                <a:cs typeface="Century Gothic"/>
              </a:rPr>
              <a:t>C</a:t>
            </a:r>
            <a:r>
              <a:rPr dirty="0" sz="2900" spc="-245">
                <a:latin typeface="Century Gothic"/>
                <a:cs typeface="Century Gothic"/>
              </a:rPr>
              <a:t>u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-280">
                <a:latin typeface="Century Gothic"/>
                <a:cs typeface="Century Gothic"/>
              </a:rPr>
              <a:t>n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285">
                <a:latin typeface="Century Gothic"/>
                <a:cs typeface="Century Gothic"/>
              </a:rPr>
              <a:t>o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265">
                <a:latin typeface="Century Gothic"/>
                <a:cs typeface="Century Gothic"/>
              </a:rPr>
              <a:t>u</a:t>
            </a:r>
            <a:r>
              <a:rPr dirty="0" sz="2900" spc="-270">
                <a:latin typeface="Century Gothic"/>
                <a:cs typeface="Century Gothic"/>
              </a:rPr>
              <a:t>n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-275">
                <a:latin typeface="Century Gothic"/>
                <a:cs typeface="Century Gothic"/>
              </a:rPr>
              <a:t>t</a:t>
            </a:r>
            <a:r>
              <a:rPr dirty="0" sz="2900" spc="-285">
                <a:latin typeface="Century Gothic"/>
                <a:cs typeface="Century Gothic"/>
              </a:rPr>
              <a:t>o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-425">
                <a:latin typeface="Century Gothic"/>
                <a:cs typeface="Century Gothic"/>
              </a:rPr>
              <a:t>b</a:t>
            </a:r>
            <a:r>
              <a:rPr dirty="0" sz="2900" spc="-45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185">
                <a:latin typeface="Century Gothic"/>
                <a:cs typeface="Century Gothic"/>
              </a:rPr>
              <a:t>s</a:t>
            </a:r>
            <a:r>
              <a:rPr dirty="0" sz="2900" spc="-315">
                <a:latin typeface="Century Gothic"/>
                <a:cs typeface="Century Gothic"/>
              </a:rPr>
              <a:t>e</a:t>
            </a:r>
            <a:r>
              <a:rPr dirty="0" sz="2900" spc="35">
                <a:latin typeface="Century Gothic"/>
                <a:cs typeface="Century Gothic"/>
              </a:rPr>
              <a:t>r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575">
                <a:latin typeface="Century Gothic"/>
                <a:cs typeface="Century Gothic"/>
              </a:rPr>
              <a:t>c</a:t>
            </a:r>
            <a:r>
              <a:rPr dirty="0" sz="2900" spc="35">
                <a:latin typeface="Century Gothic"/>
                <a:cs typeface="Century Gothic"/>
              </a:rPr>
              <a:t>r</a:t>
            </a:r>
            <a:r>
              <a:rPr dirty="0" sz="2900" spc="-100">
                <a:latin typeface="Century Gothic"/>
                <a:cs typeface="Century Gothic"/>
              </a:rPr>
              <a:t>it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30">
                <a:latin typeface="Century Gothic"/>
                <a:cs typeface="Century Gothic"/>
              </a:rPr>
              <a:t>,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65">
                <a:latin typeface="Century Gothic"/>
                <a:cs typeface="Century Gothic"/>
              </a:rPr>
              <a:t>é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275">
                <a:latin typeface="Century Gothic"/>
                <a:cs typeface="Century Gothic"/>
              </a:rPr>
              <a:t>t</a:t>
            </a:r>
            <a:r>
              <a:rPr dirty="0" sz="2900" spc="-45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185">
                <a:latin typeface="Century Gothic"/>
                <a:cs typeface="Century Gothic"/>
              </a:rPr>
              <a:t>s</a:t>
            </a:r>
            <a:r>
              <a:rPr dirty="0" sz="2900" spc="-30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50">
                <a:latin typeface="Century Gothic"/>
                <a:cs typeface="Century Gothic"/>
              </a:rPr>
              <a:t>m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35">
                <a:latin typeface="Century Gothic"/>
                <a:cs typeface="Century Gothic"/>
              </a:rPr>
              <a:t>i</a:t>
            </a:r>
            <a:r>
              <a:rPr dirty="0" sz="2900" spc="-50">
                <a:latin typeface="Century Gothic"/>
                <a:cs typeface="Century Gothic"/>
              </a:rPr>
              <a:t>f</a:t>
            </a:r>
            <a:r>
              <a:rPr dirty="0" sz="2900" spc="-120">
                <a:latin typeface="Century Gothic"/>
                <a:cs typeface="Century Gothic"/>
              </a:rPr>
              <a:t>i</a:t>
            </a:r>
            <a:r>
              <a:rPr dirty="0" sz="2900" spc="-370">
                <a:latin typeface="Century Gothic"/>
                <a:cs typeface="Century Gothic"/>
              </a:rPr>
              <a:t>c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-170">
                <a:latin typeface="Century Gothic"/>
                <a:cs typeface="Century Gothic"/>
              </a:rPr>
              <a:t> </a:t>
            </a:r>
            <a:r>
              <a:rPr dirty="0" sz="2900" spc="-75">
                <a:latin typeface="Century Gothic"/>
                <a:cs typeface="Century Gothic"/>
              </a:rPr>
              <a:t>i</a:t>
            </a:r>
            <a:r>
              <a:rPr dirty="0" sz="2900" spc="-235">
                <a:latin typeface="Century Gothic"/>
                <a:cs typeface="Century Gothic"/>
              </a:rPr>
              <a:t>g</a:t>
            </a:r>
            <a:r>
              <a:rPr dirty="0" sz="2900" spc="-265">
                <a:latin typeface="Century Gothic"/>
                <a:cs typeface="Century Gothic"/>
              </a:rPr>
              <a:t>u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90">
                <a:latin typeface="Century Gothic"/>
                <a:cs typeface="Century Gothic"/>
              </a:rPr>
              <a:t>l</a:t>
            </a:r>
            <a:r>
              <a:rPr dirty="0" sz="2900" spc="-450">
                <a:latin typeface="Century Gothic"/>
                <a:cs typeface="Century Gothic"/>
              </a:rPr>
              <a:t>m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-280">
                <a:latin typeface="Century Gothic"/>
                <a:cs typeface="Century Gothic"/>
              </a:rPr>
              <a:t>n</a:t>
            </a:r>
            <a:r>
              <a:rPr dirty="0" sz="2900" spc="-275">
                <a:latin typeface="Century Gothic"/>
                <a:cs typeface="Century Gothic"/>
              </a:rPr>
              <a:t>t</a:t>
            </a:r>
            <a:r>
              <a:rPr dirty="0" sz="2900" spc="-45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-420">
                <a:latin typeface="Century Gothic"/>
                <a:cs typeface="Century Gothic"/>
              </a:rPr>
              <a:t>b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5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280">
                <a:latin typeface="Century Gothic"/>
                <a:cs typeface="Century Gothic"/>
              </a:rPr>
              <a:t>h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35">
                <a:latin typeface="Century Gothic"/>
                <a:cs typeface="Century Gothic"/>
              </a:rPr>
              <a:t>r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-420">
                <a:latin typeface="Century Gothic"/>
                <a:cs typeface="Century Gothic"/>
              </a:rPr>
              <a:t>d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b</a:t>
            </a:r>
            <a:r>
              <a:rPr dirty="0" sz="2900" spc="-265">
                <a:latin typeface="Century Gothic"/>
                <a:cs typeface="Century Gothic"/>
              </a:rPr>
              <a:t>u</a:t>
            </a:r>
            <a:r>
              <a:rPr dirty="0" sz="2900" spc="-165">
                <a:latin typeface="Century Gothic"/>
                <a:cs typeface="Century Gothic"/>
              </a:rPr>
              <a:t>ff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25">
                <a:latin typeface="Century Gothic"/>
                <a:cs typeface="Century Gothic"/>
              </a:rPr>
              <a:t>s</a:t>
            </a:r>
            <a:r>
              <a:rPr dirty="0" sz="2900" spc="20">
                <a:latin typeface="Century Gothic"/>
                <a:cs typeface="Century Gothic"/>
              </a:rPr>
              <a:t> </a:t>
            </a:r>
            <a:r>
              <a:rPr dirty="0" sz="2900" spc="-645">
                <a:latin typeface="Century Gothic"/>
                <a:cs typeface="Century Gothic"/>
              </a:rPr>
              <a:t>y</a:t>
            </a:r>
            <a:r>
              <a:rPr dirty="0" sz="2900" spc="30">
                <a:latin typeface="Century Gothic"/>
                <a:cs typeface="Century Gothic"/>
              </a:rPr>
              <a:t>,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575">
                <a:latin typeface="Century Gothic"/>
                <a:cs typeface="Century Gothic"/>
              </a:rPr>
              <a:t>c</a:t>
            </a:r>
            <a:r>
              <a:rPr dirty="0" sz="2900" spc="-325">
                <a:latin typeface="Century Gothic"/>
                <a:cs typeface="Century Gothic"/>
              </a:rPr>
              <a:t>ua</a:t>
            </a:r>
            <a:r>
              <a:rPr dirty="0" sz="2900" spc="-280">
                <a:latin typeface="Century Gothic"/>
                <a:cs typeface="Century Gothic"/>
              </a:rPr>
              <a:t>n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285">
                <a:latin typeface="Century Gothic"/>
                <a:cs typeface="Century Gothic"/>
              </a:rPr>
              <a:t>o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90">
                <a:latin typeface="Century Gothic"/>
                <a:cs typeface="Century Gothic"/>
              </a:rPr>
              <a:t>l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-425">
                <a:latin typeface="Century Gothic"/>
                <a:cs typeface="Century Gothic"/>
              </a:rPr>
              <a:t>p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-575">
                <a:latin typeface="Century Gothic"/>
                <a:cs typeface="Century Gothic"/>
              </a:rPr>
              <a:t>c</a:t>
            </a:r>
            <a:r>
              <a:rPr dirty="0" sz="2900" spc="90">
                <a:latin typeface="Century Gothic"/>
                <a:cs typeface="Century Gothic"/>
              </a:rPr>
              <a:t>i</a:t>
            </a:r>
            <a:r>
              <a:rPr dirty="0" sz="2900" spc="-290">
                <a:latin typeface="Century Gothic"/>
                <a:cs typeface="Century Gothic"/>
              </a:rPr>
              <a:t>ó</a:t>
            </a:r>
            <a:r>
              <a:rPr dirty="0" sz="2900" spc="-270">
                <a:latin typeface="Century Gothic"/>
                <a:cs typeface="Century Gothic"/>
              </a:rPr>
              <a:t>n</a:t>
            </a:r>
            <a:r>
              <a:rPr dirty="0" sz="2900" spc="-125">
                <a:latin typeface="Century Gothic"/>
                <a:cs typeface="Century Gothic"/>
              </a:rPr>
              <a:t> </a:t>
            </a:r>
            <a:r>
              <a:rPr dirty="0" sz="2900" spc="-185">
                <a:latin typeface="Century Gothic"/>
                <a:cs typeface="Century Gothic"/>
              </a:rPr>
              <a:t>s</a:t>
            </a:r>
            <a:r>
              <a:rPr dirty="0" sz="2900" spc="-30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50">
                <a:latin typeface="Century Gothic"/>
                <a:cs typeface="Century Gothic"/>
              </a:rPr>
              <a:t>m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575">
                <a:latin typeface="Century Gothic"/>
                <a:cs typeface="Century Gothic"/>
              </a:rPr>
              <a:t>c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20">
                <a:latin typeface="Century Gothic"/>
                <a:cs typeface="Century Gothic"/>
              </a:rPr>
              <a:t>c</a:t>
            </a:r>
            <a:r>
              <a:rPr dirty="0" sz="2900" spc="-434">
                <a:latin typeface="Century Gothic"/>
                <a:cs typeface="Century Gothic"/>
              </a:rPr>
              <a:t>o</a:t>
            </a:r>
            <a:r>
              <a:rPr dirty="0" sz="2900" spc="-445">
                <a:latin typeface="Century Gothic"/>
                <a:cs typeface="Century Gothic"/>
              </a:rPr>
              <a:t>m</a:t>
            </a:r>
            <a:r>
              <a:rPr dirty="0" sz="2900" spc="-305">
                <a:latin typeface="Century Gothic"/>
                <a:cs typeface="Century Gothic"/>
              </a:rPr>
              <a:t>o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35">
                <a:latin typeface="Century Gothic"/>
                <a:cs typeface="Century Gothic"/>
              </a:rPr>
              <a:t>li</a:t>
            </a:r>
            <a:r>
              <a:rPr dirty="0" sz="2900" spc="60">
                <a:latin typeface="Century Gothic"/>
                <a:cs typeface="Century Gothic"/>
              </a:rPr>
              <a:t>s</a:t>
            </a:r>
            <a:r>
              <a:rPr dirty="0" sz="2900" spc="-275">
                <a:latin typeface="Century Gothic"/>
                <a:cs typeface="Century Gothic"/>
              </a:rPr>
              <a:t>t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35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p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185">
                <a:latin typeface="Century Gothic"/>
                <a:cs typeface="Century Gothic"/>
              </a:rPr>
              <a:t>s</a:t>
            </a:r>
            <a:r>
              <a:rPr dirty="0" sz="2900" spc="-315">
                <a:latin typeface="Century Gothic"/>
                <a:cs typeface="Century Gothic"/>
              </a:rPr>
              <a:t>e</a:t>
            </a:r>
            <a:r>
              <a:rPr dirty="0" sz="2900" spc="35">
                <a:latin typeface="Century Gothic"/>
                <a:cs typeface="Century Gothic"/>
              </a:rPr>
              <a:t>r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-420">
                <a:latin typeface="Century Gothic"/>
                <a:cs typeface="Century Gothic"/>
              </a:rPr>
              <a:t>p</a:t>
            </a:r>
            <a:r>
              <a:rPr dirty="0" sz="2900" spc="-85">
                <a:latin typeface="Century Gothic"/>
                <a:cs typeface="Century Gothic"/>
              </a:rPr>
              <a:t>li</a:t>
            </a:r>
            <a:r>
              <a:rPr dirty="0" sz="2900" spc="-254">
                <a:latin typeface="Century Gothic"/>
                <a:cs typeface="Century Gothic"/>
              </a:rPr>
              <a:t>c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-425">
                <a:latin typeface="Century Gothic"/>
                <a:cs typeface="Century Gothic"/>
              </a:rPr>
              <a:t>d</a:t>
            </a:r>
            <a:r>
              <a:rPr dirty="0" sz="2900" spc="-420">
                <a:latin typeface="Century Gothic"/>
                <a:cs typeface="Century Gothic"/>
              </a:rPr>
              <a:t>a</a:t>
            </a:r>
            <a:r>
              <a:rPr dirty="0" sz="2900" spc="40">
                <a:latin typeface="Century Gothic"/>
                <a:cs typeface="Century Gothic"/>
              </a:rPr>
              <a:t> </a:t>
            </a:r>
            <a:r>
              <a:rPr dirty="0" sz="2900" spc="-290">
                <a:latin typeface="Century Gothic"/>
                <a:cs typeface="Century Gothic"/>
              </a:rPr>
              <a:t>(</a:t>
            </a:r>
            <a:r>
              <a:rPr dirty="0" sz="2900" spc="-300">
                <a:latin typeface="Century Gothic"/>
                <a:cs typeface="Century Gothic"/>
              </a:rPr>
              <a:t>C</a:t>
            </a:r>
            <a:r>
              <a:rPr dirty="0" sz="2900" spc="-105">
                <a:latin typeface="Century Gothic"/>
                <a:cs typeface="Century Gothic"/>
              </a:rPr>
              <a:t>O</a:t>
            </a:r>
            <a:r>
              <a:rPr dirty="0" sz="2900" spc="-125">
                <a:latin typeface="Century Gothic"/>
                <a:cs typeface="Century Gothic"/>
              </a:rPr>
              <a:t>M</a:t>
            </a:r>
            <a:r>
              <a:rPr dirty="0" sz="2900" spc="-254">
                <a:latin typeface="Century Gothic"/>
                <a:cs typeface="Century Gothic"/>
              </a:rPr>
              <a:t>M</a:t>
            </a:r>
            <a:r>
              <a:rPr dirty="0" sz="2900" spc="80">
                <a:latin typeface="Century Gothic"/>
                <a:cs typeface="Century Gothic"/>
              </a:rPr>
              <a:t>I</a:t>
            </a:r>
            <a:r>
              <a:rPr dirty="0" sz="2900" spc="150">
                <a:latin typeface="Century Gothic"/>
                <a:cs typeface="Century Gothic"/>
              </a:rPr>
              <a:t>T</a:t>
            </a:r>
            <a:r>
              <a:rPr dirty="0" sz="2900" spc="-280">
                <a:latin typeface="Century Gothic"/>
                <a:cs typeface="Century Gothic"/>
              </a:rPr>
              <a:t>)</a:t>
            </a:r>
            <a:r>
              <a:rPr dirty="0" sz="2900" spc="35">
                <a:latin typeface="Century Gothic"/>
                <a:cs typeface="Century Gothic"/>
              </a:rPr>
              <a:t> </a:t>
            </a:r>
            <a:r>
              <a:rPr dirty="0" sz="2900" spc="-40">
                <a:latin typeface="Century Gothic"/>
                <a:cs typeface="Century Gothic"/>
              </a:rPr>
              <a:t>s</a:t>
            </a:r>
            <a:r>
              <a:rPr dirty="0" sz="2900" spc="-455">
                <a:latin typeface="Century Gothic"/>
                <a:cs typeface="Century Gothic"/>
              </a:rPr>
              <a:t>e</a:t>
            </a:r>
            <a:r>
              <a:rPr dirty="0" sz="2900" spc="-195">
                <a:latin typeface="Century Gothic"/>
                <a:cs typeface="Century Gothic"/>
              </a:rPr>
              <a:t> </a:t>
            </a:r>
            <a:r>
              <a:rPr dirty="0" sz="2900" spc="-395">
                <a:latin typeface="Century Gothic"/>
                <a:cs typeface="Century Gothic"/>
              </a:rPr>
              <a:t>g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-280">
                <a:latin typeface="Century Gothic"/>
                <a:cs typeface="Century Gothic"/>
              </a:rPr>
              <a:t>n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25">
                <a:latin typeface="Century Gothic"/>
                <a:cs typeface="Century Gothic"/>
              </a:rPr>
              <a:t>a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20">
                <a:latin typeface="Century Gothic"/>
                <a:cs typeface="Century Gothic"/>
              </a:rPr>
              <a:t>á</a:t>
            </a:r>
            <a:r>
              <a:rPr dirty="0" sz="2900" spc="35">
                <a:latin typeface="Century Gothic"/>
                <a:cs typeface="Century Gothic"/>
              </a:rPr>
              <a:t> </a:t>
            </a:r>
            <a:r>
              <a:rPr dirty="0" sz="2900" spc="-105">
                <a:latin typeface="Century Gothic"/>
                <a:cs typeface="Century Gothic"/>
              </a:rPr>
              <a:t>lo</a:t>
            </a:r>
            <a:r>
              <a:rPr dirty="0" sz="2900" spc="-25">
                <a:latin typeface="Century Gothic"/>
                <a:cs typeface="Century Gothic"/>
              </a:rPr>
              <a:t>s</a:t>
            </a:r>
            <a:r>
              <a:rPr dirty="0" sz="2900" spc="20">
                <a:latin typeface="Century Gothic"/>
                <a:cs typeface="Century Gothic"/>
              </a:rPr>
              <a:t> 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465">
                <a:latin typeface="Century Gothic"/>
                <a:cs typeface="Century Gothic"/>
              </a:rPr>
              <a:t>e</a:t>
            </a:r>
            <a:r>
              <a:rPr dirty="0" sz="2900" spc="-395">
                <a:latin typeface="Century Gothic"/>
                <a:cs typeface="Century Gothic"/>
              </a:rPr>
              <a:t>g</a:t>
            </a:r>
            <a:r>
              <a:rPr dirty="0" sz="2900" spc="15">
                <a:latin typeface="Century Gothic"/>
                <a:cs typeface="Century Gothic"/>
              </a:rPr>
              <a:t>i</a:t>
            </a:r>
            <a:r>
              <a:rPr dirty="0" sz="2900" spc="30">
                <a:latin typeface="Century Gothic"/>
                <a:cs typeface="Century Gothic"/>
              </a:rPr>
              <a:t>s</a:t>
            </a:r>
            <a:r>
              <a:rPr dirty="0" sz="2900" spc="-275">
                <a:latin typeface="Century Gothic"/>
                <a:cs typeface="Century Gothic"/>
              </a:rPr>
              <a:t>t</a:t>
            </a:r>
            <a:r>
              <a:rPr dirty="0" sz="2900" spc="25">
                <a:latin typeface="Century Gothic"/>
                <a:cs typeface="Century Gothic"/>
              </a:rPr>
              <a:t>r</a:t>
            </a:r>
            <a:r>
              <a:rPr dirty="0" sz="2900" spc="-290">
                <a:latin typeface="Century Gothic"/>
                <a:cs typeface="Century Gothic"/>
              </a:rPr>
              <a:t>o</a:t>
            </a:r>
            <a:r>
              <a:rPr dirty="0" sz="2900" spc="-25">
                <a:latin typeface="Century Gothic"/>
                <a:cs typeface="Century Gothic"/>
              </a:rPr>
              <a:t>s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260">
                <a:latin typeface="Century Gothic"/>
                <a:cs typeface="Century Gothic"/>
              </a:rPr>
              <a:t>W</a:t>
            </a:r>
            <a:r>
              <a:rPr dirty="0" sz="2900" spc="-440">
                <a:latin typeface="Century Gothic"/>
                <a:cs typeface="Century Gothic"/>
              </a:rPr>
              <a:t>A</a:t>
            </a:r>
            <a:r>
              <a:rPr dirty="0" sz="2900" spc="-105">
                <a:latin typeface="Century Gothic"/>
                <a:cs typeface="Century Gothic"/>
              </a:rPr>
              <a:t>L</a:t>
            </a:r>
            <a:r>
              <a:rPr dirty="0" sz="2900" spc="30">
                <a:latin typeface="Century Gothic"/>
                <a:cs typeface="Century Gothic"/>
              </a:rPr>
              <a:t>.</a:t>
            </a:r>
            <a:endParaRPr sz="29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9046845" cy="2830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42870">
              <a:lnSpc>
                <a:spcPct val="100000"/>
              </a:lnSpc>
            </a:pPr>
            <a:r>
              <a:rPr dirty="0" sz="4400" spc="-85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dirty="0" sz="4400" spc="-37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-39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57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18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3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68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425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endParaRPr sz="4400">
              <a:latin typeface="Century Gothic"/>
              <a:cs typeface="Century Gothic"/>
            </a:endParaRPr>
          </a:p>
          <a:p>
            <a:pPr marL="514350" marR="5080" indent="-501650">
              <a:lnSpc>
                <a:spcPct val="100000"/>
              </a:lnSpc>
              <a:spcBef>
                <a:spcPts val="3279"/>
              </a:spcBef>
            </a:pPr>
            <a:r>
              <a:rPr dirty="0" sz="3000" spc="-155">
                <a:latin typeface="Century Gothic"/>
                <a:cs typeface="Century Gothic"/>
              </a:rPr>
              <a:t>7</a:t>
            </a:r>
            <a:r>
              <a:rPr dirty="0" sz="3000" spc="-110">
                <a:latin typeface="Century Gothic"/>
                <a:cs typeface="Century Gothic"/>
              </a:rPr>
              <a:t>)</a:t>
            </a:r>
            <a:r>
              <a:rPr dirty="0" sz="3000" spc="-80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0">
                <a:latin typeface="Century Gothic"/>
                <a:cs typeface="Century Gothic"/>
              </a:rPr>
              <a:t>W</a:t>
            </a:r>
            <a:r>
              <a:rPr dirty="0" sz="3000" spc="-365">
                <a:latin typeface="Century Gothic"/>
                <a:cs typeface="Century Gothic"/>
              </a:rPr>
              <a:t>A</a:t>
            </a:r>
            <a:r>
              <a:rPr dirty="0" sz="3000" spc="-225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375">
                <a:latin typeface="Century Gothic"/>
                <a:cs typeface="Century Gothic"/>
              </a:rPr>
              <a:t>c</a:t>
            </a:r>
            <a:r>
              <a:rPr dirty="0" sz="3000" spc="-17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75">
                <a:latin typeface="Century Gothic"/>
                <a:cs typeface="Century Gothic"/>
              </a:rPr>
              <a:t> </a:t>
            </a:r>
            <a:r>
              <a:rPr dirty="0" sz="3000" spc="-285">
                <a:latin typeface="Century Gothic"/>
                <a:cs typeface="Century Gothic"/>
              </a:rPr>
              <a:t>o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ón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00">
                <a:latin typeface="Century Gothic"/>
                <a:cs typeface="Century Gothic"/>
              </a:rPr>
              <a:t>y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70">
                <a:latin typeface="Century Gothic"/>
                <a:cs typeface="Century Gothic"/>
              </a:rPr>
              <a:t>,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q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37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260">
                <a:latin typeface="Century Gothic"/>
                <a:cs typeface="Century Gothic"/>
              </a:rPr>
              <a:t>ic</a:t>
            </a:r>
            <a:r>
              <a:rPr dirty="0" sz="3000" spc="-409">
                <a:latin typeface="Century Gothic"/>
                <a:cs typeface="Century Gothic"/>
              </a:rPr>
              <a:t>a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5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r>
              <a:rPr dirty="0" sz="3000" spc="-114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q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35">
                <a:latin typeface="Century Gothic"/>
                <a:cs typeface="Century Gothic"/>
              </a:rPr>
              <a:t>ce</a:t>
            </a:r>
            <a:r>
              <a:rPr dirty="0" sz="3000" spc="-229">
                <a:latin typeface="Century Gothic"/>
                <a:cs typeface="Century Gothic"/>
              </a:rPr>
              <a:t> 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35">
                <a:latin typeface="Century Gothic"/>
                <a:cs typeface="Century Gothic"/>
              </a:rPr>
              <a:t>ci</a:t>
            </a:r>
            <a:r>
              <a:rPr dirty="0" sz="3000" spc="-355">
                <a:latin typeface="Century Gothic"/>
                <a:cs typeface="Century Gothic"/>
              </a:rPr>
              <a:t>ó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380">
                <a:latin typeface="Century Gothic"/>
                <a:cs typeface="Century Gothic"/>
              </a:rPr>
              <a:t>w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-80">
                <a:latin typeface="Century Gothic"/>
                <a:cs typeface="Century Gothic"/>
              </a:rPr>
              <a:t>i</a:t>
            </a:r>
            <a:r>
              <a:rPr dirty="0" sz="3000" spc="-125">
                <a:latin typeface="Century Gothic"/>
                <a:cs typeface="Century Gothic"/>
              </a:rPr>
              <a:t>t</a:t>
            </a:r>
            <a:r>
              <a:rPr dirty="0" sz="3000" spc="-415">
                <a:latin typeface="Century Gothic"/>
                <a:cs typeface="Century Gothic"/>
              </a:rPr>
              <a:t>e</a:t>
            </a:r>
            <a:r>
              <a:rPr dirty="0" sz="3000" spc="-130">
                <a:latin typeface="Century Gothic"/>
                <a:cs typeface="Century Gothic"/>
              </a:rPr>
              <a:t>-t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-285">
                <a:latin typeface="Century Gothic"/>
                <a:cs typeface="Century Gothic"/>
              </a:rPr>
              <a:t>o</a:t>
            </a:r>
            <a:r>
              <a:rPr dirty="0" sz="3000" spc="-315">
                <a:latin typeface="Century Gothic"/>
                <a:cs typeface="Century Gothic"/>
              </a:rPr>
              <a:t>u</a:t>
            </a:r>
            <a:r>
              <a:rPr dirty="0" sz="3000" spc="-345">
                <a:latin typeface="Century Gothic"/>
                <a:cs typeface="Century Gothic"/>
              </a:rPr>
              <a:t>g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25">
                <a:latin typeface="Century Gothic"/>
                <a:cs typeface="Century Gothic"/>
              </a:rPr>
              <a:t>h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515">
                <a:latin typeface="Century Gothic"/>
                <a:cs typeface="Century Gothic"/>
              </a:rPr>
              <a:t>m</a:t>
            </a:r>
            <a:r>
              <a:rPr dirty="0" sz="3000" spc="-370">
                <a:latin typeface="Century Gothic"/>
                <a:cs typeface="Century Gothic"/>
              </a:rPr>
              <a:t>b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125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35">
                <a:latin typeface="Century Gothic"/>
                <a:cs typeface="Century Gothic"/>
              </a:rPr>
              <a:t>ic</a:t>
            </a:r>
            <a:r>
              <a:rPr dirty="0" sz="3000" spc="-325">
                <a:latin typeface="Century Gothic"/>
                <a:cs typeface="Century Gothic"/>
              </a:rPr>
              <a:t>h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60">
                <a:latin typeface="Century Gothic"/>
                <a:cs typeface="Century Gothic"/>
              </a:rPr>
              <a:t>W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100">
                <a:latin typeface="Century Gothic"/>
                <a:cs typeface="Century Gothic"/>
              </a:rPr>
              <a:t>L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/>
          <p:nvPr/>
        </p:nvSpPr>
        <p:spPr>
          <a:xfrm>
            <a:off x="83819" y="1453480"/>
            <a:ext cx="4916170" cy="60210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186679" y="1746878"/>
            <a:ext cx="4679950" cy="4978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3000" spc="-5">
                <a:latin typeface="Century Gothic"/>
                <a:cs typeface="Century Gothic"/>
              </a:rPr>
              <a:t>E</a:t>
            </a:r>
            <a:r>
              <a:rPr dirty="0" sz="3000">
                <a:latin typeface="Century Gothic"/>
                <a:cs typeface="Century Gothic"/>
              </a:rPr>
              <a:t>l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45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10">
                <a:latin typeface="Century Gothic"/>
                <a:cs typeface="Century Gothic"/>
              </a:rPr>
              <a:t>inc</a:t>
            </a:r>
            <a:r>
              <a:rPr dirty="0" sz="3000" spc="-95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pa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00">
                <a:latin typeface="Century Gothic"/>
                <a:cs typeface="Century Gothic"/>
              </a:rPr>
              <a:t>el</a:t>
            </a:r>
            <a:r>
              <a:rPr dirty="0" sz="3000" spc="-130">
                <a:latin typeface="Century Gothic"/>
                <a:cs typeface="Century Gothic"/>
              </a:rPr>
              <a:t> </a:t>
            </a:r>
            <a:r>
              <a:rPr dirty="0" sz="3000" spc="-445">
                <a:latin typeface="Century Gothic"/>
                <a:cs typeface="Century Gothic"/>
              </a:rPr>
              <a:t>enc</a:t>
            </a:r>
            <a:r>
              <a:rPr dirty="0" sz="3000" spc="-48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09">
                <a:latin typeface="Century Gothic"/>
                <a:cs typeface="Century Gothic"/>
              </a:rPr>
              <a:t>g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375">
                <a:latin typeface="Century Gothic"/>
                <a:cs typeface="Century Gothic"/>
              </a:rPr>
              <a:t>c</a:t>
            </a:r>
            <a:r>
              <a:rPr dirty="0" sz="3000" spc="-17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45">
                <a:latin typeface="Century Gothic"/>
                <a:cs typeface="Century Gothic"/>
              </a:rPr>
              <a:t>e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0">
                <a:latin typeface="Century Gothic"/>
                <a:cs typeface="Century Gothic"/>
              </a:rPr>
              <a:t> </a:t>
            </a:r>
            <a:r>
              <a:rPr dirty="0" sz="3000" spc="-445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09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4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L="12700" marR="600075">
              <a:lnSpc>
                <a:spcPct val="100000"/>
              </a:lnSpc>
            </a:pPr>
            <a:r>
              <a:rPr dirty="0" sz="3000" spc="-204">
                <a:latin typeface="Century Gothic"/>
                <a:cs typeface="Century Gothic"/>
              </a:rPr>
              <a:t>L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70">
                <a:latin typeface="Century Gothic"/>
                <a:cs typeface="Century Gothic"/>
              </a:rPr>
              <a:t>d</a:t>
            </a:r>
            <a:r>
              <a:rPr dirty="0" sz="3000" spc="-35">
                <a:latin typeface="Century Gothic"/>
                <a:cs typeface="Century Gothic"/>
              </a:rPr>
              <a:t>i</a:t>
            </a:r>
            <a:r>
              <a:rPr dirty="0" sz="3000" spc="-50">
                <a:latin typeface="Century Gothic"/>
                <a:cs typeface="Century Gothic"/>
              </a:rPr>
              <a:t>f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05">
                <a:latin typeface="Century Gothic"/>
                <a:cs typeface="Century Gothic"/>
              </a:rPr>
              <a:t>en</a:t>
            </a:r>
            <a:r>
              <a:rPr dirty="0" sz="3000" spc="-215">
                <a:latin typeface="Century Gothic"/>
                <a:cs typeface="Century Gothic"/>
              </a:rPr>
              <a:t>t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190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285">
                <a:latin typeface="Century Gothic"/>
                <a:cs typeface="Century Gothic"/>
              </a:rPr>
              <a:t>o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int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34">
                <a:latin typeface="Century Gothic"/>
                <a:cs typeface="Century Gothic"/>
              </a:rPr>
              <a:t>ct</a:t>
            </a:r>
            <a:r>
              <a:rPr dirty="0" sz="3000" spc="-355">
                <a:latin typeface="Century Gothic"/>
                <a:cs typeface="Century Gothic"/>
              </a:rPr>
              <a:t>ua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40">
                <a:latin typeface="Century Gothic"/>
                <a:cs typeface="Century Gothic"/>
              </a:rPr>
              <a:t>á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med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80">
                <a:latin typeface="Century Gothic"/>
                <a:cs typeface="Century Gothic"/>
              </a:rPr>
              <a:t>nt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00">
                <a:latin typeface="Century Gothic"/>
                <a:cs typeface="Century Gothic"/>
              </a:rPr>
              <a:t>el</a:t>
            </a:r>
            <a:r>
              <a:rPr dirty="0" sz="3000" spc="-13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Buf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330">
                <a:latin typeface="Century Gothic"/>
                <a:cs typeface="Century Gothic"/>
              </a:rPr>
              <a:t>C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35">
                <a:latin typeface="Century Gothic"/>
                <a:cs typeface="Century Gothic"/>
              </a:rPr>
              <a:t>ché.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L="12700" marR="348615">
              <a:lnSpc>
                <a:spcPct val="100000"/>
              </a:lnSpc>
            </a:pPr>
            <a:r>
              <a:rPr dirty="0" sz="3000" spc="-445">
                <a:latin typeface="Century Gothic"/>
                <a:cs typeface="Century Gothic"/>
              </a:rPr>
              <a:t>P</a:t>
            </a:r>
            <a:r>
              <a:rPr dirty="0" sz="3000" spc="-45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415">
                <a:latin typeface="Century Gothic"/>
                <a:cs typeface="Century Gothic"/>
              </a:rPr>
              <a:t>ce</a:t>
            </a:r>
            <a:r>
              <a:rPr dirty="0" sz="3000" spc="-190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q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70">
                <a:latin typeface="Century Gothic"/>
                <a:cs typeface="Century Gothic"/>
              </a:rPr>
              <a:t>é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190">
                <a:latin typeface="Century Gothic"/>
                <a:cs typeface="Century Gothic"/>
              </a:rPr>
              <a:t>s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0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40">
                <a:latin typeface="Century Gothic"/>
                <a:cs typeface="Century Gothic"/>
              </a:rPr>
              <a:t>á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55">
                <a:latin typeface="Century Gothic"/>
                <a:cs typeface="Century Gothic"/>
              </a:rPr>
              <a:t>i</a:t>
            </a:r>
            <a:r>
              <a:rPr dirty="0" sz="3000" spc="-16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34">
                <a:latin typeface="Century Gothic"/>
                <a:cs typeface="Century Gothic"/>
              </a:rPr>
              <a:t>ct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55">
                <a:latin typeface="Century Gothic"/>
                <a:cs typeface="Century Gothic"/>
              </a:rPr>
              <a:t>nd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385">
                <a:latin typeface="Century Gothic"/>
                <a:cs typeface="Century Gothic"/>
              </a:rPr>
              <a:t>en</a:t>
            </a:r>
            <a:r>
              <a:rPr dirty="0" sz="3000" spc="-175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n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4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15">
                <a:latin typeface="Century Gothic"/>
                <a:cs typeface="Century Gothic"/>
              </a:rPr>
              <a:t>i</a:t>
            </a:r>
            <a:r>
              <a:rPr dirty="0" sz="3000" spc="30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395">
                <a:latin typeface="Century Gothic"/>
                <a:cs typeface="Century Gothic"/>
              </a:rPr>
              <a:t>e</a:t>
            </a:r>
            <a:r>
              <a:rPr dirty="0" sz="3000" spc="-575">
                <a:latin typeface="Century Gothic"/>
                <a:cs typeface="Century Gothic"/>
              </a:rPr>
              <a:t>m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9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50229" y="6727790"/>
            <a:ext cx="3709670" cy="457200"/>
          </a:xfrm>
          <a:prstGeom prst="rect">
            <a:avLst/>
          </a:prstGeom>
          <a:solidFill>
            <a:srgbClr val="FFF1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40">
                <a:latin typeface="Century Gothic"/>
                <a:cs typeface="Century Gothic"/>
              </a:rPr>
              <a:t>-</a:t>
            </a:r>
            <a:r>
              <a:rPr dirty="0" sz="3000" spc="-450">
                <a:latin typeface="Century Gothic"/>
                <a:cs typeface="Century Gothic"/>
              </a:rPr>
              <a:t>a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x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525">
                <a:latin typeface="Century Gothic"/>
                <a:cs typeface="Century Gothic"/>
              </a:rPr>
              <a:t>|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20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55">
                <a:latin typeface="Century Gothic"/>
                <a:cs typeface="Century Gothic"/>
              </a:rPr>
              <a:t>e</a:t>
            </a:r>
            <a:r>
              <a:rPr dirty="0" sz="3000" spc="-475">
                <a:latin typeface="Century Gothic"/>
                <a:cs typeface="Century Gothic"/>
              </a:rPr>
              <a:t>p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09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54">
                <a:latin typeface="Century Gothic"/>
                <a:cs typeface="Century Gothic"/>
              </a:rPr>
              <a:t>es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8903335" cy="2588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18110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514350" marR="5080" indent="-501650">
              <a:lnSpc>
                <a:spcPct val="100000"/>
              </a:lnSpc>
              <a:spcBef>
                <a:spcPts val="3279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-235">
                <a:latin typeface="Century Gothic"/>
                <a:cs typeface="Century Gothic"/>
              </a:rPr>
              <a:t>ci</a:t>
            </a:r>
            <a:r>
              <a:rPr dirty="0" sz="3000" spc="-350">
                <a:latin typeface="Century Gothic"/>
                <a:cs typeface="Century Gothic"/>
              </a:rPr>
              <a:t>ó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55">
                <a:latin typeface="Century Gothic"/>
                <a:cs typeface="Century Gothic"/>
              </a:rPr>
              <a:t>e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co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40">
                <a:latin typeface="Century Gothic"/>
                <a:cs typeface="Century Gothic"/>
              </a:rPr>
              <a:t>(</a:t>
            </a:r>
            <a:r>
              <a:rPr dirty="0" sz="3000" spc="-180">
                <a:latin typeface="Century Gothic"/>
                <a:cs typeface="Century Gothic"/>
              </a:rPr>
              <a:t>S</a:t>
            </a:r>
            <a:r>
              <a:rPr dirty="0" sz="3000" spc="-265">
                <a:latin typeface="Century Gothic"/>
                <a:cs typeface="Century Gothic"/>
              </a:rPr>
              <a:t>y</a:t>
            </a:r>
            <a:r>
              <a:rPr dirty="0" sz="3000" spc="-190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84">
                <a:latin typeface="Century Gothic"/>
                <a:cs typeface="Century Gothic"/>
              </a:rPr>
              <a:t>em</a:t>
            </a:r>
            <a:r>
              <a:rPr dirty="0" sz="3000" spc="-17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V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9">
                <a:latin typeface="Century Gothic"/>
                <a:cs typeface="Century Gothic"/>
              </a:rPr>
              <a:t>m</a:t>
            </a:r>
            <a:r>
              <a:rPr dirty="0" sz="3000" spc="-31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85">
                <a:latin typeface="Century Gothic"/>
                <a:cs typeface="Century Gothic"/>
              </a:rPr>
              <a:t>l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ap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ón</a:t>
            </a:r>
            <a:r>
              <a:rPr dirty="0" sz="3000" spc="-145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170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75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ut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54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080" y="4739028"/>
            <a:ext cx="12446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585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980" y="4661528"/>
            <a:ext cx="8189595" cy="1993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8450" marR="5080" indent="-285750">
              <a:lnSpc>
                <a:spcPct val="100000"/>
              </a:lnSpc>
            </a:pPr>
            <a:r>
              <a:rPr dirty="0" sz="3000" spc="-65">
                <a:latin typeface="Century Gothic"/>
                <a:cs typeface="Century Gothic"/>
              </a:rPr>
              <a:t>B</a:t>
            </a:r>
            <a:r>
              <a:rPr dirty="0" sz="3000" spc="-180">
                <a:latin typeface="Century Gothic"/>
                <a:cs typeface="Century Gothic"/>
              </a:rPr>
              <a:t>G</a:t>
            </a:r>
            <a:r>
              <a:rPr dirty="0" sz="3000" spc="-310">
                <a:latin typeface="Century Gothic"/>
                <a:cs typeface="Century Gothic"/>
              </a:rPr>
              <a:t>W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670">
                <a:latin typeface="Century Gothic"/>
                <a:cs typeface="Century Gothic"/>
              </a:rPr>
              <a:t>+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330">
                <a:latin typeface="Century Gothic"/>
                <a:cs typeface="Century Gothic"/>
              </a:rPr>
              <a:t>C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-459">
                <a:latin typeface="Century Gothic"/>
                <a:cs typeface="Century Gothic"/>
              </a:rPr>
              <a:t>e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140">
                <a:latin typeface="Century Gothic"/>
                <a:cs typeface="Century Gothic"/>
              </a:rPr>
              <a:t>k</a:t>
            </a:r>
            <a:r>
              <a:rPr dirty="0" sz="3000" spc="-415">
                <a:latin typeface="Century Gothic"/>
                <a:cs typeface="Century Gothic"/>
              </a:rPr>
              <a:t>p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90">
                <a:latin typeface="Century Gothic"/>
                <a:cs typeface="Century Gothic"/>
              </a:rPr>
              <a:t>: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-55">
                <a:latin typeface="Century Gothic"/>
                <a:cs typeface="Century Gothic"/>
              </a:rPr>
              <a:t>l</a:t>
            </a:r>
            <a:r>
              <a:rPr dirty="0" sz="3000" spc="-150">
                <a:latin typeface="Century Gothic"/>
                <a:cs typeface="Century Gothic"/>
              </a:rPr>
              <a:t>o</a:t>
            </a:r>
            <a:r>
              <a:rPr dirty="0" sz="3000" spc="-430">
                <a:latin typeface="Century Gothic"/>
                <a:cs typeface="Century Gothic"/>
              </a:rPr>
              <a:t>q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370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ct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60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3000" spc="-204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390">
                <a:latin typeface="Century Gothic"/>
                <a:cs typeface="Century Gothic"/>
              </a:rPr>
              <a:t>g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95">
                <a:latin typeface="Century Gothic"/>
                <a:cs typeface="Century Gothic"/>
              </a:rPr>
              <a:t>l</a:t>
            </a:r>
            <a:r>
              <a:rPr dirty="0" sz="3000" spc="-290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ct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0">
                <a:latin typeface="Century Gothic"/>
                <a:cs typeface="Century Gothic"/>
              </a:rPr>
              <a:t>/</a:t>
            </a:r>
            <a:r>
              <a:rPr dirty="0" sz="3000" spc="-5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05">
                <a:latin typeface="Century Gothic"/>
                <a:cs typeface="Century Gothic"/>
              </a:rPr>
              <a:t>gg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80" y="5761378"/>
            <a:ext cx="12446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585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4080" y="6326528"/>
            <a:ext cx="12446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585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5534025" cy="1458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00120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3279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75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ut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54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080" y="3608728"/>
            <a:ext cx="12446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585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980" y="3531228"/>
            <a:ext cx="8202295" cy="2559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995670">
              <a:lnSpc>
                <a:spcPct val="123600"/>
              </a:lnSpc>
            </a:pPr>
            <a:r>
              <a:rPr dirty="0" sz="3000" spc="-250">
                <a:latin typeface="Century Gothic"/>
                <a:cs typeface="Century Gothic"/>
              </a:rPr>
              <a:t>W</a:t>
            </a:r>
            <a:r>
              <a:rPr dirty="0" sz="3000" spc="-365">
                <a:latin typeface="Century Gothic"/>
                <a:cs typeface="Century Gothic"/>
              </a:rPr>
              <a:t>A</a:t>
            </a:r>
            <a:r>
              <a:rPr dirty="0" sz="3000" spc="-225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575">
                <a:latin typeface="Century Gothic"/>
                <a:cs typeface="Century Gothic"/>
              </a:rPr>
              <a:t>w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80">
                <a:latin typeface="Century Gothic"/>
                <a:cs typeface="Century Gothic"/>
              </a:rPr>
              <a:t>i</a:t>
            </a:r>
            <a:r>
              <a:rPr dirty="0" sz="3000" spc="-125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0">
                <a:latin typeface="Century Gothic"/>
                <a:cs typeface="Century Gothic"/>
              </a:rPr>
              <a:t>W</a:t>
            </a:r>
            <a:r>
              <a:rPr dirty="0" sz="3000" spc="-365">
                <a:latin typeface="Century Gothic"/>
                <a:cs typeface="Century Gothic"/>
              </a:rPr>
              <a:t>A</a:t>
            </a:r>
            <a:r>
              <a:rPr dirty="0" sz="3000" spc="-225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25">
                <a:latin typeface="Century Gothic"/>
                <a:cs typeface="Century Gothic"/>
              </a:rPr>
              <a:t>h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380">
                <a:latin typeface="Century Gothic"/>
                <a:cs typeface="Century Gothic"/>
              </a:rPr>
              <a:t>v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45">
                <a:latin typeface="Century Gothic"/>
                <a:cs typeface="Century Gothic"/>
              </a:rPr>
              <a:t>o</a:t>
            </a:r>
            <a:r>
              <a:rPr dirty="0" sz="3000" spc="-140">
                <a:latin typeface="Century Gothic"/>
                <a:cs typeface="Century Gothic"/>
              </a:rPr>
              <a:t>-</a:t>
            </a:r>
            <a:r>
              <a:rPr dirty="0" sz="3000" spc="-620">
                <a:latin typeface="Century Gothic"/>
                <a:cs typeface="Century Gothic"/>
              </a:rPr>
              <a:t>V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80">
                <a:latin typeface="Century Gothic"/>
                <a:cs typeface="Century Gothic"/>
              </a:rPr>
              <a:t>u</a:t>
            </a:r>
            <a:r>
              <a:rPr dirty="0" sz="3000" spc="-425">
                <a:latin typeface="Century Gothic"/>
                <a:cs typeface="Century Gothic"/>
              </a:rPr>
              <a:t>m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20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45">
                <a:latin typeface="Century Gothic"/>
                <a:cs typeface="Century Gothic"/>
              </a:rPr>
              <a:t>n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260">
                <a:latin typeface="Century Gothic"/>
                <a:cs typeface="Century Gothic"/>
              </a:rPr>
              <a:t>h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310">
                <a:latin typeface="Century Gothic"/>
                <a:cs typeface="Century Gothic"/>
              </a:rPr>
              <a:t>(</a:t>
            </a:r>
            <a:r>
              <a:rPr dirty="0" sz="3000" spc="-380">
                <a:latin typeface="Century Gothic"/>
                <a:cs typeface="Century Gothic"/>
              </a:rPr>
              <a:t>v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365">
                <a:latin typeface="Century Gothic"/>
                <a:cs typeface="Century Gothic"/>
              </a:rPr>
              <a:t>cu</a:t>
            </a:r>
            <a:r>
              <a:rPr dirty="0" sz="3000" spc="-350">
                <a:latin typeface="Century Gothic"/>
                <a:cs typeface="Century Gothic"/>
              </a:rPr>
              <a:t>u</a:t>
            </a:r>
            <a:r>
              <a:rPr dirty="0" sz="3000" spc="-245">
                <a:latin typeface="Century Gothic"/>
                <a:cs typeface="Century Gothic"/>
              </a:rPr>
              <a:t>m).</a:t>
            </a:r>
            <a:endParaRPr sz="3000">
              <a:latin typeface="Century Gothic"/>
              <a:cs typeface="Century Gothic"/>
            </a:endParaRPr>
          </a:p>
          <a:p>
            <a:pPr marL="298450" marR="5080" indent="-285750">
              <a:lnSpc>
                <a:spcPct val="100000"/>
              </a:lnSpc>
              <a:spcBef>
                <a:spcPts val="850"/>
              </a:spcBef>
            </a:pPr>
            <a:r>
              <a:rPr dirty="0" sz="3000" spc="-250">
                <a:latin typeface="Century Gothic"/>
                <a:cs typeface="Century Gothic"/>
              </a:rPr>
              <a:t>W</a:t>
            </a:r>
            <a:r>
              <a:rPr dirty="0" sz="3000" spc="-365">
                <a:latin typeface="Century Gothic"/>
                <a:cs typeface="Century Gothic"/>
              </a:rPr>
              <a:t>A</a:t>
            </a:r>
            <a:r>
              <a:rPr dirty="0" sz="3000" spc="-225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10">
                <a:latin typeface="Century Gothic"/>
                <a:cs typeface="Century Gothic"/>
              </a:rPr>
              <a:t>S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90">
                <a:latin typeface="Century Gothic"/>
                <a:cs typeface="Century Gothic"/>
              </a:rPr>
              <a:t>: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25">
                <a:latin typeface="Century Gothic"/>
                <a:cs typeface="Century Gothic"/>
              </a:rPr>
              <a:t>v</a:t>
            </a:r>
            <a:r>
              <a:rPr dirty="0" sz="3000" spc="-75">
                <a:latin typeface="Century Gothic"/>
                <a:cs typeface="Century Gothic"/>
              </a:rPr>
              <a:t>í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35">
                <a:latin typeface="Century Gothic"/>
                <a:cs typeface="Century Gothic"/>
              </a:rPr>
              <a:t>i</a:t>
            </a:r>
            <a:r>
              <a:rPr dirty="0" sz="3000" spc="-50">
                <a:latin typeface="Century Gothic"/>
                <a:cs typeface="Century Gothic"/>
              </a:rPr>
              <a:t>f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-235">
                <a:latin typeface="Century Gothic"/>
                <a:cs typeface="Century Gothic"/>
              </a:rPr>
              <a:t>ci</a:t>
            </a:r>
            <a:r>
              <a:rPr dirty="0" sz="3000" spc="-3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59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65">
                <a:latin typeface="Century Gothic"/>
                <a:cs typeface="Century Gothic"/>
              </a:rPr>
              <a:t>B</a:t>
            </a:r>
            <a:r>
              <a:rPr dirty="0" sz="3000" spc="-160">
                <a:latin typeface="Century Gothic"/>
                <a:cs typeface="Century Gothic"/>
              </a:rPr>
              <a:t>D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75">
                <a:latin typeface="Century Gothic"/>
                <a:cs typeface="Century Gothic"/>
              </a:rPr>
              <a:t> </a:t>
            </a:r>
            <a:r>
              <a:rPr dirty="0" sz="3000" spc="-285">
                <a:latin typeface="Century Gothic"/>
                <a:cs typeface="Century Gothic"/>
              </a:rPr>
              <a:t>o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60">
                <a:latin typeface="Century Gothic"/>
                <a:cs typeface="Century Gothic"/>
              </a:rPr>
              <a:t>ic</a:t>
            </a:r>
            <a:r>
              <a:rPr dirty="0" sz="3000" spc="-405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80" y="4173878"/>
            <a:ext cx="12446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585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4080" y="4739028"/>
            <a:ext cx="12446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585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4080" y="5304178"/>
            <a:ext cx="12446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585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/>
          <p:nvPr/>
        </p:nvSpPr>
        <p:spPr>
          <a:xfrm>
            <a:off x="720090" y="1544920"/>
            <a:ext cx="8639810" cy="58978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9050020" cy="36480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20955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dirty="0" sz="3000" spc="-145" b="1">
                <a:latin typeface="Tahoma"/>
                <a:cs typeface="Tahoma"/>
              </a:rPr>
              <a:t>P</a:t>
            </a:r>
            <a:r>
              <a:rPr dirty="0" sz="3000" spc="-70" b="1">
                <a:latin typeface="Tahoma"/>
                <a:cs typeface="Tahoma"/>
              </a:rPr>
              <a:t>ost</a:t>
            </a:r>
            <a:r>
              <a:rPr dirty="0" sz="3000" spc="-135" b="1">
                <a:latin typeface="Tahoma"/>
                <a:cs typeface="Tahoma"/>
              </a:rPr>
              <a:t>m</a:t>
            </a:r>
            <a:r>
              <a:rPr dirty="0" sz="3000" spc="-25" b="1">
                <a:latin typeface="Tahoma"/>
                <a:cs typeface="Tahoma"/>
              </a:rPr>
              <a:t>ast</a:t>
            </a:r>
            <a:r>
              <a:rPr dirty="0" sz="3000" spc="-35" b="1">
                <a:latin typeface="Tahoma"/>
                <a:cs typeface="Tahoma"/>
              </a:rPr>
              <a:t>e</a:t>
            </a:r>
            <a:r>
              <a:rPr dirty="0" sz="3000" spc="-20" b="1">
                <a:latin typeface="Tahoma"/>
                <a:cs typeface="Tahoma"/>
              </a:rPr>
              <a:t>r:</a:t>
            </a:r>
            <a:endParaRPr sz="3000">
              <a:latin typeface="Tahoma"/>
              <a:cs typeface="Tahoma"/>
            </a:endParaRPr>
          </a:p>
          <a:p>
            <a:pPr marL="514350" indent="-501650">
              <a:lnSpc>
                <a:spcPct val="100000"/>
              </a:lnSpc>
              <a:spcBef>
                <a:spcPts val="114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75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60">
                <a:latin typeface="Century Gothic"/>
                <a:cs typeface="Century Gothic"/>
              </a:rPr>
              <a:t>ci</a:t>
            </a:r>
            <a:r>
              <a:rPr dirty="0" sz="3000" spc="-409">
                <a:latin typeface="Century Gothic"/>
                <a:cs typeface="Century Gothic"/>
              </a:rPr>
              <a:t>p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45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>
                <a:latin typeface="Century Gothic"/>
                <a:cs typeface="Century Gothic"/>
              </a:rPr>
              <a:t>SQ</a:t>
            </a:r>
            <a:r>
              <a:rPr dirty="0" sz="3000" spc="-100">
                <a:latin typeface="Century Gothic"/>
                <a:cs typeface="Century Gothic"/>
              </a:rPr>
              <a:t>L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514350" marR="5080" indent="-501650">
              <a:lnSpc>
                <a:spcPct val="100000"/>
              </a:lnSpc>
              <a:spcBef>
                <a:spcPts val="85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80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180">
                <a:latin typeface="Century Gothic"/>
                <a:cs typeface="Century Gothic"/>
              </a:rPr>
              <a:t>s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25">
                <a:latin typeface="Century Gothic"/>
                <a:cs typeface="Century Gothic"/>
              </a:rPr>
              <a:t>h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3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85">
                <a:latin typeface="Century Gothic"/>
                <a:cs typeface="Century Gothic"/>
              </a:rPr>
              <a:t>o</a:t>
            </a:r>
            <a:r>
              <a:rPr dirty="0" sz="3000" spc="-415">
                <a:latin typeface="Century Gothic"/>
                <a:cs typeface="Century Gothic"/>
              </a:rPr>
              <a:t>c</a:t>
            </a:r>
            <a:r>
              <a:rPr dirty="0" sz="3000" spc="-320">
                <a:latin typeface="Century Gothic"/>
                <a:cs typeface="Century Gothic"/>
              </a:rPr>
              <a:t>k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15">
                <a:latin typeface="Century Gothic"/>
                <a:cs typeface="Century Gothic"/>
              </a:rPr>
              <a:t>p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e</a:t>
            </a:r>
            <a:r>
              <a:rPr dirty="0" sz="3000" spc="-315">
                <a:latin typeface="Century Gothic"/>
                <a:cs typeface="Century Gothic"/>
              </a:rPr>
              <a:t>x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on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14">
                <a:latin typeface="Century Gothic"/>
                <a:cs typeface="Century Gothic"/>
              </a:rPr>
              <a:t>l</a:t>
            </a:r>
            <a:r>
              <a:rPr dirty="0" sz="3000" spc="-95">
                <a:latin typeface="Century Gothic"/>
                <a:cs typeface="Century Gothic"/>
              </a:rPr>
              <a:t>i</a:t>
            </a:r>
            <a:r>
              <a:rPr dirty="0" sz="3000" spc="-290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85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459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60">
                <a:latin typeface="Century Gothic"/>
                <a:cs typeface="Century Gothic"/>
              </a:rPr>
              <a:t>j</a:t>
            </a:r>
            <a:r>
              <a:rPr dirty="0" sz="3000" spc="-170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,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15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09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7904480" cy="3540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00120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dirty="0" sz="3000" spc="-145" b="1">
                <a:latin typeface="Tahoma"/>
                <a:cs typeface="Tahoma"/>
              </a:rPr>
              <a:t>P</a:t>
            </a:r>
            <a:r>
              <a:rPr dirty="0" sz="3000" spc="-40" b="1">
                <a:latin typeface="Tahoma"/>
                <a:cs typeface="Tahoma"/>
              </a:rPr>
              <a:t>ostg</a:t>
            </a:r>
            <a:r>
              <a:rPr dirty="0" sz="3000" spc="-45" b="1">
                <a:latin typeface="Tahoma"/>
                <a:cs typeface="Tahoma"/>
              </a:rPr>
              <a:t>r</a:t>
            </a:r>
            <a:r>
              <a:rPr dirty="0" sz="3000" spc="-50" b="1">
                <a:latin typeface="Tahoma"/>
                <a:cs typeface="Tahoma"/>
              </a:rPr>
              <a:t>es:</a:t>
            </a:r>
            <a:endParaRPr sz="3000">
              <a:latin typeface="Tahoma"/>
              <a:cs typeface="Tahoma"/>
            </a:endParaRPr>
          </a:p>
          <a:p>
            <a:pPr marL="514350" marR="109855" indent="-501650">
              <a:lnSpc>
                <a:spcPct val="100000"/>
              </a:lnSpc>
              <a:spcBef>
                <a:spcPts val="114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80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15">
                <a:latin typeface="Century Gothic"/>
                <a:cs typeface="Century Gothic"/>
              </a:rPr>
              <a:t>ce</a:t>
            </a:r>
            <a:r>
              <a:rPr dirty="0" sz="3000" spc="-23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80">
                <a:latin typeface="Century Gothic"/>
                <a:cs typeface="Century Gothic"/>
              </a:rPr>
              <a:t>j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q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395">
                <a:latin typeface="Century Gothic"/>
                <a:cs typeface="Century Gothic"/>
              </a:rPr>
              <a:t>e</a:t>
            </a:r>
            <a:r>
              <a:rPr dirty="0" sz="3000" spc="-355">
                <a:latin typeface="Century Gothic"/>
                <a:cs typeface="Century Gothic"/>
              </a:rPr>
              <a:t>n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260">
                <a:latin typeface="Century Gothic"/>
                <a:cs typeface="Century Gothic"/>
              </a:rPr>
              <a:t>ic</a:t>
            </a:r>
            <a:r>
              <a:rPr dirty="0" sz="3000" spc="-405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15">
                <a:latin typeface="Century Gothic"/>
                <a:cs typeface="Century Gothic"/>
              </a:rPr>
              <a:t>p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35">
                <a:latin typeface="Century Gothic"/>
                <a:cs typeface="Century Gothic"/>
              </a:rPr>
              <a:t>ci</a:t>
            </a:r>
            <a:r>
              <a:rPr dirty="0" sz="3000" spc="-3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4">
                <a:latin typeface="Century Gothic"/>
                <a:cs typeface="Century Gothic"/>
              </a:rPr>
              <a:t>x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ón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514350" marR="5080" indent="-501650">
              <a:lnSpc>
                <a:spcPct val="100000"/>
              </a:lnSpc>
              <a:spcBef>
                <a:spcPts val="85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180">
                <a:latin typeface="Century Gothic"/>
                <a:cs typeface="Century Gothic"/>
              </a:rPr>
              <a:t>G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55">
                <a:latin typeface="Century Gothic"/>
                <a:cs typeface="Century Gothic"/>
              </a:rPr>
              <a:t>i</a:t>
            </a:r>
            <a:r>
              <a:rPr dirty="0" sz="3000" spc="-150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05">
                <a:latin typeface="Century Gothic"/>
                <a:cs typeface="Century Gothic"/>
              </a:rPr>
              <a:t>y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515">
                <a:latin typeface="Century Gothic"/>
                <a:cs typeface="Century Gothic"/>
              </a:rPr>
              <a:t>m</a:t>
            </a:r>
            <a:r>
              <a:rPr dirty="0" sz="3000" spc="-370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165">
                <a:latin typeface="Century Gothic"/>
                <a:cs typeface="Century Gothic"/>
              </a:rPr>
              <a:t>ul</a:t>
            </a:r>
            <a:r>
              <a:rPr dirty="0" sz="3000" spc="-135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0">
                <a:latin typeface="Century Gothic"/>
                <a:cs typeface="Century Gothic"/>
              </a:rPr>
              <a:t> 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-235">
                <a:latin typeface="Century Gothic"/>
                <a:cs typeface="Century Gothic"/>
              </a:rPr>
              <a:t>ci</a:t>
            </a:r>
            <a:r>
              <a:rPr dirty="0" sz="3000" spc="-350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14">
                <a:latin typeface="Century Gothic"/>
                <a:cs typeface="Century Gothic"/>
              </a:rPr>
              <a:t>l</a:t>
            </a:r>
            <a:r>
              <a:rPr dirty="0" sz="3000" spc="-95">
                <a:latin typeface="Century Gothic"/>
                <a:cs typeface="Century Gothic"/>
              </a:rPr>
              <a:t>i</a:t>
            </a:r>
            <a:r>
              <a:rPr dirty="0" sz="3000" spc="-290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9148445" cy="5094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119380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dirty="0" sz="3000" spc="-50" b="1">
                <a:latin typeface="Tahoma"/>
                <a:cs typeface="Tahoma"/>
              </a:rPr>
              <a:t>B</a:t>
            </a:r>
            <a:r>
              <a:rPr dirty="0" sz="3000" spc="10" b="1">
                <a:latin typeface="Tahoma"/>
                <a:cs typeface="Tahoma"/>
              </a:rPr>
              <a:t>ac</a:t>
            </a:r>
            <a:r>
              <a:rPr dirty="0" sz="3000" spc="5" b="1">
                <a:latin typeface="Tahoma"/>
                <a:cs typeface="Tahoma"/>
              </a:rPr>
              <a:t>k</a:t>
            </a:r>
            <a:r>
              <a:rPr dirty="0" sz="3000" spc="70" b="1">
                <a:latin typeface="Tahoma"/>
                <a:cs typeface="Tahoma"/>
              </a:rPr>
              <a:t>g</a:t>
            </a:r>
            <a:r>
              <a:rPr dirty="0" sz="3000" spc="35" b="1">
                <a:latin typeface="Tahoma"/>
                <a:cs typeface="Tahoma"/>
              </a:rPr>
              <a:t>r</a:t>
            </a:r>
            <a:r>
              <a:rPr dirty="0" sz="3000" spc="-10" b="1">
                <a:latin typeface="Tahoma"/>
                <a:cs typeface="Tahoma"/>
              </a:rPr>
              <a:t>o</a:t>
            </a:r>
            <a:r>
              <a:rPr dirty="0" sz="3000" spc="-5" b="1">
                <a:latin typeface="Tahoma"/>
                <a:cs typeface="Tahoma"/>
              </a:rPr>
              <a:t>u</a:t>
            </a:r>
            <a:r>
              <a:rPr dirty="0" sz="3000" spc="-10" b="1">
                <a:latin typeface="Tahoma"/>
                <a:cs typeface="Tahoma"/>
              </a:rPr>
              <a:t>n</a:t>
            </a:r>
            <a:r>
              <a:rPr dirty="0" sz="3000" spc="75" b="1">
                <a:latin typeface="Tahoma"/>
                <a:cs typeface="Tahoma"/>
              </a:rPr>
              <a:t>d</a:t>
            </a:r>
            <a:r>
              <a:rPr dirty="0" sz="3000" spc="55" b="1">
                <a:latin typeface="Tahoma"/>
                <a:cs typeface="Tahoma"/>
              </a:rPr>
              <a:t> </a:t>
            </a:r>
            <a:r>
              <a:rPr dirty="0" sz="3000" spc="-280" b="1">
                <a:latin typeface="Tahoma"/>
                <a:cs typeface="Tahoma"/>
              </a:rPr>
              <a:t>w</a:t>
            </a:r>
            <a:r>
              <a:rPr dirty="0" sz="3000" spc="10" b="1">
                <a:latin typeface="Tahoma"/>
                <a:cs typeface="Tahoma"/>
              </a:rPr>
              <a:t>r</a:t>
            </a:r>
            <a:r>
              <a:rPr dirty="0" sz="3000" spc="-75" b="1">
                <a:latin typeface="Tahoma"/>
                <a:cs typeface="Tahoma"/>
              </a:rPr>
              <a:t>i</a:t>
            </a:r>
            <a:r>
              <a:rPr dirty="0" sz="3000" spc="-110" b="1">
                <a:latin typeface="Tahoma"/>
                <a:cs typeface="Tahoma"/>
              </a:rPr>
              <a:t>t</a:t>
            </a:r>
            <a:r>
              <a:rPr dirty="0" sz="3000" spc="30" b="1">
                <a:latin typeface="Tahoma"/>
                <a:cs typeface="Tahoma"/>
              </a:rPr>
              <a:t>e</a:t>
            </a:r>
            <a:r>
              <a:rPr dirty="0" sz="3000" spc="10" b="1">
                <a:latin typeface="Tahoma"/>
                <a:cs typeface="Tahoma"/>
              </a:rPr>
              <a:t>r</a:t>
            </a:r>
            <a:r>
              <a:rPr dirty="0" sz="3000" spc="-70" b="1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514350" marR="129539" indent="-501650">
              <a:lnSpc>
                <a:spcPct val="100000"/>
              </a:lnSpc>
              <a:spcBef>
                <a:spcPts val="114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75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co</a:t>
            </a:r>
            <a:r>
              <a:rPr dirty="0" sz="3000" spc="-390">
                <a:latin typeface="Century Gothic"/>
                <a:cs typeface="Century Gothic"/>
              </a:rPr>
              <a:t>g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pá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0">
                <a:latin typeface="Century Gothic"/>
                <a:cs typeface="Century Gothic"/>
              </a:rPr>
              <a:t> 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-280">
                <a:latin typeface="Century Gothic"/>
                <a:cs typeface="Century Gothic"/>
              </a:rPr>
              <a:t>u</a:t>
            </a:r>
            <a:r>
              <a:rPr dirty="0" sz="3000" spc="-145">
                <a:latin typeface="Century Gothic"/>
                <a:cs typeface="Century Gothic"/>
              </a:rPr>
              <a:t>f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05">
                <a:latin typeface="Century Gothic"/>
                <a:cs typeface="Century Gothic"/>
              </a:rPr>
              <a:t>y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375">
                <a:latin typeface="Century Gothic"/>
                <a:cs typeface="Century Gothic"/>
              </a:rPr>
              <a:t>c</a:t>
            </a:r>
            <a:r>
              <a:rPr dirty="0" sz="3000" spc="-175">
                <a:latin typeface="Century Gothic"/>
                <a:cs typeface="Century Gothic"/>
              </a:rPr>
              <a:t>r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70">
                <a:latin typeface="Century Gothic"/>
                <a:cs typeface="Century Gothic"/>
              </a:rPr>
              <a:t>b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75">
                <a:latin typeface="Century Gothic"/>
                <a:cs typeface="Century Gothic"/>
              </a:rPr>
              <a:t>P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370">
                <a:latin typeface="Century Gothic"/>
                <a:cs typeface="Century Gothic"/>
              </a:rPr>
              <a:t>e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325">
                <a:latin typeface="Century Gothic"/>
                <a:cs typeface="Century Gothic"/>
              </a:rPr>
              <a:t>v</a:t>
            </a:r>
            <a:r>
              <a:rPr dirty="0" sz="3000" spc="-375">
                <a:latin typeface="Century Gothic"/>
                <a:cs typeface="Century Gothic"/>
              </a:rPr>
              <a:t>o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5">
                <a:latin typeface="Century Gothic"/>
                <a:cs typeface="Century Gothic"/>
              </a:rPr>
              <a:t>I/</a:t>
            </a:r>
            <a:r>
              <a:rPr dirty="0" sz="3000" spc="-30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515">
                <a:latin typeface="Century Gothic"/>
                <a:cs typeface="Century Gothic"/>
              </a:rPr>
              <a:t>m</a:t>
            </a:r>
            <a:r>
              <a:rPr dirty="0" sz="3000" spc="-355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MS Gothic"/>
              <a:buChar char="●"/>
            </a:pP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0" spc="-120" b="1">
                <a:latin typeface="Tahoma"/>
                <a:cs typeface="Tahoma"/>
              </a:rPr>
              <a:t>C</a:t>
            </a:r>
            <a:r>
              <a:rPr dirty="0" sz="3000" spc="25" b="1">
                <a:latin typeface="Tahoma"/>
                <a:cs typeface="Tahoma"/>
              </a:rPr>
              <a:t>h</a:t>
            </a:r>
            <a:r>
              <a:rPr dirty="0" sz="3000" spc="-25" b="1">
                <a:latin typeface="Tahoma"/>
                <a:cs typeface="Tahoma"/>
              </a:rPr>
              <a:t>eck</a:t>
            </a:r>
            <a:r>
              <a:rPr dirty="0" sz="3000" spc="30" b="1">
                <a:latin typeface="Tahoma"/>
                <a:cs typeface="Tahoma"/>
              </a:rPr>
              <a:t>p</a:t>
            </a:r>
            <a:r>
              <a:rPr dirty="0" sz="3000" spc="25" b="1">
                <a:latin typeface="Tahoma"/>
                <a:cs typeface="Tahoma"/>
              </a:rPr>
              <a:t>o</a:t>
            </a:r>
            <a:r>
              <a:rPr dirty="0" sz="3000" spc="15" b="1">
                <a:latin typeface="Tahoma"/>
                <a:cs typeface="Tahoma"/>
              </a:rPr>
              <a:t>i</a:t>
            </a:r>
            <a:r>
              <a:rPr dirty="0" sz="3000" spc="-55" b="1">
                <a:latin typeface="Tahoma"/>
                <a:cs typeface="Tahoma"/>
              </a:rPr>
              <a:t>nt</a:t>
            </a:r>
            <a:r>
              <a:rPr dirty="0" sz="3000" spc="-65" b="1">
                <a:latin typeface="Tahoma"/>
                <a:cs typeface="Tahoma"/>
              </a:rPr>
              <a:t>e</a:t>
            </a:r>
            <a:r>
              <a:rPr dirty="0" sz="3000" spc="10" b="1">
                <a:latin typeface="Tahoma"/>
                <a:cs typeface="Tahoma"/>
              </a:rPr>
              <a:t>r</a:t>
            </a:r>
            <a:r>
              <a:rPr dirty="0" sz="3000" spc="-70" b="1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514350" marR="5080" indent="-501650">
              <a:lnSpc>
                <a:spcPct val="100000"/>
              </a:lnSpc>
              <a:spcBef>
                <a:spcPts val="115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10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120">
                <a:latin typeface="Century Gothic"/>
                <a:cs typeface="Century Gothic"/>
              </a:rPr>
              <a:t>iz</a:t>
            </a:r>
            <a:r>
              <a:rPr dirty="0" sz="3000" spc="-250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45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85">
                <a:latin typeface="Century Gothic"/>
                <a:cs typeface="Century Gothic"/>
              </a:rPr>
              <a:t>l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c</a:t>
            </a:r>
            <a:r>
              <a:rPr dirty="0" sz="3000" spc="-400">
                <a:latin typeface="Century Gothic"/>
                <a:cs typeface="Century Gothic"/>
              </a:rPr>
              <a:t>u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375">
                <a:latin typeface="Century Gothic"/>
                <a:cs typeface="Century Gothic"/>
              </a:rPr>
              <a:t>c</a:t>
            </a:r>
            <a:r>
              <a:rPr dirty="0" sz="3000" spc="-17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155">
                <a:latin typeface="Century Gothic"/>
                <a:cs typeface="Century Gothic"/>
              </a:rPr>
              <a:t>u</a:t>
            </a:r>
            <a:r>
              <a:rPr dirty="0" sz="3000" spc="-7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75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0">
                <a:latin typeface="Century Gothic"/>
                <a:cs typeface="Century Gothic"/>
              </a:rPr>
              <a:t>W</a:t>
            </a:r>
            <a:r>
              <a:rPr dirty="0" sz="3000" spc="-365">
                <a:latin typeface="Century Gothic"/>
                <a:cs typeface="Century Gothic"/>
              </a:rPr>
              <a:t>A</a:t>
            </a:r>
            <a:r>
              <a:rPr dirty="0" sz="3000" spc="-170">
                <a:latin typeface="Century Gothic"/>
                <a:cs typeface="Century Gothic"/>
              </a:rPr>
              <a:t>L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7901305" cy="3744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00120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dirty="0" sz="3000" spc="-250" b="1">
                <a:latin typeface="Tahoma"/>
                <a:cs typeface="Tahoma"/>
              </a:rPr>
              <a:t>W</a:t>
            </a:r>
            <a:r>
              <a:rPr dirty="0" sz="3000" spc="-30" b="1">
                <a:latin typeface="Tahoma"/>
                <a:cs typeface="Tahoma"/>
              </a:rPr>
              <a:t>A</a:t>
            </a:r>
            <a:r>
              <a:rPr dirty="0" sz="3000" spc="-20" b="1">
                <a:latin typeface="Tahoma"/>
                <a:cs typeface="Tahoma"/>
              </a:rPr>
              <a:t>L</a:t>
            </a:r>
            <a:r>
              <a:rPr dirty="0" sz="3000" spc="50" b="1">
                <a:latin typeface="Tahoma"/>
                <a:cs typeface="Tahoma"/>
              </a:rPr>
              <a:t> </a:t>
            </a:r>
            <a:r>
              <a:rPr dirty="0" sz="3000" spc="-270" b="1">
                <a:latin typeface="Tahoma"/>
                <a:cs typeface="Tahoma"/>
              </a:rPr>
              <a:t>W</a:t>
            </a:r>
            <a:r>
              <a:rPr dirty="0" sz="3000" spc="30" b="1">
                <a:latin typeface="Tahoma"/>
                <a:cs typeface="Tahoma"/>
              </a:rPr>
              <a:t>r</a:t>
            </a:r>
            <a:r>
              <a:rPr dirty="0" sz="3000" spc="15" b="1">
                <a:latin typeface="Tahoma"/>
                <a:cs typeface="Tahoma"/>
              </a:rPr>
              <a:t>i</a:t>
            </a:r>
            <a:r>
              <a:rPr dirty="0" sz="3000" spc="-65" b="1">
                <a:latin typeface="Tahoma"/>
                <a:cs typeface="Tahoma"/>
              </a:rPr>
              <a:t>t</a:t>
            </a:r>
            <a:r>
              <a:rPr dirty="0" sz="3000" spc="-105" b="1">
                <a:latin typeface="Tahoma"/>
                <a:cs typeface="Tahoma"/>
              </a:rPr>
              <a:t>e</a:t>
            </a:r>
            <a:r>
              <a:rPr dirty="0" sz="3000" spc="10" b="1">
                <a:latin typeface="Tahoma"/>
                <a:cs typeface="Tahoma"/>
              </a:rPr>
              <a:t>r</a:t>
            </a:r>
            <a:r>
              <a:rPr dirty="0" sz="3000" spc="-70" b="1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algn="just" marL="731520" marR="5080" indent="-502920">
              <a:lnSpc>
                <a:spcPct val="100000"/>
              </a:lnSpc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dirty="0" sz="3000" spc="-375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375">
                <a:latin typeface="Century Gothic"/>
                <a:cs typeface="Century Gothic"/>
              </a:rPr>
              <a:t>c</a:t>
            </a:r>
            <a:r>
              <a:rPr dirty="0" sz="3000" spc="-175">
                <a:latin typeface="Century Gothic"/>
                <a:cs typeface="Century Gothic"/>
              </a:rPr>
              <a:t>r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70">
                <a:latin typeface="Century Gothic"/>
                <a:cs typeface="Century Gothic"/>
              </a:rPr>
              <a:t>b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05">
                <a:latin typeface="Century Gothic"/>
                <a:cs typeface="Century Gothic"/>
              </a:rPr>
              <a:t>y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120">
                <a:latin typeface="Century Gothic"/>
                <a:cs typeface="Century Gothic"/>
              </a:rPr>
              <a:t>iz</a:t>
            </a:r>
            <a:r>
              <a:rPr dirty="0" sz="3000" spc="-25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35">
                <a:latin typeface="Century Gothic"/>
                <a:cs typeface="Century Gothic"/>
              </a:rPr>
              <a:t>ic</a:t>
            </a:r>
            <a:r>
              <a:rPr dirty="0" sz="3000" spc="-325">
                <a:latin typeface="Century Gothic"/>
                <a:cs typeface="Century Gothic"/>
              </a:rPr>
              <a:t>h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0">
                <a:latin typeface="Century Gothic"/>
                <a:cs typeface="Century Gothic"/>
              </a:rPr>
              <a:t>W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155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14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c</a:t>
            </a:r>
            <a:r>
              <a:rPr dirty="0" sz="3000" spc="-400">
                <a:latin typeface="Century Gothic"/>
                <a:cs typeface="Century Gothic"/>
              </a:rPr>
              <a:t>u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85">
                <a:latin typeface="Century Gothic"/>
                <a:cs typeface="Century Gothic"/>
              </a:rPr>
              <a:t>o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45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75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75">
                <a:latin typeface="Century Gothic"/>
                <a:cs typeface="Century Gothic"/>
              </a:rPr>
              <a:t>cc</a:t>
            </a:r>
            <a:r>
              <a:rPr dirty="0" sz="3000" spc="-140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ón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731520" marR="398145" indent="-502920">
              <a:lnSpc>
                <a:spcPct val="100000"/>
              </a:lnSpc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dirty="0" sz="3000" spc="-14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80">
                <a:latin typeface="Century Gothic"/>
                <a:cs typeface="Century Gothic"/>
              </a:rPr>
              <a:t>i</a:t>
            </a:r>
            <a:r>
              <a:rPr dirty="0" sz="3000" spc="-125">
                <a:latin typeface="Century Gothic"/>
                <a:cs typeface="Century Gothic"/>
              </a:rPr>
              <a:t>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q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515">
                <a:latin typeface="Century Gothic"/>
                <a:cs typeface="Century Gothic"/>
              </a:rPr>
              <a:t>m</a:t>
            </a:r>
            <a:r>
              <a:rPr dirty="0" sz="3000" spc="-37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370">
                <a:latin typeface="Century Gothic"/>
                <a:cs typeface="Century Gothic"/>
              </a:rPr>
              <a:t>e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75">
                <a:latin typeface="Century Gothic"/>
                <a:cs typeface="Century Gothic"/>
              </a:rPr>
              <a:t> 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c</a:t>
            </a:r>
            <a:r>
              <a:rPr dirty="0" sz="3000" spc="-400">
                <a:latin typeface="Century Gothic"/>
                <a:cs typeface="Century Gothic"/>
              </a:rPr>
              <a:t>u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8697595" cy="4201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323850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dirty="0" sz="3000" spc="90" b="1">
                <a:latin typeface="Tahoma"/>
                <a:cs typeface="Tahoma"/>
              </a:rPr>
              <a:t>A</a:t>
            </a:r>
            <a:r>
              <a:rPr dirty="0" sz="3000" spc="-140" b="1">
                <a:latin typeface="Tahoma"/>
                <a:cs typeface="Tahoma"/>
              </a:rPr>
              <a:t>u</a:t>
            </a:r>
            <a:r>
              <a:rPr dirty="0" sz="3000" spc="-100" b="1">
                <a:latin typeface="Tahoma"/>
                <a:cs typeface="Tahoma"/>
              </a:rPr>
              <a:t>t</a:t>
            </a:r>
            <a:r>
              <a:rPr dirty="0" sz="3000" spc="-10" b="1">
                <a:latin typeface="Tahoma"/>
                <a:cs typeface="Tahoma"/>
              </a:rPr>
              <a:t>o</a:t>
            </a:r>
            <a:r>
              <a:rPr dirty="0" sz="3000" spc="45" b="1">
                <a:latin typeface="Tahoma"/>
                <a:cs typeface="Tahoma"/>
              </a:rPr>
              <a:t>v</a:t>
            </a:r>
            <a:r>
              <a:rPr dirty="0" sz="3000" spc="55" b="1">
                <a:latin typeface="Tahoma"/>
                <a:cs typeface="Tahoma"/>
              </a:rPr>
              <a:t>a</a:t>
            </a:r>
            <a:r>
              <a:rPr dirty="0" sz="3000" spc="-120" b="1">
                <a:latin typeface="Tahoma"/>
                <a:cs typeface="Tahoma"/>
              </a:rPr>
              <a:t>c</a:t>
            </a:r>
            <a:r>
              <a:rPr dirty="0" sz="3000" spc="-150" b="1">
                <a:latin typeface="Tahoma"/>
                <a:cs typeface="Tahoma"/>
              </a:rPr>
              <a:t>u</a:t>
            </a:r>
            <a:r>
              <a:rPr dirty="0" sz="3000" spc="-55" b="1">
                <a:latin typeface="Tahoma"/>
                <a:cs typeface="Tahoma"/>
              </a:rPr>
              <a:t>u</a:t>
            </a:r>
            <a:r>
              <a:rPr dirty="0" sz="3000" spc="-30" b="1">
                <a:latin typeface="Tahoma"/>
                <a:cs typeface="Tahoma"/>
              </a:rPr>
              <a:t>m</a:t>
            </a:r>
            <a:r>
              <a:rPr dirty="0" sz="3000" spc="45" b="1">
                <a:latin typeface="Tahoma"/>
                <a:cs typeface="Tahoma"/>
              </a:rPr>
              <a:t> </a:t>
            </a:r>
            <a:r>
              <a:rPr dirty="0" sz="3000" spc="-5" b="1">
                <a:latin typeface="Tahoma"/>
                <a:cs typeface="Tahoma"/>
              </a:rPr>
              <a:t>La</a:t>
            </a:r>
            <a:r>
              <a:rPr dirty="0" sz="3000" spc="-15" b="1">
                <a:latin typeface="Tahoma"/>
                <a:cs typeface="Tahoma"/>
              </a:rPr>
              <a:t>u</a:t>
            </a:r>
            <a:r>
              <a:rPr dirty="0" sz="3000" spc="-60" b="1">
                <a:latin typeface="Tahoma"/>
                <a:cs typeface="Tahoma"/>
              </a:rPr>
              <a:t>nc</a:t>
            </a:r>
            <a:r>
              <a:rPr dirty="0" sz="3000" spc="-70" b="1">
                <a:latin typeface="Tahoma"/>
                <a:cs typeface="Tahoma"/>
              </a:rPr>
              <a:t>h</a:t>
            </a:r>
            <a:r>
              <a:rPr dirty="0" sz="3000" spc="30" b="1">
                <a:latin typeface="Tahoma"/>
                <a:cs typeface="Tahoma"/>
              </a:rPr>
              <a:t>e</a:t>
            </a:r>
            <a:r>
              <a:rPr dirty="0" sz="3000" spc="10" b="1">
                <a:latin typeface="Tahoma"/>
                <a:cs typeface="Tahoma"/>
              </a:rPr>
              <a:t>r</a:t>
            </a:r>
            <a:r>
              <a:rPr dirty="0" sz="3000" spc="-70" b="1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731520" indent="-502920">
              <a:lnSpc>
                <a:spcPct val="100000"/>
              </a:lnSpc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dirty="0" sz="3000" spc="-80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14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on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40">
                <a:latin typeface="Century Gothic"/>
                <a:cs typeface="Century Gothic"/>
              </a:rPr>
              <a:t>l</a:t>
            </a:r>
            <a:r>
              <a:rPr dirty="0" sz="3000" spc="65">
                <a:latin typeface="Century Gothic"/>
                <a:cs typeface="Century Gothic"/>
              </a:rPr>
              <a:t>,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15">
                <a:latin typeface="Century Gothic"/>
                <a:cs typeface="Century Gothic"/>
              </a:rPr>
              <a:t>p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ct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c</a:t>
            </a:r>
            <a:r>
              <a:rPr dirty="0" sz="3000" spc="-400">
                <a:latin typeface="Century Gothic"/>
                <a:cs typeface="Century Gothic"/>
              </a:rPr>
              <a:t>u</a:t>
            </a:r>
            <a:r>
              <a:rPr dirty="0" sz="3000" spc="-395">
                <a:latin typeface="Century Gothic"/>
                <a:cs typeface="Century Gothic"/>
              </a:rPr>
              <a:t>e</a:t>
            </a:r>
            <a:r>
              <a:rPr dirty="0" sz="3000" spc="-355">
                <a:latin typeface="Century Gothic"/>
                <a:cs typeface="Century Gothic"/>
              </a:rPr>
              <a:t>n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15">
                <a:latin typeface="Century Gothic"/>
                <a:cs typeface="Century Gothic"/>
              </a:rPr>
              <a:t>v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731520" marR="273685" indent="-502920">
              <a:lnSpc>
                <a:spcPct val="100000"/>
              </a:lnSpc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120">
                <a:latin typeface="Century Gothic"/>
                <a:cs typeface="Century Gothic"/>
              </a:rPr>
              <a:t>iz</a:t>
            </a:r>
            <a:r>
              <a:rPr dirty="0" sz="3000" spc="-25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520">
                <a:latin typeface="Century Gothic"/>
                <a:cs typeface="Century Gothic"/>
              </a:rPr>
              <a:t>V</a:t>
            </a:r>
            <a:r>
              <a:rPr dirty="0" sz="3000" spc="-500">
                <a:latin typeface="Century Gothic"/>
                <a:cs typeface="Century Gothic"/>
              </a:rPr>
              <a:t>A</a:t>
            </a:r>
            <a:r>
              <a:rPr dirty="0" sz="3000" spc="-310">
                <a:latin typeface="Century Gothic"/>
                <a:cs typeface="Century Gothic"/>
              </a:rPr>
              <a:t>C</a:t>
            </a:r>
            <a:r>
              <a:rPr dirty="0" sz="3000" spc="85">
                <a:latin typeface="Century Gothic"/>
                <a:cs typeface="Century Gothic"/>
              </a:rPr>
              <a:t>U</a:t>
            </a:r>
            <a:r>
              <a:rPr dirty="0" sz="3000" spc="95">
                <a:latin typeface="Century Gothic"/>
                <a:cs typeface="Century Gothic"/>
              </a:rPr>
              <a:t>U</a:t>
            </a:r>
            <a:r>
              <a:rPr dirty="0" sz="3000" spc="-280">
                <a:latin typeface="Century Gothic"/>
                <a:cs typeface="Century Gothic"/>
              </a:rPr>
              <a:t>M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05">
                <a:latin typeface="Century Gothic"/>
                <a:cs typeface="Century Gothic"/>
              </a:rPr>
              <a:t>y</a:t>
            </a:r>
            <a:r>
              <a:rPr dirty="0" sz="3000" spc="-21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>
                <a:latin typeface="Century Gothic"/>
                <a:cs typeface="Century Gothic"/>
              </a:rPr>
              <a:t>N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150">
                <a:latin typeface="Century Gothic"/>
                <a:cs typeface="Century Gothic"/>
              </a:rPr>
              <a:t>L</a:t>
            </a:r>
            <a:r>
              <a:rPr dirty="0" sz="3000" spc="45">
                <a:latin typeface="Century Gothic"/>
                <a:cs typeface="Century Gothic"/>
              </a:rPr>
              <a:t>IZ</a:t>
            </a:r>
            <a:r>
              <a:rPr dirty="0" sz="3000" spc="135">
                <a:latin typeface="Century Gothic"/>
                <a:cs typeface="Century Gothic"/>
              </a:rPr>
              <a:t>E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731520" marR="5080" indent="-502920">
              <a:lnSpc>
                <a:spcPct val="100000"/>
              </a:lnSpc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30">
                <a:latin typeface="Century Gothic"/>
                <a:cs typeface="Century Gothic"/>
              </a:rPr>
              <a:t>c</a:t>
            </a:r>
            <a:r>
              <a:rPr dirty="0" sz="3000" spc="-52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375">
                <a:latin typeface="Century Gothic"/>
                <a:cs typeface="Century Gothic"/>
              </a:rPr>
              <a:t>v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45">
                <a:latin typeface="Century Gothic"/>
                <a:cs typeface="Century Gothic"/>
              </a:rPr>
              <a:t>cuu</a:t>
            </a:r>
            <a:r>
              <a:rPr dirty="0" sz="3000" spc="-509">
                <a:latin typeface="Century Gothic"/>
                <a:cs typeface="Century Gothic"/>
              </a:rPr>
              <a:t>m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575">
                <a:latin typeface="Century Gothic"/>
                <a:cs typeface="Century Gothic"/>
              </a:rPr>
              <a:t>w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130">
                <a:latin typeface="Century Gothic"/>
                <a:cs typeface="Century Gothic"/>
              </a:rPr>
              <a:t>k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65">
                <a:latin typeface="Century Gothic"/>
                <a:cs typeface="Century Gothic"/>
              </a:rPr>
              <a:t>B</a:t>
            </a:r>
            <a:r>
              <a:rPr dirty="0" sz="3000" spc="-160">
                <a:latin typeface="Century Gothic"/>
                <a:cs typeface="Century Gothic"/>
              </a:rPr>
              <a:t>D</a:t>
            </a:r>
            <a:r>
              <a:rPr dirty="0" sz="3000" spc="-60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25">
                <a:latin typeface="Century Gothic"/>
                <a:cs typeface="Century Gothic"/>
              </a:rPr>
              <a:t>z</a:t>
            </a:r>
            <a:r>
              <a:rPr dirty="0" sz="3000" spc="-35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í</a:t>
            </a:r>
            <a:r>
              <a:rPr dirty="0" sz="3000" spc="-315">
                <a:latin typeface="Century Gothic"/>
                <a:cs typeface="Century Gothic"/>
              </a:rPr>
              <a:t>m</a:t>
            </a:r>
            <a:r>
              <a:rPr dirty="0" sz="3000" spc="-65">
                <a:latin typeface="Century Gothic"/>
                <a:cs typeface="Century Gothic"/>
              </a:rPr>
              <a:t>i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55">
                <a:latin typeface="Century Gothic"/>
                <a:cs typeface="Century Gothic"/>
              </a:rPr>
              <a:t>i</a:t>
            </a:r>
            <a:r>
              <a:rPr dirty="0" sz="3000" spc="-135">
                <a:latin typeface="Century Gothic"/>
                <a:cs typeface="Century Gothic"/>
              </a:rPr>
              <a:t>n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260">
                <a:latin typeface="Century Gothic"/>
                <a:cs typeface="Century Gothic"/>
              </a:rPr>
              <a:t>ic</a:t>
            </a:r>
            <a:r>
              <a:rPr dirty="0" sz="3000" spc="-405">
                <a:latin typeface="Century Gothic"/>
                <a:cs typeface="Century Gothic"/>
              </a:rPr>
              <a:t>a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15">
                <a:latin typeface="Century Gothic"/>
                <a:cs typeface="Century Gothic"/>
              </a:rPr>
              <a:t>p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á</a:t>
            </a:r>
            <a:r>
              <a:rPr dirty="0" sz="3000" spc="-570">
                <a:latin typeface="Century Gothic"/>
                <a:cs typeface="Century Gothic"/>
              </a:rPr>
              <a:t>m</a:t>
            </a:r>
            <a:r>
              <a:rPr dirty="0" sz="3000" spc="-38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12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195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375">
                <a:latin typeface="Century Gothic"/>
                <a:cs typeface="Century Gothic"/>
              </a:rPr>
              <a:t>v</a:t>
            </a:r>
            <a:r>
              <a:rPr dirty="0" sz="3000" spc="-455">
                <a:latin typeface="Century Gothic"/>
                <a:cs typeface="Century Gothic"/>
              </a:rPr>
              <a:t>a</a:t>
            </a:r>
            <a:r>
              <a:rPr dirty="0" sz="3000" spc="-365">
                <a:latin typeface="Century Gothic"/>
                <a:cs typeface="Century Gothic"/>
              </a:rPr>
              <a:t>cu</a:t>
            </a:r>
            <a:r>
              <a:rPr dirty="0" sz="3000" spc="-350">
                <a:latin typeface="Century Gothic"/>
                <a:cs typeface="Century Gothic"/>
              </a:rPr>
              <a:t>u</a:t>
            </a:r>
            <a:r>
              <a:rPr dirty="0" sz="3000" spc="-290">
                <a:latin typeface="Century Gothic"/>
                <a:cs typeface="Century Gothic"/>
              </a:rPr>
              <a:t>m_</a:t>
            </a:r>
            <a:r>
              <a:rPr dirty="0" sz="3000" spc="-365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4">
                <a:latin typeface="Century Gothic"/>
                <a:cs typeface="Century Gothic"/>
              </a:rPr>
              <a:t>x</a:t>
            </a:r>
            <a:r>
              <a:rPr dirty="0" sz="3000" spc="-300">
                <a:latin typeface="Century Gothic"/>
                <a:cs typeface="Century Gothic"/>
              </a:rPr>
              <a:t>_w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140">
                <a:latin typeface="Century Gothic"/>
                <a:cs typeface="Century Gothic"/>
              </a:rPr>
              <a:t>k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8888730" cy="292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32715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ts val="3595"/>
              </a:lnSpc>
              <a:spcBef>
                <a:spcPts val="3279"/>
              </a:spcBef>
            </a:pPr>
            <a:r>
              <a:rPr dirty="0" sz="3000" spc="90" b="1">
                <a:latin typeface="Tahoma"/>
                <a:cs typeface="Tahoma"/>
              </a:rPr>
              <a:t>A</a:t>
            </a:r>
            <a:r>
              <a:rPr dirty="0" sz="3000" spc="-140" b="1">
                <a:latin typeface="Tahoma"/>
                <a:cs typeface="Tahoma"/>
              </a:rPr>
              <a:t>u</a:t>
            </a:r>
            <a:r>
              <a:rPr dirty="0" sz="3000" spc="-100" b="1">
                <a:latin typeface="Tahoma"/>
                <a:cs typeface="Tahoma"/>
              </a:rPr>
              <a:t>t</a:t>
            </a:r>
            <a:r>
              <a:rPr dirty="0" sz="3000" spc="-10" b="1">
                <a:latin typeface="Tahoma"/>
                <a:cs typeface="Tahoma"/>
              </a:rPr>
              <a:t>o</a:t>
            </a:r>
            <a:r>
              <a:rPr dirty="0" sz="3000" spc="45" b="1">
                <a:latin typeface="Tahoma"/>
                <a:cs typeface="Tahoma"/>
              </a:rPr>
              <a:t>v</a:t>
            </a:r>
            <a:r>
              <a:rPr dirty="0" sz="3000" spc="55" b="1">
                <a:latin typeface="Tahoma"/>
                <a:cs typeface="Tahoma"/>
              </a:rPr>
              <a:t>a</a:t>
            </a:r>
            <a:r>
              <a:rPr dirty="0" sz="3000" spc="-120" b="1">
                <a:latin typeface="Tahoma"/>
                <a:cs typeface="Tahoma"/>
              </a:rPr>
              <a:t>c</a:t>
            </a:r>
            <a:r>
              <a:rPr dirty="0" sz="3000" spc="-150" b="1">
                <a:latin typeface="Tahoma"/>
                <a:cs typeface="Tahoma"/>
              </a:rPr>
              <a:t>u</a:t>
            </a:r>
            <a:r>
              <a:rPr dirty="0" sz="3000" spc="-55" b="1">
                <a:latin typeface="Tahoma"/>
                <a:cs typeface="Tahoma"/>
              </a:rPr>
              <a:t>u</a:t>
            </a:r>
            <a:r>
              <a:rPr dirty="0" sz="3000" spc="-30" b="1">
                <a:latin typeface="Tahoma"/>
                <a:cs typeface="Tahoma"/>
              </a:rPr>
              <a:t>m</a:t>
            </a:r>
            <a:r>
              <a:rPr dirty="0" sz="3000" spc="45" b="1">
                <a:latin typeface="Tahoma"/>
                <a:cs typeface="Tahoma"/>
              </a:rPr>
              <a:t> </a:t>
            </a:r>
            <a:r>
              <a:rPr dirty="0" sz="3000" spc="-310" b="1">
                <a:latin typeface="Tahoma"/>
                <a:cs typeface="Tahoma"/>
              </a:rPr>
              <a:t>W</a:t>
            </a:r>
            <a:r>
              <a:rPr dirty="0" sz="3000" spc="10" b="1">
                <a:latin typeface="Tahoma"/>
                <a:cs typeface="Tahoma"/>
              </a:rPr>
              <a:t>o</a:t>
            </a:r>
            <a:r>
              <a:rPr dirty="0" sz="3000" spc="-5" b="1">
                <a:latin typeface="Tahoma"/>
                <a:cs typeface="Tahoma"/>
              </a:rPr>
              <a:t>r</a:t>
            </a:r>
            <a:r>
              <a:rPr dirty="0" sz="3000" spc="-10" b="1">
                <a:latin typeface="Tahoma"/>
                <a:cs typeface="Tahoma"/>
              </a:rPr>
              <a:t>k</a:t>
            </a:r>
            <a:r>
              <a:rPr dirty="0" sz="3000" spc="20" b="1">
                <a:latin typeface="Tahoma"/>
                <a:cs typeface="Tahoma"/>
              </a:rPr>
              <a:t>e</a:t>
            </a:r>
            <a:r>
              <a:rPr dirty="0" sz="3000" spc="-20" b="1">
                <a:latin typeface="Tahoma"/>
                <a:cs typeface="Tahoma"/>
              </a:rPr>
              <a:t>r:</a:t>
            </a:r>
            <a:endParaRPr sz="3000">
              <a:latin typeface="Tahoma"/>
              <a:cs typeface="Tahoma"/>
            </a:endParaRPr>
          </a:p>
          <a:p>
            <a:pPr marL="444500" marR="5080" indent="-215900">
              <a:lnSpc>
                <a:spcPts val="3840"/>
              </a:lnSpc>
              <a:spcBef>
                <a:spcPts val="120"/>
              </a:spcBef>
              <a:buSzPct val="45312"/>
              <a:buFont typeface="MS Gothic"/>
              <a:buChar char="●"/>
              <a:tabLst>
                <a:tab pos="444500" algn="l"/>
              </a:tabLst>
            </a:pPr>
            <a:r>
              <a:rPr dirty="0" sz="3200">
                <a:latin typeface="Century Gothic"/>
                <a:cs typeface="Century Gothic"/>
              </a:rPr>
              <a:t>S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545">
                <a:latin typeface="Century Gothic"/>
                <a:cs typeface="Century Gothic"/>
              </a:rPr>
              <a:t>c</a:t>
            </a:r>
            <a:r>
              <a:rPr dirty="0" sz="3200" spc="-565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-430">
                <a:latin typeface="Century Gothic"/>
                <a:cs typeface="Century Gothic"/>
              </a:rPr>
              <a:t>g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84">
                <a:latin typeface="Century Gothic"/>
                <a:cs typeface="Century Gothic"/>
              </a:rPr>
              <a:t>c</a:t>
            </a:r>
            <a:r>
              <a:rPr dirty="0" sz="3200" spc="-450">
                <a:latin typeface="Century Gothic"/>
                <a:cs typeface="Century Gothic"/>
              </a:rPr>
              <a:t>h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455">
                <a:latin typeface="Century Gothic"/>
                <a:cs typeface="Century Gothic"/>
              </a:rPr>
              <a:t>q</a:t>
            </a:r>
            <a:r>
              <a:rPr dirty="0" sz="3200" spc="-275">
                <a:latin typeface="Century Gothic"/>
                <a:cs typeface="Century Gothic"/>
              </a:rPr>
              <a:t>u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545">
                <a:latin typeface="Century Gothic"/>
                <a:cs typeface="Century Gothic"/>
              </a:rPr>
              <a:t>c</a:t>
            </a:r>
            <a:r>
              <a:rPr dirty="0" sz="3200" spc="-565">
                <a:latin typeface="Century Gothic"/>
                <a:cs typeface="Century Gothic"/>
              </a:rPr>
              <a:t>a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45">
                <a:latin typeface="Century Gothic"/>
                <a:cs typeface="Century Gothic"/>
              </a:rPr>
              <a:t> 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455">
                <a:latin typeface="Century Gothic"/>
                <a:cs typeface="Century Gothic"/>
              </a:rPr>
              <a:t>b</a:t>
            </a:r>
            <a:r>
              <a:rPr dirty="0" sz="3200" spc="85">
                <a:latin typeface="Century Gothic"/>
                <a:cs typeface="Century Gothic"/>
              </a:rPr>
              <a:t>l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45">
                <a:latin typeface="Century Gothic"/>
                <a:cs typeface="Century Gothic"/>
              </a:rPr>
              <a:t> 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85">
                <a:latin typeface="Century Gothic"/>
                <a:cs typeface="Century Gothic"/>
              </a:rPr>
              <a:t>í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85">
                <a:latin typeface="Century Gothic"/>
                <a:cs typeface="Century Gothic"/>
              </a:rPr>
              <a:t>i</a:t>
            </a:r>
            <a:r>
              <a:rPr dirty="0" sz="3200" spc="-620">
                <a:latin typeface="Century Gothic"/>
                <a:cs typeface="Century Gothic"/>
              </a:rPr>
              <a:t>c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-215">
                <a:latin typeface="Century Gothic"/>
                <a:cs typeface="Century Gothic"/>
              </a:rPr>
              <a:t> </a:t>
            </a:r>
            <a:r>
              <a:rPr dirty="0" sz="3200" spc="-265">
                <a:latin typeface="Century Gothic"/>
                <a:cs typeface="Century Gothic"/>
              </a:rPr>
              <a:t>u</a:t>
            </a:r>
            <a:r>
              <a:rPr dirty="0" sz="3200" spc="-305">
                <a:latin typeface="Century Gothic"/>
                <a:cs typeface="Century Gothic"/>
              </a:rPr>
              <a:t>n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45">
                <a:latin typeface="Century Gothic"/>
                <a:cs typeface="Century Gothic"/>
              </a:rPr>
              <a:t> </a:t>
            </a:r>
            <a:r>
              <a:rPr dirty="0" sz="3200" spc="-455">
                <a:latin typeface="Century Gothic"/>
                <a:cs typeface="Century Gothic"/>
              </a:rPr>
              <a:t>b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204">
                <a:latin typeface="Century Gothic"/>
                <a:cs typeface="Century Gothic"/>
              </a:rPr>
              <a:t>s</a:t>
            </a:r>
            <a:r>
              <a:rPr dirty="0" sz="3200" spc="-335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295">
                <a:latin typeface="Century Gothic"/>
                <a:cs typeface="Century Gothic"/>
              </a:rPr>
              <a:t>t</a:t>
            </a:r>
            <a:r>
              <a:rPr dirty="0" sz="3200" spc="-325">
                <a:latin typeface="Century Gothic"/>
                <a:cs typeface="Century Gothic"/>
              </a:rPr>
              <a:t>o</a:t>
            </a:r>
            <a:r>
              <a:rPr dirty="0" sz="3200" spc="-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90">
                <a:latin typeface="Century Gothic"/>
                <a:cs typeface="Century Gothic"/>
              </a:rPr>
              <a:t>i</a:t>
            </a:r>
            <a:r>
              <a:rPr dirty="0" sz="3200" spc="-305">
                <a:latin typeface="Century Gothic"/>
                <a:cs typeface="Century Gothic"/>
              </a:rPr>
              <a:t>n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90">
                <a:latin typeface="Century Gothic"/>
                <a:cs typeface="Century Gothic"/>
              </a:rPr>
              <a:t>i</a:t>
            </a:r>
            <a:r>
              <a:rPr dirty="0" sz="3200" spc="-545">
                <a:latin typeface="Century Gothic"/>
                <a:cs typeface="Century Gothic"/>
              </a:rPr>
              <a:t>c</a:t>
            </a:r>
            <a:r>
              <a:rPr dirty="0" sz="3200" spc="-565">
                <a:latin typeface="Century Gothic"/>
                <a:cs typeface="Century Gothic"/>
              </a:rPr>
              <a:t>a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85">
                <a:latin typeface="Century Gothic"/>
                <a:cs typeface="Century Gothic"/>
              </a:rPr>
              <a:t>j</a:t>
            </a:r>
            <a:r>
              <a:rPr dirty="0" sz="3200" spc="-484">
                <a:latin typeface="Century Gothic"/>
                <a:cs typeface="Century Gothic"/>
              </a:rPr>
              <a:t>ec</a:t>
            </a:r>
            <a:r>
              <a:rPr dirty="0" sz="3200" spc="-440">
                <a:latin typeface="Century Gothic"/>
                <a:cs typeface="Century Gothic"/>
              </a:rPr>
              <a:t>u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70">
                <a:latin typeface="Century Gothic"/>
                <a:cs typeface="Century Gothic"/>
              </a:rPr>
              <a:t>A</a:t>
            </a:r>
            <a:r>
              <a:rPr dirty="0" sz="3200">
                <a:latin typeface="Century Gothic"/>
                <a:cs typeface="Century Gothic"/>
              </a:rPr>
              <a:t>N</a:t>
            </a:r>
            <a:r>
              <a:rPr dirty="0" sz="3200" spc="-470">
                <a:latin typeface="Century Gothic"/>
                <a:cs typeface="Century Gothic"/>
              </a:rPr>
              <a:t>A</a:t>
            </a:r>
            <a:r>
              <a:rPr dirty="0" sz="3200" spc="-400">
                <a:latin typeface="Century Gothic"/>
                <a:cs typeface="Century Gothic"/>
              </a:rPr>
              <a:t>L</a:t>
            </a:r>
            <a:r>
              <a:rPr dirty="0" sz="3200" spc="-155">
                <a:latin typeface="Century Gothic"/>
                <a:cs typeface="Century Gothic"/>
              </a:rPr>
              <a:t>Y</a:t>
            </a:r>
            <a:r>
              <a:rPr dirty="0" sz="3200" spc="250">
                <a:latin typeface="Century Gothic"/>
                <a:cs typeface="Century Gothic"/>
              </a:rPr>
              <a:t>Z</a:t>
            </a:r>
            <a:r>
              <a:rPr dirty="0" sz="3200" spc="-90">
                <a:latin typeface="Century Gothic"/>
                <a:cs typeface="Century Gothic"/>
              </a:rPr>
              <a:t>E</a:t>
            </a:r>
            <a:r>
              <a:rPr dirty="0" sz="3200" spc="-45">
                <a:latin typeface="Century Gothic"/>
                <a:cs typeface="Century Gothic"/>
              </a:rPr>
              <a:t> 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550">
                <a:latin typeface="Century Gothic"/>
                <a:cs typeface="Century Gothic"/>
              </a:rPr>
              <a:t>V</a:t>
            </a:r>
            <a:r>
              <a:rPr dirty="0" sz="3200" spc="-530">
                <a:latin typeface="Century Gothic"/>
                <a:cs typeface="Century Gothic"/>
              </a:rPr>
              <a:t>A</a:t>
            </a:r>
            <a:r>
              <a:rPr dirty="0" sz="3200" spc="-330">
                <a:latin typeface="Century Gothic"/>
                <a:cs typeface="Century Gothic"/>
              </a:rPr>
              <a:t>C</a:t>
            </a:r>
            <a:r>
              <a:rPr dirty="0" sz="3200" spc="95">
                <a:latin typeface="Century Gothic"/>
                <a:cs typeface="Century Gothic"/>
              </a:rPr>
              <a:t>U</a:t>
            </a:r>
            <a:r>
              <a:rPr dirty="0" sz="3200" spc="100">
                <a:latin typeface="Century Gothic"/>
                <a:cs typeface="Century Gothic"/>
              </a:rPr>
              <a:t>U</a:t>
            </a:r>
            <a:r>
              <a:rPr dirty="0" sz="3200" spc="-285">
                <a:latin typeface="Century Gothic"/>
                <a:cs typeface="Century Gothic"/>
              </a:rPr>
              <a:t>M</a:t>
            </a:r>
            <a:r>
              <a:rPr dirty="0" sz="3200" spc="35">
                <a:latin typeface="Century Gothic"/>
                <a:cs typeface="Century Gothic"/>
              </a:rPr>
              <a:t>.</a:t>
            </a:r>
            <a:endParaRPr sz="3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59205">
              <a:lnSpc>
                <a:spcPct val="100000"/>
              </a:lnSpc>
            </a:pPr>
            <a:r>
              <a:rPr dirty="0" spc="-445"/>
              <a:t>W</a:t>
            </a:r>
            <a:r>
              <a:rPr dirty="0" spc="100"/>
              <a:t>r</a:t>
            </a:r>
            <a:r>
              <a:rPr dirty="0" spc="70"/>
              <a:t>i</a:t>
            </a:r>
            <a:r>
              <a:rPr dirty="0" spc="-380"/>
              <a:t>t</a:t>
            </a:r>
            <a:r>
              <a:rPr dirty="0" spc="-630"/>
              <a:t>e</a:t>
            </a:r>
            <a:r>
              <a:rPr dirty="0" spc="-25"/>
              <a:t>-</a:t>
            </a:r>
            <a:r>
              <a:rPr dirty="0" spc="-640"/>
              <a:t>A</a:t>
            </a:r>
            <a:r>
              <a:rPr dirty="0" spc="-405"/>
              <a:t>h</a:t>
            </a:r>
            <a:r>
              <a:rPr dirty="0" spc="-685"/>
              <a:t>e</a:t>
            </a:r>
            <a:r>
              <a:rPr dirty="0" spc="-635"/>
              <a:t>a</a:t>
            </a:r>
            <a:r>
              <a:rPr dirty="0" spc="-395"/>
              <a:t>d</a:t>
            </a:r>
            <a:r>
              <a:rPr dirty="0" spc="-185"/>
              <a:t>-</a:t>
            </a:r>
            <a:r>
              <a:rPr dirty="0" spc="-295"/>
              <a:t>L</a:t>
            </a:r>
            <a:r>
              <a:rPr dirty="0" spc="-525"/>
              <a:t>o</a:t>
            </a:r>
            <a:r>
              <a:rPr dirty="0" spc="-535"/>
              <a:t>g</a:t>
            </a:r>
            <a:r>
              <a:rPr dirty="0" spc="-595"/>
              <a:t>g</a:t>
            </a:r>
            <a:r>
              <a:rPr dirty="0" spc="120"/>
              <a:t>i</a:t>
            </a:r>
            <a:r>
              <a:rPr dirty="0" spc="-405"/>
              <a:t>n</a:t>
            </a:r>
            <a:r>
              <a:rPr dirty="0" spc="-595"/>
              <a:t>g</a:t>
            </a:r>
            <a:r>
              <a:rPr dirty="0" spc="50"/>
              <a:t> </a:t>
            </a:r>
            <a:r>
              <a:rPr dirty="0" spc="-440"/>
              <a:t>(</a:t>
            </a:r>
            <a:r>
              <a:rPr dirty="0" spc="-365"/>
              <a:t>W</a:t>
            </a:r>
            <a:r>
              <a:rPr dirty="0" spc="-650"/>
              <a:t>A</a:t>
            </a:r>
            <a:r>
              <a:rPr dirty="0" spc="-220"/>
              <a:t>L</a:t>
            </a:r>
            <a:r>
              <a:rPr dirty="0" spc="-440"/>
              <a:t>)</a:t>
            </a:r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dirty="0" baseline="32921" sz="2025" spc="-330">
                <a:solidFill>
                  <a:srgbClr val="000000"/>
                </a:solidFill>
                <a:latin typeface="MS Gothic"/>
                <a:cs typeface="MS Gothic"/>
              </a:rPr>
              <a:t>●</a:t>
            </a:r>
            <a:r>
              <a:rPr dirty="0" sz="3000" spc="-22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-28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53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52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37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18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-170">
                <a:solidFill>
                  <a:srgbClr val="000000"/>
                </a:solidFill>
                <a:latin typeface="Century Gothic"/>
                <a:cs typeface="Century Gothic"/>
              </a:rPr>
              <a:t>f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515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dirty="0" sz="3000" spc="-355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59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85">
                <a:solidFill>
                  <a:srgbClr val="000000"/>
                </a:solidFill>
                <a:latin typeface="Century Gothic"/>
                <a:cs typeface="Century Gothic"/>
              </a:rPr>
              <a:t>ón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8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dirty="0" sz="3000" spc="-254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dirty="0" sz="3000" spc="-170">
                <a:solidFill>
                  <a:srgbClr val="000000"/>
                </a:solidFill>
                <a:latin typeface="Century Gothic"/>
                <a:cs typeface="Century Gothic"/>
              </a:rPr>
              <a:t>ff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baseline="30864" sz="2025" spc="-330">
                <a:solidFill>
                  <a:srgbClr val="000000"/>
                </a:solidFill>
                <a:latin typeface="MS Gothic"/>
                <a:cs typeface="MS Gothic"/>
              </a:rPr>
              <a:t>●</a:t>
            </a:r>
            <a:r>
              <a:rPr dirty="0" sz="3000" spc="-260">
                <a:solidFill>
                  <a:srgbClr val="000000"/>
                </a:solidFill>
                <a:latin typeface="Century Gothic"/>
                <a:cs typeface="Century Gothic"/>
              </a:rPr>
              <a:t>W</a:t>
            </a:r>
            <a:r>
              <a:rPr dirty="0" sz="3000" spc="-44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15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310">
                <a:solidFill>
                  <a:srgbClr val="000000"/>
                </a:solidFill>
                <a:latin typeface="Century Gothic"/>
                <a:cs typeface="Century Gothic"/>
              </a:rPr>
              <a:t>W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8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90">
                <a:solidFill>
                  <a:srgbClr val="000000"/>
                </a:solidFill>
                <a:latin typeface="Century Gothic"/>
                <a:cs typeface="Century Gothic"/>
              </a:rPr>
              <a:t>: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37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18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dirty="0" sz="3000" spc="-4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4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4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dirty="0" sz="3000" spc="1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4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39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37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4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dirty="0" sz="3000" spc="-390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-10">
                <a:solidFill>
                  <a:srgbClr val="000000"/>
                </a:solidFill>
                <a:latin typeface="Century Gothic"/>
                <a:cs typeface="Century Gothic"/>
              </a:rPr>
              <a:t>_</a:t>
            </a:r>
            <a:r>
              <a:rPr dirty="0" sz="3000" spc="-254">
                <a:solidFill>
                  <a:srgbClr val="000000"/>
                </a:solidFill>
                <a:latin typeface="Century Gothic"/>
                <a:cs typeface="Century Gothic"/>
              </a:rPr>
              <a:t>x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405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310">
                <a:solidFill>
                  <a:srgbClr val="000000"/>
                </a:solidFill>
                <a:latin typeface="Century Gothic"/>
                <a:cs typeface="Century Gothic"/>
              </a:rPr>
              <a:t>(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dirty="0" sz="3000" spc="-405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-280">
                <a:solidFill>
                  <a:srgbClr val="000000"/>
                </a:solidFill>
                <a:latin typeface="Century Gothic"/>
                <a:cs typeface="Century Gothic"/>
              </a:rPr>
              <a:t>_w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-310">
                <a:solidFill>
                  <a:srgbClr val="000000"/>
                </a:solidFill>
                <a:latin typeface="Century Gothic"/>
                <a:cs typeface="Century Gothic"/>
              </a:rPr>
              <a:t>)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300990">
              <a:lnSpc>
                <a:spcPct val="100000"/>
              </a:lnSpc>
              <a:spcBef>
                <a:spcPts val="850"/>
              </a:spcBef>
            </a:pPr>
            <a:r>
              <a:rPr dirty="0" baseline="13580" sz="3375" spc="-719">
                <a:solidFill>
                  <a:srgbClr val="000000"/>
                </a:solidFill>
                <a:latin typeface="MS Gothic"/>
                <a:cs typeface="MS Gothic"/>
              </a:rPr>
              <a:t>➢</a:t>
            </a:r>
            <a:r>
              <a:rPr dirty="0" sz="3000" spc="-32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335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dirty="0" sz="3000" spc="-37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-44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4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42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7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25">
                <a:solidFill>
                  <a:srgbClr val="000000"/>
                </a:solidFill>
                <a:latin typeface="Century Gothic"/>
                <a:cs typeface="Century Gothic"/>
              </a:rPr>
              <a:t>z</a:t>
            </a:r>
            <a:r>
              <a:rPr dirty="0" sz="3000" spc="-35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254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45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dirty="0" sz="3000" spc="-315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dirty="0" sz="3000" spc="-6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8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300990" marR="252095">
              <a:lnSpc>
                <a:spcPct val="100000"/>
              </a:lnSpc>
              <a:spcBef>
                <a:spcPts val="850"/>
              </a:spcBef>
            </a:pPr>
            <a:r>
              <a:rPr dirty="0" baseline="13580" sz="3375" spc="-719">
                <a:solidFill>
                  <a:srgbClr val="000000"/>
                </a:solidFill>
                <a:latin typeface="MS Gothic"/>
                <a:cs typeface="MS Gothic"/>
              </a:rPr>
              <a:t>➢</a:t>
            </a:r>
            <a:r>
              <a:rPr dirty="0" sz="3000" spc="-44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8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7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405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4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254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28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000" spc="-42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515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dirty="0" sz="3000" spc="-37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260">
                <a:solidFill>
                  <a:srgbClr val="000000"/>
                </a:solidFill>
                <a:latin typeface="Century Gothic"/>
                <a:cs typeface="Century Gothic"/>
              </a:rPr>
              <a:t>ñ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405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-254">
                <a:solidFill>
                  <a:srgbClr val="000000"/>
                </a:solidFill>
                <a:latin typeface="Century Gothic"/>
                <a:cs typeface="Century Gothic"/>
              </a:rPr>
              <a:t>ú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8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-27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59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28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-170">
                <a:solidFill>
                  <a:srgbClr val="000000"/>
                </a:solidFill>
                <a:latin typeface="Century Gothic"/>
                <a:cs typeface="Century Gothic"/>
              </a:rPr>
              <a:t>f</a:t>
            </a:r>
            <a:r>
              <a:rPr dirty="0" sz="3000" spc="-8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29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-155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dirty="0" sz="3000" spc="-7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235">
                <a:solidFill>
                  <a:srgbClr val="000000"/>
                </a:solidFill>
                <a:latin typeface="Century Gothic"/>
                <a:cs typeface="Century Gothic"/>
              </a:rPr>
              <a:t>ci</a:t>
            </a:r>
            <a:r>
              <a:rPr dirty="0" sz="3000" spc="-355">
                <a:solidFill>
                  <a:srgbClr val="000000"/>
                </a:solidFill>
                <a:latin typeface="Century Gothic"/>
                <a:cs typeface="Century Gothic"/>
              </a:rPr>
              <a:t>ó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-12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00">
                <a:solidFill>
                  <a:srgbClr val="000000"/>
                </a:solidFill>
                <a:latin typeface="Century Gothic"/>
                <a:cs typeface="Century Gothic"/>
              </a:rPr>
              <a:t>(m</a:t>
            </a:r>
            <a:r>
              <a:rPr dirty="0" sz="3000" spc="-395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265">
                <a:solidFill>
                  <a:srgbClr val="000000"/>
                </a:solidFill>
                <a:latin typeface="Century Gothic"/>
                <a:cs typeface="Century Gothic"/>
              </a:rPr>
              <a:t>x</a:t>
            </a:r>
            <a:r>
              <a:rPr dirty="0" sz="3000" spc="-280">
                <a:solidFill>
                  <a:srgbClr val="000000"/>
                </a:solidFill>
                <a:latin typeface="Century Gothic"/>
                <a:cs typeface="Century Gothic"/>
              </a:rPr>
              <a:t>_w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15">
                <a:solidFill>
                  <a:srgbClr val="000000"/>
                </a:solidFill>
                <a:latin typeface="Century Gothic"/>
                <a:cs typeface="Century Gothic"/>
              </a:rPr>
              <a:t>l_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140">
                <a:solidFill>
                  <a:srgbClr val="000000"/>
                </a:solidFill>
                <a:latin typeface="Century Gothic"/>
                <a:cs typeface="Century Gothic"/>
              </a:rPr>
              <a:t>iz</a:t>
            </a:r>
            <a:r>
              <a:rPr dirty="0" sz="3000" spc="-2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145">
                <a:solidFill>
                  <a:srgbClr val="000000"/>
                </a:solidFill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  <a:p>
            <a:pPr marL="300990">
              <a:lnSpc>
                <a:spcPct val="100000"/>
              </a:lnSpc>
              <a:spcBef>
                <a:spcPts val="850"/>
              </a:spcBef>
            </a:pPr>
            <a:r>
              <a:rPr dirty="0" baseline="13580" sz="3375" spc="-719">
                <a:solidFill>
                  <a:srgbClr val="000000"/>
                </a:solidFill>
                <a:latin typeface="MS Gothic"/>
                <a:cs typeface="MS Gothic"/>
              </a:rPr>
              <a:t>➢</a:t>
            </a:r>
            <a:r>
              <a:rPr dirty="0" sz="300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4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-120">
                <a:solidFill>
                  <a:srgbClr val="000000"/>
                </a:solidFill>
                <a:latin typeface="Century Gothic"/>
                <a:cs typeface="Century Gothic"/>
              </a:rPr>
              <a:t>iz</a:t>
            </a:r>
            <a:r>
              <a:rPr dirty="0" sz="3000" spc="-25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05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335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dirty="0" sz="3000" spc="-37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dirty="0" sz="3000" spc="-4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390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-57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dirty="0" sz="3000" spc="-38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dirty="0" sz="3000" spc="-4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4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55">
                <a:solidFill>
                  <a:srgbClr val="000000"/>
                </a:solidFill>
                <a:latin typeface="Century Gothic"/>
                <a:cs typeface="Century Gothic"/>
              </a:rPr>
              <a:t>1</a:t>
            </a:r>
            <a:r>
              <a:rPr dirty="0" sz="3000" spc="-90">
                <a:solidFill>
                  <a:srgbClr val="000000"/>
                </a:solidFill>
                <a:latin typeface="Century Gothic"/>
                <a:cs typeface="Century Gothic"/>
              </a:rPr>
              <a:t>6</a:t>
            </a:r>
            <a:r>
              <a:rPr dirty="0" sz="3000" spc="-14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59205">
              <a:lnSpc>
                <a:spcPct val="100000"/>
              </a:lnSpc>
            </a:pPr>
            <a:r>
              <a:rPr dirty="0" spc="-445"/>
              <a:t>W</a:t>
            </a:r>
            <a:r>
              <a:rPr dirty="0" spc="100"/>
              <a:t>r</a:t>
            </a:r>
            <a:r>
              <a:rPr dirty="0" spc="70"/>
              <a:t>i</a:t>
            </a:r>
            <a:r>
              <a:rPr dirty="0" spc="-380"/>
              <a:t>t</a:t>
            </a:r>
            <a:r>
              <a:rPr dirty="0" spc="-630"/>
              <a:t>e</a:t>
            </a:r>
            <a:r>
              <a:rPr dirty="0" spc="-25"/>
              <a:t>-</a:t>
            </a:r>
            <a:r>
              <a:rPr dirty="0" spc="-640"/>
              <a:t>A</a:t>
            </a:r>
            <a:r>
              <a:rPr dirty="0" spc="-405"/>
              <a:t>h</a:t>
            </a:r>
            <a:r>
              <a:rPr dirty="0" spc="-685"/>
              <a:t>e</a:t>
            </a:r>
            <a:r>
              <a:rPr dirty="0" spc="-635"/>
              <a:t>a</a:t>
            </a:r>
            <a:r>
              <a:rPr dirty="0" spc="-395"/>
              <a:t>d</a:t>
            </a:r>
            <a:r>
              <a:rPr dirty="0" spc="-185"/>
              <a:t>-</a:t>
            </a:r>
            <a:r>
              <a:rPr dirty="0" spc="-295"/>
              <a:t>L</a:t>
            </a:r>
            <a:r>
              <a:rPr dirty="0" spc="-525"/>
              <a:t>o</a:t>
            </a:r>
            <a:r>
              <a:rPr dirty="0" spc="-535"/>
              <a:t>g</a:t>
            </a:r>
            <a:r>
              <a:rPr dirty="0" spc="-595"/>
              <a:t>g</a:t>
            </a:r>
            <a:r>
              <a:rPr dirty="0" spc="120"/>
              <a:t>i</a:t>
            </a:r>
            <a:r>
              <a:rPr dirty="0" spc="-405"/>
              <a:t>n</a:t>
            </a:r>
            <a:r>
              <a:rPr dirty="0" spc="-595"/>
              <a:t>g</a:t>
            </a:r>
            <a:r>
              <a:rPr dirty="0" spc="50"/>
              <a:t> </a:t>
            </a:r>
            <a:r>
              <a:rPr dirty="0" spc="-440"/>
              <a:t>(</a:t>
            </a:r>
            <a:r>
              <a:rPr dirty="0" spc="-365"/>
              <a:t>W</a:t>
            </a:r>
            <a:r>
              <a:rPr dirty="0" spc="-650"/>
              <a:t>A</a:t>
            </a:r>
            <a:r>
              <a:rPr dirty="0" spc="-220"/>
              <a:t>L</a:t>
            </a:r>
            <a:r>
              <a:rPr dirty="0" spc="-440"/>
              <a:t>)</a:t>
            </a:r>
          </a:p>
          <a:p>
            <a:pPr marL="228600" marR="5080" indent="-215900">
              <a:lnSpc>
                <a:spcPct val="100000"/>
              </a:lnSpc>
              <a:spcBef>
                <a:spcPts val="3279"/>
              </a:spcBef>
            </a:pPr>
            <a:r>
              <a:rPr dirty="0" baseline="32921" sz="2025" spc="-330">
                <a:solidFill>
                  <a:srgbClr val="000000"/>
                </a:solidFill>
                <a:latin typeface="MS Gothic"/>
                <a:cs typeface="MS Gothic"/>
              </a:rPr>
              <a:t>●</a:t>
            </a:r>
            <a:r>
              <a:rPr dirty="0" sz="3000" spc="-260">
                <a:solidFill>
                  <a:srgbClr val="000000"/>
                </a:solidFill>
                <a:latin typeface="Century Gothic"/>
                <a:cs typeface="Century Gothic"/>
              </a:rPr>
              <a:t>W</a:t>
            </a:r>
            <a:r>
              <a:rPr dirty="0" sz="3000" spc="-44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15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4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59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260">
                <a:solidFill>
                  <a:srgbClr val="000000"/>
                </a:solidFill>
                <a:latin typeface="Century Gothic"/>
                <a:cs typeface="Century Gothic"/>
              </a:rPr>
              <a:t>h</a:t>
            </a:r>
            <a:r>
              <a:rPr dirty="0" sz="3000" spc="-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15">
                <a:solidFill>
                  <a:srgbClr val="000000"/>
                </a:solidFill>
                <a:latin typeface="Century Gothic"/>
                <a:cs typeface="Century Gothic"/>
              </a:rPr>
              <a:t>v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90">
                <a:solidFill>
                  <a:srgbClr val="000000"/>
                </a:solidFill>
                <a:latin typeface="Century Gothic"/>
                <a:cs typeface="Century Gothic"/>
              </a:rPr>
              <a:t>: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4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6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-59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05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4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dirty="0" sz="3000" spc="-4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9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580">
                <a:solidFill>
                  <a:srgbClr val="000000"/>
                </a:solidFill>
              </a:rPr>
              <a:t>c</a:t>
            </a:r>
            <a:r>
              <a:rPr dirty="0" sz="3000" spc="-285">
                <a:solidFill>
                  <a:srgbClr val="000000"/>
                </a:solidFill>
              </a:rPr>
              <a:t>o</a:t>
            </a:r>
            <a:r>
              <a:rPr dirty="0" sz="3000" spc="-409">
                <a:solidFill>
                  <a:srgbClr val="000000"/>
                </a:solidFill>
              </a:rPr>
              <a:t>p</a:t>
            </a:r>
            <a:r>
              <a:rPr dirty="0" sz="3000" spc="-85">
                <a:solidFill>
                  <a:srgbClr val="000000"/>
                </a:solidFill>
              </a:rPr>
              <a:t>i</a:t>
            </a:r>
            <a:r>
              <a:rPr dirty="0" sz="3000" spc="-254">
                <a:solidFill>
                  <a:srgbClr val="000000"/>
                </a:solidFill>
              </a:rPr>
              <a:t>a</a:t>
            </a:r>
            <a:r>
              <a:rPr dirty="0" sz="3000" spc="35">
                <a:solidFill>
                  <a:srgbClr val="000000"/>
                </a:solidFill>
              </a:rPr>
              <a:t>r</a:t>
            </a:r>
            <a:r>
              <a:rPr dirty="0" sz="3000" spc="55">
                <a:solidFill>
                  <a:srgbClr val="000000"/>
                </a:solidFill>
              </a:rPr>
              <a:t> </a:t>
            </a:r>
            <a:r>
              <a:rPr dirty="0" sz="3000" spc="85">
                <a:solidFill>
                  <a:srgbClr val="000000"/>
                </a:solidFill>
              </a:rPr>
              <a:t>l</a:t>
            </a:r>
            <a:r>
              <a:rPr dirty="0" sz="3000" spc="-285">
                <a:solidFill>
                  <a:srgbClr val="000000"/>
                </a:solidFill>
              </a:rPr>
              <a:t>o</a:t>
            </a:r>
            <a:r>
              <a:rPr dirty="0" sz="3000" spc="-25">
                <a:solidFill>
                  <a:srgbClr val="000000"/>
                </a:solidFill>
              </a:rPr>
              <a:t>s</a:t>
            </a:r>
            <a:r>
              <a:rPr dirty="0" sz="3000" spc="45">
                <a:solidFill>
                  <a:srgbClr val="000000"/>
                </a:solidFill>
              </a:rPr>
              <a:t> </a:t>
            </a:r>
            <a:r>
              <a:rPr dirty="0" sz="3000" spc="-170">
                <a:solidFill>
                  <a:srgbClr val="000000"/>
                </a:solidFill>
              </a:rPr>
              <a:t>f</a:t>
            </a:r>
            <a:r>
              <a:rPr dirty="0" sz="3000" spc="-125">
                <a:solidFill>
                  <a:srgbClr val="000000"/>
                </a:solidFill>
              </a:rPr>
              <a:t>i</a:t>
            </a:r>
            <a:r>
              <a:rPr dirty="0" sz="3000" spc="-385">
                <a:solidFill>
                  <a:srgbClr val="000000"/>
                </a:solidFill>
              </a:rPr>
              <a:t>c</a:t>
            </a:r>
            <a:r>
              <a:rPr dirty="0" sz="3000" spc="-254">
                <a:solidFill>
                  <a:srgbClr val="000000"/>
                </a:solidFill>
              </a:rPr>
              <a:t>h</a:t>
            </a:r>
            <a:r>
              <a:rPr dirty="0" sz="3000" spc="-459">
                <a:solidFill>
                  <a:srgbClr val="000000"/>
                </a:solidFill>
              </a:rPr>
              <a:t>e</a:t>
            </a:r>
            <a:r>
              <a:rPr dirty="0" sz="3000" spc="45">
                <a:solidFill>
                  <a:srgbClr val="000000"/>
                </a:solidFill>
              </a:rPr>
              <a:t>r</a:t>
            </a:r>
            <a:r>
              <a:rPr dirty="0" sz="3000" spc="-285">
                <a:solidFill>
                  <a:srgbClr val="000000"/>
                </a:solidFill>
              </a:rPr>
              <a:t>o</a:t>
            </a:r>
            <a:r>
              <a:rPr dirty="0" sz="3000" spc="-25">
                <a:solidFill>
                  <a:srgbClr val="000000"/>
                </a:solidFill>
              </a:rPr>
              <a:t>s</a:t>
            </a:r>
            <a:r>
              <a:rPr dirty="0" sz="3000" spc="45">
                <a:solidFill>
                  <a:srgbClr val="000000"/>
                </a:solidFill>
              </a:rPr>
              <a:t> </a:t>
            </a:r>
            <a:r>
              <a:rPr dirty="0" sz="3000" spc="-229">
                <a:solidFill>
                  <a:srgbClr val="000000"/>
                </a:solidFill>
              </a:rPr>
              <a:t>W</a:t>
            </a:r>
            <a:r>
              <a:rPr dirty="0" sz="3000" spc="-420">
                <a:solidFill>
                  <a:srgbClr val="000000"/>
                </a:solidFill>
              </a:rPr>
              <a:t>A</a:t>
            </a:r>
            <a:r>
              <a:rPr dirty="0" sz="3000" spc="-155">
                <a:solidFill>
                  <a:srgbClr val="000000"/>
                </a:solidFill>
              </a:rPr>
              <a:t>L</a:t>
            </a:r>
            <a:r>
              <a:rPr dirty="0" sz="3000" spc="-95">
                <a:solidFill>
                  <a:srgbClr val="000000"/>
                </a:solidFill>
              </a:rPr>
              <a:t> </a:t>
            </a:r>
            <a:r>
              <a:rPr dirty="0" sz="3000" spc="-415">
                <a:solidFill>
                  <a:srgbClr val="000000"/>
                </a:solidFill>
              </a:rPr>
              <a:t>a</a:t>
            </a:r>
            <a:r>
              <a:rPr dirty="0" sz="3000" spc="85">
                <a:solidFill>
                  <a:srgbClr val="000000"/>
                </a:solidFill>
              </a:rPr>
              <a:t>l</a:t>
            </a:r>
            <a:r>
              <a:rPr dirty="0" sz="3000" spc="-450">
                <a:solidFill>
                  <a:srgbClr val="000000"/>
                </a:solidFill>
              </a:rPr>
              <a:t>m</a:t>
            </a:r>
            <a:r>
              <a:rPr dirty="0" sz="3000" spc="-415">
                <a:solidFill>
                  <a:srgbClr val="000000"/>
                </a:solidFill>
              </a:rPr>
              <a:t>a</a:t>
            </a:r>
            <a:r>
              <a:rPr dirty="0" sz="3000" spc="-580">
                <a:solidFill>
                  <a:srgbClr val="000000"/>
                </a:solidFill>
              </a:rPr>
              <a:t>c</a:t>
            </a:r>
            <a:r>
              <a:rPr dirty="0" sz="3000" spc="-459">
                <a:solidFill>
                  <a:srgbClr val="000000"/>
                </a:solidFill>
              </a:rPr>
              <a:t>e</a:t>
            </a:r>
            <a:r>
              <a:rPr dirty="0" sz="3000" spc="-260">
                <a:solidFill>
                  <a:srgbClr val="000000"/>
                </a:solidFill>
              </a:rPr>
              <a:t>n</a:t>
            </a:r>
            <a:r>
              <a:rPr dirty="0" sz="3000" spc="-415">
                <a:solidFill>
                  <a:srgbClr val="000000"/>
                </a:solidFill>
              </a:rPr>
              <a:t>a</a:t>
            </a:r>
            <a:r>
              <a:rPr dirty="0" sz="3000" spc="-440">
                <a:solidFill>
                  <a:srgbClr val="000000"/>
                </a:solidFill>
              </a:rPr>
              <a:t>d</a:t>
            </a:r>
            <a:r>
              <a:rPr dirty="0" sz="3000" spc="-285">
                <a:solidFill>
                  <a:srgbClr val="000000"/>
                </a:solidFill>
              </a:rPr>
              <a:t>o</a:t>
            </a:r>
            <a:r>
              <a:rPr dirty="0" sz="3000" spc="-25">
                <a:solidFill>
                  <a:srgbClr val="000000"/>
                </a:solidFill>
              </a:rPr>
              <a:t>s</a:t>
            </a:r>
            <a:r>
              <a:rPr dirty="0" sz="3000" spc="45">
                <a:solidFill>
                  <a:srgbClr val="000000"/>
                </a:solidFill>
              </a:rPr>
              <a:t> </a:t>
            </a:r>
            <a:r>
              <a:rPr dirty="0" sz="3000" spc="-459">
                <a:solidFill>
                  <a:srgbClr val="000000"/>
                </a:solidFill>
              </a:rPr>
              <a:t>e</a:t>
            </a:r>
            <a:r>
              <a:rPr dirty="0" sz="3000" spc="-275">
                <a:solidFill>
                  <a:srgbClr val="000000"/>
                </a:solidFill>
              </a:rPr>
              <a:t>n</a:t>
            </a:r>
            <a:r>
              <a:rPr dirty="0" sz="3000" spc="60">
                <a:solidFill>
                  <a:srgbClr val="000000"/>
                </a:solidFill>
              </a:rPr>
              <a:t> </a:t>
            </a:r>
            <a:r>
              <a:rPr dirty="0" sz="3000" spc="-415">
                <a:solidFill>
                  <a:srgbClr val="000000"/>
                </a:solidFill>
              </a:rPr>
              <a:t>p</a:t>
            </a:r>
            <a:r>
              <a:rPr dirty="0" sz="3000" spc="-385">
                <a:solidFill>
                  <a:srgbClr val="000000"/>
                </a:solidFill>
              </a:rPr>
              <a:t>g</a:t>
            </a:r>
            <a:r>
              <a:rPr dirty="0" sz="3000" spc="5">
                <a:solidFill>
                  <a:srgbClr val="000000"/>
                </a:solidFill>
              </a:rPr>
              <a:t>_</a:t>
            </a:r>
            <a:r>
              <a:rPr dirty="0" sz="3000" spc="-250">
                <a:solidFill>
                  <a:srgbClr val="000000"/>
                </a:solidFill>
              </a:rPr>
              <a:t>x</a:t>
            </a:r>
            <a:r>
              <a:rPr dirty="0" sz="3000" spc="85">
                <a:solidFill>
                  <a:srgbClr val="000000"/>
                </a:solidFill>
              </a:rPr>
              <a:t>l</a:t>
            </a:r>
            <a:r>
              <a:rPr dirty="0" sz="3000" spc="-285">
                <a:solidFill>
                  <a:srgbClr val="000000"/>
                </a:solidFill>
              </a:rPr>
              <a:t>o</a:t>
            </a:r>
            <a:r>
              <a:rPr dirty="0" sz="3000" spc="-310">
                <a:solidFill>
                  <a:srgbClr val="000000"/>
                </a:solidFill>
              </a:rPr>
              <a:t>g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,</a:t>
            </a:r>
            <a:r>
              <a:rPr dirty="0" sz="3000" spc="2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28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335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dirty="0" sz="3000" spc="-37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509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535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235">
                <a:solidFill>
                  <a:srgbClr val="000000"/>
                </a:solidFill>
                <a:latin typeface="Century Gothic"/>
                <a:cs typeface="Century Gothic"/>
              </a:rPr>
              <a:t>ci</a:t>
            </a:r>
            <a:r>
              <a:rPr dirty="0" sz="3000" spc="-355">
                <a:solidFill>
                  <a:srgbClr val="000000"/>
                </a:solidFill>
                <a:latin typeface="Century Gothic"/>
                <a:cs typeface="Century Gothic"/>
              </a:rPr>
              <a:t>ó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4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8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-9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-29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6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4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0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8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4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dirty="0" sz="3000" spc="4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7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ct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dirty="0" sz="3000" spc="-405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-135">
                <a:solidFill>
                  <a:srgbClr val="000000"/>
                </a:solidFill>
                <a:latin typeface="Century Gothic"/>
                <a:cs typeface="Century Gothic"/>
              </a:rPr>
              <a:t>_</a:t>
            </a:r>
            <a:r>
              <a:rPr dirty="0" sz="3000" spc="-125">
                <a:solidFill>
                  <a:srgbClr val="000000"/>
                </a:solidFill>
                <a:latin typeface="Century Gothic"/>
                <a:cs typeface="Century Gothic"/>
              </a:rPr>
              <a:t>x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459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marR="216535" indent="-71120">
              <a:lnSpc>
                <a:spcPct val="100000"/>
              </a:lnSpc>
              <a:spcBef>
                <a:spcPts val="1130"/>
              </a:spcBef>
            </a:pPr>
            <a:r>
              <a:rPr dirty="0" sz="3000" spc="-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4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28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59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28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dirty="0" sz="3000" spc="-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7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4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4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4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2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li</a:t>
            </a:r>
            <a:r>
              <a:rPr dirty="0" sz="3000" spc="-225">
                <a:solidFill>
                  <a:srgbClr val="000000"/>
                </a:solidFill>
                <a:latin typeface="Century Gothic"/>
                <a:cs typeface="Century Gothic"/>
              </a:rPr>
              <a:t>z</a:t>
            </a:r>
            <a:r>
              <a:rPr dirty="0" sz="3000" spc="-35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á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4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8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535">
                <a:solidFill>
                  <a:srgbClr val="000000"/>
                </a:solidFill>
                <a:latin typeface="Century Gothic"/>
                <a:cs typeface="Century Gothic"/>
              </a:rPr>
              <a:t>ec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2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1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29">
                <a:solidFill>
                  <a:srgbClr val="000000"/>
                </a:solidFill>
                <a:latin typeface="Century Gothic"/>
                <a:cs typeface="Century Gothic"/>
              </a:rPr>
              <a:t>cif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509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535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-12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8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4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30">
                <a:solidFill>
                  <a:srgbClr val="000000"/>
                </a:solidFill>
                <a:latin typeface="Century Gothic"/>
                <a:cs typeface="Century Gothic"/>
              </a:rPr>
              <a:t>pa</a:t>
            </a:r>
            <a:r>
              <a:rPr dirty="0" sz="3000" spc="2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20">
                <a:solidFill>
                  <a:srgbClr val="000000"/>
                </a:solidFill>
                <a:latin typeface="Century Gothic"/>
                <a:cs typeface="Century Gothic"/>
              </a:rPr>
              <a:t>á</a:t>
            </a:r>
            <a:r>
              <a:rPr dirty="0" sz="3000" spc="-57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dirty="0" sz="3000" spc="-38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8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000" spc="2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7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20">
                <a:solidFill>
                  <a:srgbClr val="000000"/>
                </a:solidFill>
              </a:rPr>
              <a:t>a</a:t>
            </a:r>
            <a:r>
              <a:rPr dirty="0" sz="3000" spc="50">
                <a:solidFill>
                  <a:srgbClr val="000000"/>
                </a:solidFill>
              </a:rPr>
              <a:t>r</a:t>
            </a:r>
            <a:r>
              <a:rPr dirty="0" sz="3000" spc="-455">
                <a:solidFill>
                  <a:srgbClr val="000000"/>
                </a:solidFill>
              </a:rPr>
              <a:t>c</a:t>
            </a:r>
            <a:r>
              <a:rPr dirty="0" sz="3000" spc="-405">
                <a:solidFill>
                  <a:srgbClr val="000000"/>
                </a:solidFill>
              </a:rPr>
              <a:t>h</a:t>
            </a:r>
            <a:r>
              <a:rPr dirty="0" sz="3000" spc="85">
                <a:solidFill>
                  <a:srgbClr val="000000"/>
                </a:solidFill>
              </a:rPr>
              <a:t>i</a:t>
            </a:r>
            <a:r>
              <a:rPr dirty="0" sz="3000" spc="-380">
                <a:solidFill>
                  <a:srgbClr val="000000"/>
                </a:solidFill>
              </a:rPr>
              <a:t>v</a:t>
            </a:r>
            <a:r>
              <a:rPr dirty="0" sz="3000" spc="-459">
                <a:solidFill>
                  <a:srgbClr val="000000"/>
                </a:solidFill>
              </a:rPr>
              <a:t>e</a:t>
            </a:r>
            <a:r>
              <a:rPr dirty="0" sz="3000" spc="15">
                <a:solidFill>
                  <a:srgbClr val="000000"/>
                </a:solidFill>
              </a:rPr>
              <a:t>_</a:t>
            </a:r>
            <a:r>
              <a:rPr dirty="0" sz="3000" spc="-580">
                <a:solidFill>
                  <a:srgbClr val="000000"/>
                </a:solidFill>
              </a:rPr>
              <a:t>c</a:t>
            </a:r>
            <a:r>
              <a:rPr dirty="0" sz="3000" spc="-285">
                <a:solidFill>
                  <a:srgbClr val="000000"/>
                </a:solidFill>
              </a:rPr>
              <a:t>o</a:t>
            </a:r>
            <a:r>
              <a:rPr dirty="0" sz="3000" spc="-450">
                <a:solidFill>
                  <a:srgbClr val="000000"/>
                </a:solidFill>
              </a:rPr>
              <a:t>m</a:t>
            </a:r>
            <a:r>
              <a:rPr dirty="0" sz="3000" spc="-434">
                <a:solidFill>
                  <a:srgbClr val="000000"/>
                </a:solidFill>
              </a:rPr>
              <a:t>m</a:t>
            </a:r>
            <a:r>
              <a:rPr dirty="0" sz="3000" spc="-415">
                <a:solidFill>
                  <a:srgbClr val="000000"/>
                </a:solidFill>
              </a:rPr>
              <a:t>a</a:t>
            </a:r>
            <a:r>
              <a:rPr dirty="0" sz="3000" spc="-260">
                <a:solidFill>
                  <a:srgbClr val="000000"/>
                </a:solidFill>
              </a:rPr>
              <a:t>n</a:t>
            </a:r>
            <a:r>
              <a:rPr dirty="0" sz="3000" spc="-455">
                <a:solidFill>
                  <a:srgbClr val="000000"/>
                </a:solidFill>
              </a:rPr>
              <a:t>d</a:t>
            </a:r>
            <a:r>
              <a:rPr dirty="0" sz="3000" spc="95">
                <a:solidFill>
                  <a:srgbClr val="000000"/>
                </a:solidFill>
              </a:rPr>
              <a:t> 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8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425">
                <a:solidFill>
                  <a:srgbClr val="000000"/>
                </a:solidFill>
                <a:latin typeface="Century Gothic"/>
                <a:cs typeface="Century Gothic"/>
              </a:rPr>
              <a:t>h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325">
                <a:solidFill>
                  <a:srgbClr val="000000"/>
                </a:solidFill>
                <a:latin typeface="Century Gothic"/>
                <a:cs typeface="Century Gothic"/>
              </a:rPr>
              <a:t>v</a:t>
            </a:r>
            <a:r>
              <a:rPr dirty="0" sz="3000" spc="-37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4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dirty="0" sz="3000" spc="-47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0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-170">
                <a:solidFill>
                  <a:srgbClr val="000000"/>
                </a:solidFill>
                <a:latin typeface="Century Gothic"/>
                <a:cs typeface="Century Gothic"/>
              </a:rPr>
              <a:t>f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405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-254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34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dirty="0" sz="3000" spc="-59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dirty="0" sz="3000" spc="-285">
                <a:solidFill>
                  <a:srgbClr val="000000"/>
                </a:solidFill>
                <a:latin typeface="Century Gothic"/>
                <a:cs typeface="Century Gothic"/>
              </a:rPr>
              <a:t>ón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000" spc="-415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dirty="0" sz="3000" spc="-29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000" spc="-409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dirty="0" sz="3000" spc="35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dirty="0" sz="3000" spc="-465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dirty="0" sz="3000" spc="-25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dirty="0" sz="3000" spc="-415">
                <a:solidFill>
                  <a:srgbClr val="000000"/>
                </a:solidFill>
                <a:latin typeface="Century Gothic"/>
                <a:cs typeface="Century Gothic"/>
              </a:rPr>
              <a:t>q</a:t>
            </a:r>
            <a:r>
              <a:rPr dirty="0" sz="3000" spc="85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dirty="0" sz="3000" spc="25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dirty="0" sz="3000" spc="-455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dirty="0" sz="3000" spc="-275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dirty="0" sz="3000" spc="-280">
                <a:solidFill>
                  <a:srgbClr val="000000"/>
                </a:solidFill>
                <a:latin typeface="Century Gothic"/>
                <a:cs typeface="Century Gothic"/>
              </a:rPr>
              <a:t>f</a:t>
            </a:r>
            <a:r>
              <a:rPr dirty="0" sz="3000" spc="3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2671034"/>
            <a:ext cx="9105265" cy="4419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650" spc="-160" b="1">
                <a:latin typeface="Tahoma"/>
                <a:cs typeface="Tahoma"/>
              </a:rPr>
              <a:t>St</a:t>
            </a:r>
            <a:r>
              <a:rPr dirty="0" sz="2650" spc="165" b="1">
                <a:latin typeface="Tahoma"/>
                <a:cs typeface="Tahoma"/>
              </a:rPr>
              <a:t>a</a:t>
            </a:r>
            <a:r>
              <a:rPr dirty="0" sz="2650" spc="-175" b="1">
                <a:latin typeface="Tahoma"/>
                <a:cs typeface="Tahoma"/>
              </a:rPr>
              <a:t>t</a:t>
            </a:r>
            <a:r>
              <a:rPr dirty="0" sz="2650" spc="-85" b="1">
                <a:latin typeface="Tahoma"/>
                <a:cs typeface="Tahoma"/>
              </a:rPr>
              <a:t>s</a:t>
            </a:r>
            <a:r>
              <a:rPr dirty="0" sz="2650" spc="40" b="1">
                <a:latin typeface="Tahoma"/>
                <a:cs typeface="Tahoma"/>
              </a:rPr>
              <a:t> </a:t>
            </a:r>
            <a:r>
              <a:rPr dirty="0" sz="2650" spc="-185" b="1">
                <a:latin typeface="Tahoma"/>
                <a:cs typeface="Tahoma"/>
              </a:rPr>
              <a:t>c</a:t>
            </a:r>
            <a:r>
              <a:rPr dirty="0" sz="2650" spc="10" b="1">
                <a:latin typeface="Tahoma"/>
                <a:cs typeface="Tahoma"/>
              </a:rPr>
              <a:t>o</a:t>
            </a:r>
            <a:r>
              <a:rPr dirty="0" sz="2650" spc="25" b="1">
                <a:latin typeface="Tahoma"/>
                <a:cs typeface="Tahoma"/>
              </a:rPr>
              <a:t>ll</a:t>
            </a:r>
            <a:r>
              <a:rPr dirty="0" sz="2650" spc="-70" b="1">
                <a:latin typeface="Tahoma"/>
                <a:cs typeface="Tahoma"/>
              </a:rPr>
              <a:t>e</a:t>
            </a:r>
            <a:r>
              <a:rPr dirty="0" sz="2650" spc="-75" b="1">
                <a:latin typeface="Tahoma"/>
                <a:cs typeface="Tahoma"/>
              </a:rPr>
              <a:t>c</a:t>
            </a:r>
            <a:r>
              <a:rPr dirty="0" sz="2650" spc="-175" b="1">
                <a:latin typeface="Tahoma"/>
                <a:cs typeface="Tahoma"/>
              </a:rPr>
              <a:t>t</a:t>
            </a:r>
            <a:r>
              <a:rPr dirty="0" sz="2650" b="1">
                <a:latin typeface="Tahoma"/>
                <a:cs typeface="Tahoma"/>
              </a:rPr>
              <a:t>o</a:t>
            </a:r>
            <a:r>
              <a:rPr dirty="0" sz="2650" spc="-20" b="1">
                <a:latin typeface="Tahoma"/>
                <a:cs typeface="Tahoma"/>
              </a:rPr>
              <a:t>r:</a:t>
            </a:r>
            <a:endParaRPr sz="2650">
              <a:latin typeface="Tahoma"/>
              <a:cs typeface="Tahoma"/>
            </a:endParaRPr>
          </a:p>
          <a:p>
            <a:pPr marL="651510" indent="-445770">
              <a:lnSpc>
                <a:spcPct val="100000"/>
              </a:lnSpc>
              <a:spcBef>
                <a:spcPts val="20"/>
              </a:spcBef>
              <a:buSzPct val="45283"/>
              <a:buFont typeface="MS Gothic"/>
              <a:buChar char="●"/>
              <a:tabLst>
                <a:tab pos="397510" algn="l"/>
              </a:tabLst>
            </a:pPr>
            <a:r>
              <a:rPr dirty="0" sz="2650" spc="-50">
                <a:latin typeface="Century Gothic"/>
                <a:cs typeface="Century Gothic"/>
              </a:rPr>
              <a:t>E</a:t>
            </a:r>
            <a:r>
              <a:rPr dirty="0" sz="2650" spc="-35">
                <a:latin typeface="Century Gothic"/>
                <a:cs typeface="Century Gothic"/>
              </a:rPr>
              <a:t>s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280">
                <a:latin typeface="Century Gothic"/>
                <a:cs typeface="Century Gothic"/>
              </a:rPr>
              <a:t>o</a:t>
            </a:r>
            <a:r>
              <a:rPr dirty="0" sz="2650" spc="-390">
                <a:latin typeface="Century Gothic"/>
                <a:cs typeface="Century Gothic"/>
              </a:rPr>
              <a:t>p</a:t>
            </a:r>
            <a:r>
              <a:rPr dirty="0" sz="2650" spc="-335">
                <a:latin typeface="Century Gothic"/>
                <a:cs typeface="Century Gothic"/>
              </a:rPr>
              <a:t>c</a:t>
            </a:r>
            <a:r>
              <a:rPr dirty="0" sz="2650" spc="-114">
                <a:latin typeface="Century Gothic"/>
                <a:cs typeface="Century Gothic"/>
              </a:rPr>
              <a:t>i</a:t>
            </a:r>
            <a:r>
              <a:rPr dirty="0" sz="2650" spc="-290">
                <a:latin typeface="Century Gothic"/>
                <a:cs typeface="Century Gothic"/>
              </a:rPr>
              <a:t>on</a:t>
            </a:r>
            <a:r>
              <a:rPr dirty="0" sz="2650" spc="-320">
                <a:latin typeface="Century Gothic"/>
                <a:cs typeface="Century Gothic"/>
              </a:rPr>
              <a:t>a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25">
                <a:latin typeface="Century Gothic"/>
                <a:cs typeface="Century Gothic"/>
              </a:rPr>
              <a:t>,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p</a:t>
            </a:r>
            <a:r>
              <a:rPr dirty="0" sz="2650" spc="-280">
                <a:latin typeface="Century Gothic"/>
                <a:cs typeface="Century Gothic"/>
              </a:rPr>
              <a:t>o</a:t>
            </a:r>
            <a:r>
              <a:rPr dirty="0" sz="2650" spc="35">
                <a:latin typeface="Century Gothic"/>
                <a:cs typeface="Century Gothic"/>
              </a:rPr>
              <a:t>r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180">
                <a:latin typeface="Century Gothic"/>
                <a:cs typeface="Century Gothic"/>
              </a:rPr>
              <a:t>f</a:t>
            </a:r>
            <a:r>
              <a:rPr dirty="0" sz="2650" spc="-375">
                <a:latin typeface="Century Gothic"/>
                <a:cs typeface="Century Gothic"/>
              </a:rPr>
              <a:t>e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250">
                <a:latin typeface="Century Gothic"/>
                <a:cs typeface="Century Gothic"/>
              </a:rPr>
              <a:t>t</a:t>
            </a:r>
            <a:r>
              <a:rPr dirty="0" sz="2650" spc="-265">
                <a:latin typeface="Century Gothic"/>
                <a:cs typeface="Century Gothic"/>
              </a:rPr>
              <a:t>o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0">
                <a:latin typeface="Century Gothic"/>
                <a:cs typeface="Century Gothic"/>
              </a:rPr>
              <a:t>s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225">
                <a:latin typeface="Century Gothic"/>
                <a:cs typeface="Century Gothic"/>
              </a:rPr>
              <a:t>n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220">
                <a:latin typeface="Century Gothic"/>
                <a:cs typeface="Century Gothic"/>
              </a:rPr>
              <a:t>u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245">
                <a:latin typeface="Century Gothic"/>
                <a:cs typeface="Century Gothic"/>
              </a:rPr>
              <a:t>nt</a:t>
            </a:r>
            <a:r>
              <a:rPr dirty="0" sz="2650" spc="-110">
                <a:latin typeface="Century Gothic"/>
                <a:cs typeface="Century Gothic"/>
              </a:rPr>
              <a:t>r</a:t>
            </a:r>
            <a:r>
              <a:rPr dirty="0" sz="2650" spc="-24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250">
                <a:latin typeface="Century Gothic"/>
                <a:cs typeface="Century Gothic"/>
              </a:rPr>
              <a:t>t</a:t>
            </a:r>
            <a:r>
              <a:rPr dirty="0" sz="2650" spc="75">
                <a:latin typeface="Century Gothic"/>
                <a:cs typeface="Century Gothic"/>
              </a:rPr>
              <a:t>i</a:t>
            </a:r>
            <a:r>
              <a:rPr dirty="0" sz="2650" spc="-350">
                <a:latin typeface="Century Gothic"/>
                <a:cs typeface="Century Gothic"/>
              </a:rPr>
              <a:t>v</a:t>
            </a:r>
            <a:r>
              <a:rPr dirty="0" sz="2650" spc="-120">
                <a:latin typeface="Century Gothic"/>
                <a:cs typeface="Century Gothic"/>
              </a:rPr>
              <a:t>o.</a:t>
            </a:r>
            <a:endParaRPr sz="26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7"/>
              </a:spcBef>
              <a:buFont typeface="MS Gothic"/>
              <a:buChar char="●"/>
            </a:pPr>
            <a:endParaRPr sz="2750">
              <a:latin typeface="Times New Roman"/>
              <a:cs typeface="Times New Roman"/>
            </a:endParaRPr>
          </a:p>
          <a:p>
            <a:pPr marL="397510" indent="-191770">
              <a:lnSpc>
                <a:spcPct val="100000"/>
              </a:lnSpc>
              <a:buSzPct val="45283"/>
              <a:buFont typeface="MS Gothic"/>
              <a:buChar char="●"/>
              <a:tabLst>
                <a:tab pos="397510" algn="l"/>
              </a:tabLst>
            </a:pPr>
            <a:r>
              <a:rPr dirty="0" sz="2650" spc="-265">
                <a:latin typeface="Century Gothic"/>
                <a:cs typeface="Century Gothic"/>
              </a:rPr>
              <a:t>R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145">
                <a:latin typeface="Century Gothic"/>
                <a:cs typeface="Century Gothic"/>
              </a:rPr>
              <a:t>o</a:t>
            </a:r>
            <a:r>
              <a:rPr dirty="0" sz="2650" spc="-55">
                <a:latin typeface="Century Gothic"/>
                <a:cs typeface="Century Gothic"/>
              </a:rPr>
              <a:t>l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250">
                <a:latin typeface="Century Gothic"/>
                <a:cs typeface="Century Gothic"/>
              </a:rPr>
              <a:t>t</a:t>
            </a:r>
            <a:r>
              <a:rPr dirty="0" sz="2650" spc="-38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65">
                <a:latin typeface="Century Gothic"/>
                <a:cs typeface="Century Gothic"/>
              </a:rPr>
              <a:t>i</a:t>
            </a:r>
            <a:r>
              <a:rPr dirty="0" sz="2650" spc="-175">
                <a:latin typeface="Century Gothic"/>
                <a:cs typeface="Century Gothic"/>
              </a:rPr>
              <a:t>nfo</a:t>
            </a:r>
            <a:r>
              <a:rPr dirty="0" sz="2650" spc="-110">
                <a:latin typeface="Century Gothic"/>
                <a:cs typeface="Century Gothic"/>
              </a:rPr>
              <a:t>r</a:t>
            </a:r>
            <a:r>
              <a:rPr dirty="0" sz="2650" spc="-455">
                <a:latin typeface="Century Gothic"/>
                <a:cs typeface="Century Gothic"/>
              </a:rPr>
              <a:t>m</a:t>
            </a:r>
            <a:r>
              <a:rPr dirty="0" sz="2650" spc="-340">
                <a:latin typeface="Century Gothic"/>
                <a:cs typeface="Century Gothic"/>
              </a:rPr>
              <a:t>a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65">
                <a:latin typeface="Century Gothic"/>
                <a:cs typeface="Century Gothic"/>
              </a:rPr>
              <a:t>i</a:t>
            </a:r>
            <a:r>
              <a:rPr dirty="0" sz="2650" spc="-270">
                <a:latin typeface="Century Gothic"/>
                <a:cs typeface="Century Gothic"/>
              </a:rPr>
              <a:t>ó</a:t>
            </a:r>
            <a:r>
              <a:rPr dirty="0" sz="2650" spc="-245">
                <a:latin typeface="Century Gothic"/>
                <a:cs typeface="Century Gothic"/>
              </a:rPr>
              <a:t>n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160">
                <a:latin typeface="Century Gothic"/>
                <a:cs typeface="Century Gothic"/>
              </a:rPr>
              <a:t>r</a:t>
            </a:r>
            <a:r>
              <a:rPr dirty="0" sz="2650" spc="-340">
                <a:latin typeface="Century Gothic"/>
                <a:cs typeface="Century Gothic"/>
              </a:rPr>
              <a:t>c</a:t>
            </a:r>
            <a:r>
              <a:rPr dirty="0" sz="2650" spc="-38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-38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250">
                <a:latin typeface="Century Gothic"/>
                <a:cs typeface="Century Gothic"/>
              </a:rPr>
              <a:t>t</a:t>
            </a:r>
            <a:r>
              <a:rPr dirty="0" sz="2650" spc="65">
                <a:latin typeface="Century Gothic"/>
                <a:cs typeface="Century Gothic"/>
              </a:rPr>
              <a:t>i</a:t>
            </a:r>
            <a:r>
              <a:rPr dirty="0" sz="2650" spc="-200">
                <a:latin typeface="Century Gothic"/>
                <a:cs typeface="Century Gothic"/>
              </a:rPr>
              <a:t>v</a:t>
            </a:r>
            <a:r>
              <a:rPr dirty="0" sz="2650" spc="-80">
                <a:latin typeface="Century Gothic"/>
                <a:cs typeface="Century Gothic"/>
              </a:rPr>
              <a:t>i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385">
                <a:latin typeface="Century Gothic"/>
                <a:cs typeface="Century Gothic"/>
              </a:rPr>
              <a:t>d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75">
                <a:latin typeface="Century Gothic"/>
                <a:cs typeface="Century Gothic"/>
              </a:rPr>
              <a:t>l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-210">
                <a:latin typeface="Century Gothic"/>
                <a:cs typeface="Century Gothic"/>
              </a:rPr>
              <a:t>u</a:t>
            </a:r>
            <a:r>
              <a:rPr dirty="0" sz="2650" spc="-135">
                <a:latin typeface="Century Gothic"/>
                <a:cs typeface="Century Gothic"/>
              </a:rPr>
              <a:t>st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229">
                <a:latin typeface="Century Gothic"/>
                <a:cs typeface="Century Gothic"/>
              </a:rPr>
              <a:t>r</a:t>
            </a:r>
            <a:r>
              <a:rPr dirty="0" sz="2650" spc="25">
                <a:latin typeface="Century Gothic"/>
                <a:cs typeface="Century Gothic"/>
              </a:rPr>
              <a:t>.</a:t>
            </a:r>
            <a:endParaRPr sz="2650">
              <a:latin typeface="Century Gothic"/>
              <a:cs typeface="Century Gothic"/>
            </a:endParaRPr>
          </a:p>
          <a:p>
            <a:pPr lvl="1" marL="844550" indent="-447040">
              <a:lnSpc>
                <a:spcPct val="100000"/>
              </a:lnSpc>
              <a:spcBef>
                <a:spcPts val="10"/>
              </a:spcBef>
              <a:buSzPct val="45283"/>
              <a:buFont typeface="MS Gothic"/>
              <a:buChar char="●"/>
              <a:tabLst>
                <a:tab pos="589280" algn="l"/>
              </a:tabLst>
            </a:pPr>
            <a:r>
              <a:rPr dirty="0" sz="2650" spc="-105">
                <a:latin typeface="Century Gothic"/>
                <a:cs typeface="Century Gothic"/>
              </a:rPr>
              <a:t>N</a:t>
            </a:r>
            <a:r>
              <a:rPr dirty="0" sz="2650" spc="-95">
                <a:latin typeface="Century Gothic"/>
                <a:cs typeface="Century Gothic"/>
              </a:rPr>
              <a:t>ú</a:t>
            </a:r>
            <a:r>
              <a:rPr dirty="0" sz="2650" spc="-409">
                <a:latin typeface="Century Gothic"/>
                <a:cs typeface="Century Gothic"/>
              </a:rPr>
              <a:t>m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85">
                <a:latin typeface="Century Gothic"/>
                <a:cs typeface="Century Gothic"/>
              </a:rPr>
              <a:t>ro</a:t>
            </a:r>
            <a:r>
              <a:rPr dirty="0" sz="2650" spc="-65">
                <a:latin typeface="Century Gothic"/>
                <a:cs typeface="Century Gothic"/>
              </a:rPr>
              <a:t>s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505">
                <a:latin typeface="Century Gothic"/>
                <a:cs typeface="Century Gothic"/>
              </a:rPr>
              <a:t>c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105">
                <a:latin typeface="Century Gothic"/>
                <a:cs typeface="Century Gothic"/>
              </a:rPr>
              <a:t>so</a:t>
            </a:r>
            <a:r>
              <a:rPr dirty="0" sz="2650" spc="-75">
                <a:latin typeface="Century Gothic"/>
                <a:cs typeface="Century Gothic"/>
              </a:rPr>
              <a:t>s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38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210">
                <a:latin typeface="Century Gothic"/>
                <a:cs typeface="Century Gothic"/>
              </a:rPr>
              <a:t>u</a:t>
            </a:r>
            <a:r>
              <a:rPr dirty="0" sz="2650" spc="-300">
                <a:latin typeface="Century Gothic"/>
                <a:cs typeface="Century Gothic"/>
              </a:rPr>
              <a:t>n</a:t>
            </a:r>
            <a:r>
              <a:rPr dirty="0" sz="2650" spc="-33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260">
                <a:latin typeface="Century Gothic"/>
                <a:cs typeface="Century Gothic"/>
              </a:rPr>
              <a:t>t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390">
                <a:latin typeface="Century Gothic"/>
                <a:cs typeface="Century Gothic"/>
              </a:rPr>
              <a:t>b</a:t>
            </a:r>
            <a:r>
              <a:rPr dirty="0" sz="2650" spc="75">
                <a:latin typeface="Century Gothic"/>
                <a:cs typeface="Century Gothic"/>
              </a:rPr>
              <a:t>l</a:t>
            </a:r>
            <a:r>
              <a:rPr dirty="0" sz="2650" spc="-380">
                <a:latin typeface="Century Gothic"/>
                <a:cs typeface="Century Gothic"/>
              </a:rPr>
              <a:t>a</a:t>
            </a:r>
            <a:r>
              <a:rPr dirty="0" sz="2650" spc="20">
                <a:latin typeface="Century Gothic"/>
                <a:cs typeface="Century Gothic"/>
              </a:rPr>
              <a:t> </a:t>
            </a:r>
            <a:r>
              <a:rPr dirty="0" sz="2650" spc="-265">
                <a:latin typeface="Century Gothic"/>
                <a:cs typeface="Century Gothic"/>
              </a:rPr>
              <a:t>o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65">
                <a:latin typeface="Century Gothic"/>
                <a:cs typeface="Century Gothic"/>
              </a:rPr>
              <a:t>í</a:t>
            </a:r>
            <a:r>
              <a:rPr dirty="0" sz="2650" spc="-300">
                <a:latin typeface="Century Gothic"/>
                <a:cs typeface="Century Gothic"/>
              </a:rPr>
              <a:t>n</a:t>
            </a:r>
            <a:r>
              <a:rPr dirty="0" sz="2650" spc="-340">
                <a:latin typeface="Century Gothic"/>
                <a:cs typeface="Century Gothic"/>
              </a:rPr>
              <a:t>d</a:t>
            </a:r>
            <a:r>
              <a:rPr dirty="0" sz="2650" spc="75">
                <a:latin typeface="Century Gothic"/>
                <a:cs typeface="Century Gothic"/>
              </a:rPr>
              <a:t>i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25">
                <a:latin typeface="Century Gothic"/>
                <a:cs typeface="Century Gothic"/>
              </a:rPr>
              <a:t>.</a:t>
            </a:r>
            <a:endParaRPr sz="2650">
              <a:latin typeface="Century Gothic"/>
              <a:cs typeface="Century Gothic"/>
            </a:endParaRPr>
          </a:p>
          <a:p>
            <a:pPr lvl="1" marL="589280" indent="-191770">
              <a:lnSpc>
                <a:spcPct val="100000"/>
              </a:lnSpc>
              <a:spcBef>
                <a:spcPts val="10"/>
              </a:spcBef>
              <a:buSzPct val="45283"/>
              <a:buFont typeface="MS Gothic"/>
              <a:buChar char="●"/>
              <a:tabLst>
                <a:tab pos="589280" algn="l"/>
              </a:tabLst>
            </a:pPr>
            <a:r>
              <a:rPr dirty="0" sz="2650" spc="-105">
                <a:latin typeface="Century Gothic"/>
                <a:cs typeface="Century Gothic"/>
              </a:rPr>
              <a:t>N</a:t>
            </a:r>
            <a:r>
              <a:rPr dirty="0" sz="2650" spc="-95">
                <a:latin typeface="Century Gothic"/>
                <a:cs typeface="Century Gothic"/>
              </a:rPr>
              <a:t>ú</a:t>
            </a:r>
            <a:r>
              <a:rPr dirty="0" sz="2650" spc="-409">
                <a:latin typeface="Century Gothic"/>
                <a:cs typeface="Century Gothic"/>
              </a:rPr>
              <a:t>m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70">
                <a:latin typeface="Century Gothic"/>
                <a:cs typeface="Century Gothic"/>
              </a:rPr>
              <a:t>r</a:t>
            </a:r>
            <a:r>
              <a:rPr dirty="0" sz="2650" spc="-140">
                <a:latin typeface="Century Gothic"/>
                <a:cs typeface="Century Gothic"/>
              </a:rPr>
              <a:t>o</a:t>
            </a:r>
            <a:r>
              <a:rPr dirty="0" sz="2650" spc="35">
                <a:latin typeface="Century Gothic"/>
                <a:cs typeface="Century Gothic"/>
              </a:rPr>
              <a:t> 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15">
                <a:latin typeface="Century Gothic"/>
                <a:cs typeface="Century Gothic"/>
              </a:rPr>
              <a:t> </a:t>
            </a:r>
            <a:r>
              <a:rPr dirty="0" sz="2650" spc="-250">
                <a:latin typeface="Century Gothic"/>
                <a:cs typeface="Century Gothic"/>
              </a:rPr>
              <a:t>t</a:t>
            </a:r>
            <a:r>
              <a:rPr dirty="0" sz="2650" spc="-210">
                <a:latin typeface="Century Gothic"/>
                <a:cs typeface="Century Gothic"/>
              </a:rPr>
              <a:t>u</a:t>
            </a:r>
            <a:r>
              <a:rPr dirty="0" sz="2650" spc="-390">
                <a:latin typeface="Century Gothic"/>
                <a:cs typeface="Century Gothic"/>
              </a:rPr>
              <a:t>p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15">
                <a:latin typeface="Century Gothic"/>
                <a:cs typeface="Century Gothic"/>
              </a:rPr>
              <a:t>s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220">
                <a:latin typeface="Century Gothic"/>
                <a:cs typeface="Century Gothic"/>
              </a:rPr>
              <a:t>u</a:t>
            </a:r>
            <a:r>
              <a:rPr dirty="0" sz="2650" spc="-300">
                <a:latin typeface="Century Gothic"/>
                <a:cs typeface="Century Gothic"/>
              </a:rPr>
              <a:t>n</a:t>
            </a:r>
            <a:r>
              <a:rPr dirty="0" sz="2650" spc="-33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250">
                <a:latin typeface="Century Gothic"/>
                <a:cs typeface="Century Gothic"/>
              </a:rPr>
              <a:t>t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390">
                <a:latin typeface="Century Gothic"/>
                <a:cs typeface="Century Gothic"/>
              </a:rPr>
              <a:t>b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.</a:t>
            </a:r>
            <a:endParaRPr sz="2650">
              <a:latin typeface="Century Gothic"/>
              <a:cs typeface="Century Gothic"/>
            </a:endParaRPr>
          </a:p>
          <a:p>
            <a:pPr lvl="1" marL="844550" marR="5080" indent="-447040">
              <a:lnSpc>
                <a:spcPct val="100000"/>
              </a:lnSpc>
              <a:spcBef>
                <a:spcPts val="10"/>
              </a:spcBef>
              <a:buSzPct val="45283"/>
              <a:buFont typeface="MS Gothic"/>
              <a:buChar char="●"/>
              <a:tabLst>
                <a:tab pos="589280" algn="l"/>
              </a:tabLst>
            </a:pPr>
            <a:r>
              <a:rPr dirty="0" sz="2650" spc="-55">
                <a:latin typeface="Century Gothic"/>
                <a:cs typeface="Century Gothic"/>
              </a:rPr>
              <a:t>I</a:t>
            </a:r>
            <a:r>
              <a:rPr dirty="0" sz="2650" spc="-125">
                <a:latin typeface="Century Gothic"/>
                <a:cs typeface="Century Gothic"/>
              </a:rPr>
              <a:t>n</a:t>
            </a:r>
            <a:r>
              <a:rPr dirty="0" sz="2650" spc="-160">
                <a:latin typeface="Century Gothic"/>
                <a:cs typeface="Century Gothic"/>
              </a:rPr>
              <a:t>f</a:t>
            </a:r>
            <a:r>
              <a:rPr dirty="0" sz="2650" spc="-160">
                <a:latin typeface="Century Gothic"/>
                <a:cs typeface="Century Gothic"/>
              </a:rPr>
              <a:t>or</a:t>
            </a:r>
            <a:r>
              <a:rPr dirty="0" sz="2650" spc="-310">
                <a:latin typeface="Century Gothic"/>
                <a:cs typeface="Century Gothic"/>
              </a:rPr>
              <a:t>m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65">
                <a:latin typeface="Century Gothic"/>
                <a:cs typeface="Century Gothic"/>
              </a:rPr>
              <a:t>i</a:t>
            </a:r>
            <a:r>
              <a:rPr dirty="0" sz="2650" spc="-270">
                <a:latin typeface="Century Gothic"/>
                <a:cs typeface="Century Gothic"/>
              </a:rPr>
              <a:t>ó</a:t>
            </a:r>
            <a:r>
              <a:rPr dirty="0" sz="2650" spc="-245">
                <a:latin typeface="Century Gothic"/>
                <a:cs typeface="Century Gothic"/>
              </a:rPr>
              <a:t>n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160">
                <a:latin typeface="Century Gothic"/>
                <a:cs typeface="Century Gothic"/>
              </a:rPr>
              <a:t>r</a:t>
            </a:r>
            <a:r>
              <a:rPr dirty="0" sz="2650" spc="-340">
                <a:latin typeface="Century Gothic"/>
                <a:cs typeface="Century Gothic"/>
              </a:rPr>
              <a:t>c</a:t>
            </a:r>
            <a:r>
              <a:rPr dirty="0" sz="2650" spc="-38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15">
                <a:latin typeface="Century Gothic"/>
                <a:cs typeface="Century Gothic"/>
              </a:rPr>
              <a:t>s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65">
                <a:latin typeface="Century Gothic"/>
                <a:cs typeface="Century Gothic"/>
              </a:rPr>
              <a:t>i</a:t>
            </a:r>
            <a:r>
              <a:rPr dirty="0" sz="2650" spc="-260">
                <a:latin typeface="Century Gothic"/>
                <a:cs typeface="Century Gothic"/>
              </a:rPr>
              <a:t>one</a:t>
            </a:r>
            <a:r>
              <a:rPr dirty="0" sz="2650" spc="-155">
                <a:latin typeface="Century Gothic"/>
                <a:cs typeface="Century Gothic"/>
              </a:rPr>
              <a:t>s</a:t>
            </a:r>
            <a:r>
              <a:rPr dirty="0" sz="2650" spc="20">
                <a:latin typeface="Century Gothic"/>
                <a:cs typeface="Century Gothic"/>
              </a:rPr>
              <a:t> </a:t>
            </a:r>
            <a:r>
              <a:rPr dirty="0" sz="2650" spc="-120">
                <a:latin typeface="Century Gothic"/>
                <a:cs typeface="Century Gothic"/>
              </a:rPr>
              <a:t>r</a:t>
            </a:r>
            <a:r>
              <a:rPr dirty="0" sz="2650" spc="-254">
                <a:latin typeface="Century Gothic"/>
                <a:cs typeface="Century Gothic"/>
              </a:rPr>
              <a:t>e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75">
                <a:latin typeface="Century Gothic"/>
                <a:cs typeface="Century Gothic"/>
              </a:rPr>
              <a:t>i</a:t>
            </a:r>
            <a:r>
              <a:rPr dirty="0" sz="2650" spc="-114">
                <a:latin typeface="Century Gothic"/>
                <a:cs typeface="Century Gothic"/>
              </a:rPr>
              <a:t>z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15">
                <a:latin typeface="Century Gothic"/>
                <a:cs typeface="Century Gothic"/>
              </a:rPr>
              <a:t>s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p</a:t>
            </a:r>
            <a:r>
              <a:rPr dirty="0" sz="2650" spc="-280">
                <a:latin typeface="Century Gothic"/>
                <a:cs typeface="Century Gothic"/>
              </a:rPr>
              <a:t>o</a:t>
            </a:r>
            <a:r>
              <a:rPr dirty="0" sz="2650" spc="35">
                <a:latin typeface="Century Gothic"/>
                <a:cs typeface="Century Gothic"/>
              </a:rPr>
              <a:t>r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5">
                <a:latin typeface="Century Gothic"/>
                <a:cs typeface="Century Gothic"/>
              </a:rPr>
              <a:t>N</a:t>
            </a:r>
            <a:r>
              <a:rPr dirty="0" sz="2650" spc="-380">
                <a:latin typeface="Century Gothic"/>
                <a:cs typeface="Century Gothic"/>
              </a:rPr>
              <a:t>A</a:t>
            </a:r>
            <a:r>
              <a:rPr dirty="0" sz="2650" spc="-320">
                <a:latin typeface="Century Gothic"/>
                <a:cs typeface="Century Gothic"/>
              </a:rPr>
              <a:t>L</a:t>
            </a:r>
            <a:r>
              <a:rPr dirty="0" sz="2650" spc="-130">
                <a:latin typeface="Century Gothic"/>
                <a:cs typeface="Century Gothic"/>
              </a:rPr>
              <a:t>Y</a:t>
            </a:r>
            <a:r>
              <a:rPr dirty="0" sz="2650" spc="195">
                <a:latin typeface="Century Gothic"/>
                <a:cs typeface="Century Gothic"/>
              </a:rPr>
              <a:t>Z</a:t>
            </a:r>
            <a:r>
              <a:rPr dirty="0" sz="2650" spc="-60">
                <a:latin typeface="Century Gothic"/>
                <a:cs typeface="Century Gothic"/>
              </a:rPr>
              <a:t>E</a:t>
            </a:r>
            <a:r>
              <a:rPr dirty="0" sz="2650" spc="-30">
                <a:latin typeface="Century Gothic"/>
                <a:cs typeface="Century Gothic"/>
              </a:rPr>
              <a:t> </a:t>
            </a:r>
            <a:r>
              <a:rPr dirty="0" sz="2650" spc="-265">
                <a:latin typeface="Century Gothic"/>
                <a:cs typeface="Century Gothic"/>
              </a:rPr>
              <a:t>o</a:t>
            </a:r>
            <a:r>
              <a:rPr dirty="0" sz="2650" spc="20">
                <a:latin typeface="Century Gothic"/>
                <a:cs typeface="Century Gothic"/>
              </a:rPr>
              <a:t> </a:t>
            </a:r>
            <a:r>
              <a:rPr dirty="0" sz="2650" spc="-450">
                <a:latin typeface="Century Gothic"/>
                <a:cs typeface="Century Gothic"/>
              </a:rPr>
              <a:t>V</a:t>
            </a:r>
            <a:r>
              <a:rPr dirty="0" sz="2650" spc="-420">
                <a:latin typeface="Century Gothic"/>
                <a:cs typeface="Century Gothic"/>
              </a:rPr>
              <a:t>A</a:t>
            </a:r>
            <a:r>
              <a:rPr dirty="0" sz="2650" spc="-270">
                <a:latin typeface="Century Gothic"/>
                <a:cs typeface="Century Gothic"/>
              </a:rPr>
              <a:t>C</a:t>
            </a:r>
            <a:r>
              <a:rPr dirty="0" sz="2650" spc="100">
                <a:latin typeface="Century Gothic"/>
                <a:cs typeface="Century Gothic"/>
              </a:rPr>
              <a:t>UU</a:t>
            </a:r>
            <a:r>
              <a:rPr dirty="0" sz="2650" spc="-220">
                <a:latin typeface="Century Gothic"/>
                <a:cs typeface="Century Gothic"/>
              </a:rPr>
              <a:t>M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p</a:t>
            </a:r>
            <a:r>
              <a:rPr dirty="0" sz="2650" spc="-145">
                <a:latin typeface="Century Gothic"/>
                <a:cs typeface="Century Gothic"/>
              </a:rPr>
              <a:t>o</a:t>
            </a:r>
            <a:r>
              <a:rPr dirty="0" sz="2650" spc="-65">
                <a:latin typeface="Century Gothic"/>
                <a:cs typeface="Century Gothic"/>
              </a:rPr>
              <a:t>r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38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260">
                <a:latin typeface="Century Gothic"/>
                <a:cs typeface="Century Gothic"/>
              </a:rPr>
              <a:t>t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390">
                <a:latin typeface="Century Gothic"/>
                <a:cs typeface="Century Gothic"/>
              </a:rPr>
              <a:t>b</a:t>
            </a:r>
            <a:r>
              <a:rPr dirty="0" sz="2650" spc="75">
                <a:latin typeface="Century Gothic"/>
                <a:cs typeface="Century Gothic"/>
              </a:rPr>
              <a:t>l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.</a:t>
            </a:r>
            <a:endParaRPr sz="265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47"/>
              </a:spcBef>
              <a:buFont typeface="MS Gothic"/>
              <a:buChar char="●"/>
            </a:pPr>
            <a:endParaRPr sz="2750">
              <a:latin typeface="Times New Roman"/>
              <a:cs typeface="Times New Roman"/>
            </a:endParaRPr>
          </a:p>
          <a:p>
            <a:pPr marL="651510" marR="18415" indent="-445770">
              <a:lnSpc>
                <a:spcPct val="100000"/>
              </a:lnSpc>
              <a:buSzPct val="45283"/>
              <a:buFont typeface="MS Gothic"/>
              <a:buChar char="●"/>
              <a:tabLst>
                <a:tab pos="397510" algn="l"/>
              </a:tabLst>
            </a:pP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-300">
                <a:latin typeface="Century Gothic"/>
                <a:cs typeface="Century Gothic"/>
              </a:rPr>
              <a:t>ñ</a:t>
            </a:r>
            <a:r>
              <a:rPr dirty="0" sz="2650" spc="-340">
                <a:latin typeface="Century Gothic"/>
                <a:cs typeface="Century Gothic"/>
              </a:rPr>
              <a:t>a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220">
                <a:latin typeface="Century Gothic"/>
                <a:cs typeface="Century Gothic"/>
              </a:rPr>
              <a:t>u</a:t>
            </a:r>
            <a:r>
              <a:rPr dirty="0" sz="2650" spc="-300">
                <a:latin typeface="Century Gothic"/>
                <a:cs typeface="Century Gothic"/>
              </a:rPr>
              <a:t>n</a:t>
            </a:r>
            <a:r>
              <a:rPr dirty="0" sz="2650" spc="-33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195">
                <a:latin typeface="Century Gothic"/>
                <a:cs typeface="Century Gothic"/>
              </a:rPr>
              <a:t>sobr</a:t>
            </a:r>
            <a:r>
              <a:rPr dirty="0" sz="2650" spc="-245">
                <a:latin typeface="Century Gothic"/>
                <a:cs typeface="Century Gothic"/>
              </a:rPr>
              <a:t>e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105">
                <a:latin typeface="Century Gothic"/>
                <a:cs typeface="Century Gothic"/>
              </a:rPr>
              <a:t>r</a:t>
            </a:r>
            <a:r>
              <a:rPr dirty="0" sz="2650" spc="-225">
                <a:latin typeface="Century Gothic"/>
                <a:cs typeface="Century Gothic"/>
              </a:rPr>
              <a:t>g</a:t>
            </a:r>
            <a:r>
              <a:rPr dirty="0" sz="2650" spc="-38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p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110">
                <a:latin typeface="Century Gothic"/>
                <a:cs typeface="Century Gothic"/>
              </a:rPr>
              <a:t>r</a:t>
            </a:r>
            <a:r>
              <a:rPr dirty="0" sz="2650" spc="-24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420">
                <a:latin typeface="Century Gothic"/>
                <a:cs typeface="Century Gothic"/>
              </a:rPr>
              <a:t>e</a:t>
            </a:r>
            <a:r>
              <a:rPr dirty="0" sz="2650" spc="75">
                <a:latin typeface="Century Gothic"/>
                <a:cs typeface="Century Gothic"/>
              </a:rPr>
              <a:t>j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220">
                <a:latin typeface="Century Gothic"/>
                <a:cs typeface="Century Gothic"/>
              </a:rPr>
              <a:t>u</a:t>
            </a:r>
            <a:r>
              <a:rPr dirty="0" sz="2650" spc="-250">
                <a:latin typeface="Century Gothic"/>
                <a:cs typeface="Century Gothic"/>
              </a:rPr>
              <a:t>t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35">
                <a:latin typeface="Century Gothic"/>
                <a:cs typeface="Century Gothic"/>
              </a:rPr>
              <a:t>r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185">
                <a:latin typeface="Century Gothic"/>
                <a:cs typeface="Century Gothic"/>
              </a:rPr>
              <a:t>onsu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-250">
                <a:latin typeface="Century Gothic"/>
                <a:cs typeface="Century Gothic"/>
              </a:rPr>
              <a:t>t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5">
                <a:latin typeface="Century Gothic"/>
                <a:cs typeface="Century Gothic"/>
              </a:rPr>
              <a:t>s</a:t>
            </a:r>
            <a:r>
              <a:rPr dirty="0" sz="2650" spc="5">
                <a:latin typeface="Century Gothic"/>
                <a:cs typeface="Century Gothic"/>
              </a:rPr>
              <a:t>,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p</a:t>
            </a:r>
            <a:r>
              <a:rPr dirty="0" sz="2650" spc="-250">
                <a:latin typeface="Century Gothic"/>
                <a:cs typeface="Century Gothic"/>
              </a:rPr>
              <a:t>e</a:t>
            </a:r>
            <a:r>
              <a:rPr dirty="0" sz="2650" spc="-130">
                <a:latin typeface="Century Gothic"/>
                <a:cs typeface="Century Gothic"/>
              </a:rPr>
              <a:t>r</a:t>
            </a:r>
            <a:r>
              <a:rPr dirty="0" sz="2650" spc="-265">
                <a:latin typeface="Century Gothic"/>
                <a:cs typeface="Century Gothic"/>
              </a:rPr>
              <a:t>o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p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95">
                <a:latin typeface="Century Gothic"/>
                <a:cs typeface="Century Gothic"/>
              </a:rPr>
              <a:t>r</a:t>
            </a:r>
            <a:r>
              <a:rPr dirty="0" sz="2650" spc="-285">
                <a:latin typeface="Century Gothic"/>
                <a:cs typeface="Century Gothic"/>
              </a:rPr>
              <a:t>m</a:t>
            </a:r>
            <a:r>
              <a:rPr dirty="0" sz="2650" spc="65">
                <a:latin typeface="Century Gothic"/>
                <a:cs typeface="Century Gothic"/>
              </a:rPr>
              <a:t>i</a:t>
            </a:r>
            <a:r>
              <a:rPr dirty="0" sz="2650" spc="-250">
                <a:latin typeface="Century Gothic"/>
                <a:cs typeface="Century Gothic"/>
              </a:rPr>
              <a:t>t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-170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p</a:t>
            </a:r>
            <a:r>
              <a:rPr dirty="0" sz="2650" spc="-320">
                <a:latin typeface="Century Gothic"/>
                <a:cs typeface="Century Gothic"/>
              </a:rPr>
              <a:t>o</a:t>
            </a:r>
            <a:r>
              <a:rPr dirty="0" sz="2650" spc="-340">
                <a:latin typeface="Century Gothic"/>
                <a:cs typeface="Century Gothic"/>
              </a:rPr>
              <a:t>d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35">
                <a:latin typeface="Century Gothic"/>
                <a:cs typeface="Century Gothic"/>
              </a:rPr>
              <a:t>r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370">
                <a:latin typeface="Century Gothic"/>
                <a:cs typeface="Century Gothic"/>
              </a:rPr>
              <a:t>g</a:t>
            </a:r>
            <a:r>
              <a:rPr dirty="0" sz="2650" spc="65">
                <a:latin typeface="Century Gothic"/>
                <a:cs typeface="Century Gothic"/>
              </a:rPr>
              <a:t>i</a:t>
            </a:r>
            <a:r>
              <a:rPr dirty="0" sz="2650" spc="35">
                <a:latin typeface="Century Gothic"/>
                <a:cs typeface="Century Gothic"/>
              </a:rPr>
              <a:t>r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-380">
                <a:latin typeface="Century Gothic"/>
                <a:cs typeface="Century Gothic"/>
              </a:rPr>
              <a:t>a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409">
                <a:latin typeface="Century Gothic"/>
                <a:cs typeface="Century Gothic"/>
              </a:rPr>
              <a:t>m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65">
                <a:latin typeface="Century Gothic"/>
                <a:cs typeface="Century Gothic"/>
              </a:rPr>
              <a:t>j</a:t>
            </a:r>
            <a:r>
              <a:rPr dirty="0" sz="2650" spc="-145">
                <a:latin typeface="Century Gothic"/>
                <a:cs typeface="Century Gothic"/>
              </a:rPr>
              <a:t>o</a:t>
            </a:r>
            <a:r>
              <a:rPr dirty="0" sz="2650" spc="-65">
                <a:latin typeface="Century Gothic"/>
                <a:cs typeface="Century Gothic"/>
              </a:rPr>
              <a:t>r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20">
                <a:latin typeface="Century Gothic"/>
                <a:cs typeface="Century Gothic"/>
              </a:rPr>
              <a:t>o</a:t>
            </a:r>
            <a:r>
              <a:rPr dirty="0" sz="2650" spc="-340">
                <a:latin typeface="Century Gothic"/>
                <a:cs typeface="Century Gothic"/>
              </a:rPr>
              <a:t>p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65">
                <a:latin typeface="Century Gothic"/>
                <a:cs typeface="Century Gothic"/>
              </a:rPr>
              <a:t>i</a:t>
            </a:r>
            <a:r>
              <a:rPr dirty="0" sz="2650" spc="-270">
                <a:latin typeface="Century Gothic"/>
                <a:cs typeface="Century Gothic"/>
              </a:rPr>
              <a:t>ó</a:t>
            </a:r>
            <a:r>
              <a:rPr dirty="0" sz="2650" spc="-245">
                <a:latin typeface="Century Gothic"/>
                <a:cs typeface="Century Gothic"/>
              </a:rPr>
              <a:t>n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75">
                <a:latin typeface="Century Gothic"/>
                <a:cs typeface="Century Gothic"/>
              </a:rPr>
              <a:t>l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390">
                <a:latin typeface="Century Gothic"/>
                <a:cs typeface="Century Gothic"/>
              </a:rPr>
              <a:t>p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120">
                <a:latin typeface="Century Gothic"/>
                <a:cs typeface="Century Gothic"/>
              </a:rPr>
              <a:t>n</a:t>
            </a:r>
            <a:r>
              <a:rPr dirty="0" sz="2650" spc="-50">
                <a:latin typeface="Century Gothic"/>
                <a:cs typeface="Century Gothic"/>
              </a:rPr>
              <a:t>i</a:t>
            </a:r>
            <a:r>
              <a:rPr dirty="0" sz="2650" spc="-50">
                <a:latin typeface="Century Gothic"/>
                <a:cs typeface="Century Gothic"/>
              </a:rPr>
              <a:t>f</a:t>
            </a:r>
            <a:r>
              <a:rPr dirty="0" sz="2650" spc="-40">
                <a:latin typeface="Century Gothic"/>
                <a:cs typeface="Century Gothic"/>
              </a:rPr>
              <a:t>i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145">
                <a:latin typeface="Century Gothic"/>
                <a:cs typeface="Century Gothic"/>
              </a:rPr>
              <a:t>o</a:t>
            </a:r>
            <a:r>
              <a:rPr dirty="0" sz="2650" spc="-65">
                <a:latin typeface="Century Gothic"/>
                <a:cs typeface="Century Gothic"/>
              </a:rPr>
              <a:t>r</a:t>
            </a:r>
            <a:r>
              <a:rPr dirty="0" sz="2650" spc="30">
                <a:latin typeface="Century Gothic"/>
                <a:cs typeface="Century Gothic"/>
              </a:rPr>
              <a:t> </a:t>
            </a:r>
            <a:r>
              <a:rPr dirty="0" sz="2650" spc="-395">
                <a:latin typeface="Century Gothic"/>
                <a:cs typeface="Century Gothic"/>
              </a:rPr>
              <a:t>d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25">
                <a:latin typeface="Century Gothic"/>
                <a:cs typeface="Century Gothic"/>
              </a:rPr>
              <a:t> 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185">
                <a:latin typeface="Century Gothic"/>
                <a:cs typeface="Century Gothic"/>
              </a:rPr>
              <a:t>ons</a:t>
            </a:r>
            <a:r>
              <a:rPr dirty="0" sz="2650" spc="-210">
                <a:latin typeface="Century Gothic"/>
                <a:cs typeface="Century Gothic"/>
              </a:rPr>
              <a:t>u</a:t>
            </a:r>
            <a:r>
              <a:rPr dirty="0" sz="2650" spc="65">
                <a:latin typeface="Century Gothic"/>
                <a:cs typeface="Century Gothic"/>
              </a:rPr>
              <a:t>l</a:t>
            </a:r>
            <a:r>
              <a:rPr dirty="0" sz="2650" spc="-250">
                <a:latin typeface="Century Gothic"/>
                <a:cs typeface="Century Gothic"/>
              </a:rPr>
              <a:t>t</a:t>
            </a:r>
            <a:r>
              <a:rPr dirty="0" sz="2650" spc="-390">
                <a:latin typeface="Century Gothic"/>
                <a:cs typeface="Century Gothic"/>
              </a:rPr>
              <a:t>a</a:t>
            </a:r>
            <a:r>
              <a:rPr dirty="0" sz="2650" spc="-10">
                <a:latin typeface="Century Gothic"/>
                <a:cs typeface="Century Gothic"/>
              </a:rPr>
              <a:t>s</a:t>
            </a:r>
            <a:r>
              <a:rPr dirty="0" sz="2650" spc="25">
                <a:latin typeface="Century Gothic"/>
                <a:cs typeface="Century Gothic"/>
              </a:rPr>
              <a:t>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4300" y="1877109"/>
            <a:ext cx="2046605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9086850" cy="4620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57785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3200" spc="-250" b="1">
                <a:latin typeface="Tahoma"/>
                <a:cs typeface="Tahoma"/>
              </a:rPr>
              <a:t>W</a:t>
            </a:r>
            <a:r>
              <a:rPr dirty="0" sz="3200" spc="110" b="1">
                <a:latin typeface="Tahoma"/>
                <a:cs typeface="Tahoma"/>
              </a:rPr>
              <a:t>A</a:t>
            </a:r>
            <a:r>
              <a:rPr dirty="0" sz="3200" spc="-130" b="1">
                <a:latin typeface="Tahoma"/>
                <a:cs typeface="Tahoma"/>
              </a:rPr>
              <a:t>L</a:t>
            </a:r>
            <a:r>
              <a:rPr dirty="0" sz="3200" spc="65" b="1">
                <a:latin typeface="Tahoma"/>
                <a:cs typeface="Tahoma"/>
              </a:rPr>
              <a:t> </a:t>
            </a:r>
            <a:r>
              <a:rPr dirty="0" sz="3200" spc="-335" b="1">
                <a:latin typeface="Tahoma"/>
                <a:cs typeface="Tahoma"/>
              </a:rPr>
              <a:t>R</a:t>
            </a:r>
            <a:r>
              <a:rPr dirty="0" sz="3200" spc="35" b="1">
                <a:latin typeface="Tahoma"/>
                <a:cs typeface="Tahoma"/>
              </a:rPr>
              <a:t>e</a:t>
            </a:r>
            <a:r>
              <a:rPr dirty="0" sz="3200" spc="-220" b="1">
                <a:latin typeface="Tahoma"/>
                <a:cs typeface="Tahoma"/>
              </a:rPr>
              <a:t>c</a:t>
            </a:r>
            <a:r>
              <a:rPr dirty="0" sz="3200" spc="25" b="1">
                <a:latin typeface="Tahoma"/>
                <a:cs typeface="Tahoma"/>
              </a:rPr>
              <a:t>e</a:t>
            </a:r>
            <a:r>
              <a:rPr dirty="0" sz="3200" spc="-15" b="1">
                <a:latin typeface="Tahoma"/>
                <a:cs typeface="Tahoma"/>
              </a:rPr>
              <a:t>iv</a:t>
            </a:r>
            <a:r>
              <a:rPr dirty="0" sz="3200" spc="35" b="1">
                <a:latin typeface="Tahoma"/>
                <a:cs typeface="Tahoma"/>
              </a:rPr>
              <a:t>e</a:t>
            </a:r>
            <a:r>
              <a:rPr dirty="0" sz="3200" spc="15" b="1">
                <a:latin typeface="Tahoma"/>
                <a:cs typeface="Tahoma"/>
              </a:rPr>
              <a:t>r</a:t>
            </a:r>
            <a:r>
              <a:rPr dirty="0" sz="3200" spc="-70" b="1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 marL="298450" marR="1183005" indent="-285750">
              <a:lnSpc>
                <a:spcPct val="100000"/>
              </a:lnSpc>
            </a:pPr>
            <a:r>
              <a:rPr dirty="0" sz="3200" spc="-415">
                <a:latin typeface="Century Gothic"/>
                <a:cs typeface="Century Gothic"/>
              </a:rPr>
              <a:t>P</a:t>
            </a:r>
            <a:r>
              <a:rPr dirty="0" sz="3200" spc="40">
                <a:latin typeface="Century Gothic"/>
                <a:cs typeface="Century Gothic"/>
              </a:rPr>
              <a:t>r</a:t>
            </a:r>
            <a:r>
              <a:rPr dirty="0" sz="3200" spc="-484">
                <a:latin typeface="Century Gothic"/>
                <a:cs typeface="Century Gothic"/>
              </a:rPr>
              <a:t>oc</a:t>
            </a:r>
            <a:r>
              <a:rPr dirty="0" sz="3200" spc="-475">
                <a:latin typeface="Century Gothic"/>
                <a:cs typeface="Century Gothic"/>
              </a:rPr>
              <a:t>e</a:t>
            </a:r>
            <a:r>
              <a:rPr dirty="0" sz="3200" spc="-135">
                <a:latin typeface="Century Gothic"/>
                <a:cs typeface="Century Gothic"/>
              </a:rPr>
              <a:t>s</a:t>
            </a:r>
            <a:r>
              <a:rPr dirty="0" sz="3200" spc="-210">
                <a:latin typeface="Century Gothic"/>
                <a:cs typeface="Century Gothic"/>
              </a:rPr>
              <a:t>o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25">
                <a:latin typeface="Century Gothic"/>
                <a:cs typeface="Century Gothic"/>
              </a:rPr>
              <a:t>e</a:t>
            </a:r>
            <a:r>
              <a:rPr dirty="0" sz="3200" spc="-395">
                <a:latin typeface="Century Gothic"/>
                <a:cs typeface="Century Gothic"/>
              </a:rPr>
              <a:t>n</a:t>
            </a:r>
            <a:r>
              <a:rPr dirty="0" sz="3200" spc="-545">
                <a:latin typeface="Century Gothic"/>
                <a:cs typeface="Century Gothic"/>
              </a:rPr>
              <a:t>c</a:t>
            </a:r>
            <a:r>
              <a:rPr dirty="0" sz="3200" spc="-565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-430">
                <a:latin typeface="Century Gothic"/>
                <a:cs typeface="Century Gothic"/>
              </a:rPr>
              <a:t>g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420">
                <a:latin typeface="Century Gothic"/>
                <a:cs typeface="Century Gothic"/>
              </a:rPr>
              <a:t>c</a:t>
            </a:r>
            <a:r>
              <a:rPr dirty="0" sz="3200" spc="-125">
                <a:latin typeface="Century Gothic"/>
                <a:cs typeface="Century Gothic"/>
              </a:rPr>
              <a:t>i</a:t>
            </a:r>
            <a:r>
              <a:rPr dirty="0" sz="3200" spc="-285">
                <a:latin typeface="Century Gothic"/>
                <a:cs typeface="Century Gothic"/>
              </a:rPr>
              <a:t>b</a:t>
            </a:r>
            <a:r>
              <a:rPr dirty="0" sz="3200" spc="-80">
                <a:latin typeface="Century Gothic"/>
                <a:cs typeface="Century Gothic"/>
              </a:rPr>
              <a:t>i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90">
                <a:latin typeface="Century Gothic"/>
                <a:cs typeface="Century Gothic"/>
              </a:rPr>
              <a:t>l</a:t>
            </a:r>
            <a:r>
              <a:rPr dirty="0" sz="3200" spc="-325">
                <a:latin typeface="Century Gothic"/>
                <a:cs typeface="Century Gothic"/>
              </a:rPr>
              <a:t>o</a:t>
            </a:r>
            <a:r>
              <a:rPr dirty="0" sz="3200" spc="-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60">
                <a:latin typeface="Century Gothic"/>
                <a:cs typeface="Century Gothic"/>
              </a:rPr>
              <a:t>f</a:t>
            </a:r>
            <a:r>
              <a:rPr dirty="0" sz="3200" spc="-35">
                <a:latin typeface="Century Gothic"/>
                <a:cs typeface="Century Gothic"/>
              </a:rPr>
              <a:t>i</a:t>
            </a:r>
            <a:r>
              <a:rPr dirty="0" sz="3200" spc="-620">
                <a:latin typeface="Century Gothic"/>
                <a:cs typeface="Century Gothic"/>
              </a:rPr>
              <a:t>c</a:t>
            </a:r>
            <a:r>
              <a:rPr dirty="0" sz="3200" spc="-295">
                <a:latin typeface="Century Gothic"/>
                <a:cs typeface="Century Gothic"/>
              </a:rPr>
              <a:t>h</a:t>
            </a:r>
            <a:r>
              <a:rPr dirty="0" sz="3200" spc="-320">
                <a:latin typeface="Century Gothic"/>
                <a:cs typeface="Century Gothic"/>
              </a:rPr>
              <a:t>e</a:t>
            </a:r>
            <a:r>
              <a:rPr dirty="0" sz="3200" spc="-145">
                <a:latin typeface="Century Gothic"/>
                <a:cs typeface="Century Gothic"/>
              </a:rPr>
              <a:t>r</a:t>
            </a:r>
            <a:r>
              <a:rPr dirty="0" sz="3200" spc="-215">
                <a:latin typeface="Century Gothic"/>
                <a:cs typeface="Century Gothic"/>
              </a:rPr>
              <a:t>o</a:t>
            </a:r>
            <a:r>
              <a:rPr dirty="0" sz="3200" spc="-1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270">
                <a:latin typeface="Century Gothic"/>
                <a:cs typeface="Century Gothic"/>
              </a:rPr>
              <a:t>W</a:t>
            </a:r>
            <a:r>
              <a:rPr dirty="0" sz="3200" spc="-315">
                <a:latin typeface="Century Gothic"/>
                <a:cs typeface="Century Gothic"/>
              </a:rPr>
              <a:t>AL</a:t>
            </a:r>
            <a:r>
              <a:rPr dirty="0" sz="3200" spc="-150">
                <a:latin typeface="Century Gothic"/>
                <a:cs typeface="Century Gothic"/>
              </a:rPr>
              <a:t> 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409">
                <a:latin typeface="Century Gothic"/>
                <a:cs typeface="Century Gothic"/>
              </a:rPr>
              <a:t>v</a:t>
            </a:r>
            <a:r>
              <a:rPr dirty="0" sz="3200" spc="85">
                <a:latin typeface="Century Gothic"/>
                <a:cs typeface="Century Gothic"/>
              </a:rPr>
              <a:t>i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215">
                <a:latin typeface="Century Gothic"/>
                <a:cs typeface="Century Gothic"/>
              </a:rPr>
              <a:t>o</a:t>
            </a:r>
            <a:r>
              <a:rPr dirty="0" sz="3200" spc="-1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305">
                <a:latin typeface="Century Gothic"/>
                <a:cs typeface="Century Gothic"/>
              </a:rPr>
              <a:t>es</a:t>
            </a:r>
            <a:r>
              <a:rPr dirty="0" sz="3200" spc="-385">
                <a:latin typeface="Century Gothic"/>
                <a:cs typeface="Century Gothic"/>
              </a:rPr>
              <a:t>d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85">
                <a:latin typeface="Century Gothic"/>
                <a:cs typeface="Century Gothic"/>
              </a:rPr>
              <a:t>l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45">
                <a:latin typeface="Century Gothic"/>
                <a:cs typeface="Century Gothic"/>
              </a:rPr>
              <a:t> </a:t>
            </a:r>
            <a:r>
              <a:rPr dirty="0" sz="3200" spc="-459">
                <a:latin typeface="Century Gothic"/>
                <a:cs typeface="Century Gothic"/>
              </a:rPr>
              <a:t>b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25">
                <a:latin typeface="Century Gothic"/>
                <a:cs typeface="Century Gothic"/>
              </a:rPr>
              <a:t>s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-215">
                <a:latin typeface="Century Gothic"/>
                <a:cs typeface="Century Gothic"/>
              </a:rPr>
              <a:t>o</a:t>
            </a:r>
            <a:r>
              <a:rPr dirty="0" sz="3200" spc="-125">
                <a:latin typeface="Century Gothic"/>
                <a:cs typeface="Century Gothic"/>
              </a:rPr>
              <a:t>s</a:t>
            </a:r>
            <a:r>
              <a:rPr dirty="0" sz="3200" spc="25">
                <a:latin typeface="Century Gothic"/>
                <a:cs typeface="Century Gothic"/>
              </a:rPr>
              <a:t> </a:t>
            </a:r>
            <a:r>
              <a:rPr dirty="0" sz="3200" spc="-445">
                <a:latin typeface="Century Gothic"/>
                <a:cs typeface="Century Gothic"/>
              </a:rPr>
              <a:t>p</a:t>
            </a:r>
            <a:r>
              <a:rPr dirty="0" sz="3200" spc="25">
                <a:latin typeface="Century Gothic"/>
                <a:cs typeface="Century Gothic"/>
              </a:rPr>
              <a:t>r</a:t>
            </a:r>
            <a:r>
              <a:rPr dirty="0" sz="3200" spc="90">
                <a:latin typeface="Century Gothic"/>
                <a:cs typeface="Century Gothic"/>
              </a:rPr>
              <a:t>i</a:t>
            </a:r>
            <a:r>
              <a:rPr dirty="0" sz="3200" spc="-484">
                <a:latin typeface="Century Gothic"/>
                <a:cs typeface="Century Gothic"/>
              </a:rPr>
              <a:t>m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85">
                <a:latin typeface="Century Gothic"/>
                <a:cs typeface="Century Gothic"/>
              </a:rPr>
              <a:t>i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.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ts val="3595"/>
              </a:lnSpc>
            </a:pPr>
            <a:r>
              <a:rPr dirty="0" sz="3000" spc="-250" b="1">
                <a:latin typeface="Tahoma"/>
                <a:cs typeface="Tahoma"/>
              </a:rPr>
              <a:t>W</a:t>
            </a:r>
            <a:r>
              <a:rPr dirty="0" sz="3000" spc="-30" b="1">
                <a:latin typeface="Tahoma"/>
                <a:cs typeface="Tahoma"/>
              </a:rPr>
              <a:t>A</a:t>
            </a:r>
            <a:r>
              <a:rPr dirty="0" sz="3000" spc="-20" b="1">
                <a:latin typeface="Tahoma"/>
                <a:cs typeface="Tahoma"/>
              </a:rPr>
              <a:t>L</a:t>
            </a:r>
            <a:r>
              <a:rPr dirty="0" sz="3000" spc="50" b="1">
                <a:latin typeface="Tahoma"/>
                <a:cs typeface="Tahoma"/>
              </a:rPr>
              <a:t> </a:t>
            </a:r>
            <a:r>
              <a:rPr dirty="0" sz="3000" spc="-180" b="1">
                <a:latin typeface="Tahoma"/>
                <a:cs typeface="Tahoma"/>
              </a:rPr>
              <a:t>S</a:t>
            </a:r>
            <a:r>
              <a:rPr dirty="0" sz="3000" spc="30" b="1">
                <a:latin typeface="Tahoma"/>
                <a:cs typeface="Tahoma"/>
              </a:rPr>
              <a:t>e</a:t>
            </a:r>
            <a:r>
              <a:rPr dirty="0" sz="3000" spc="25" b="1">
                <a:latin typeface="Tahoma"/>
                <a:cs typeface="Tahoma"/>
              </a:rPr>
              <a:t>n</a:t>
            </a:r>
            <a:r>
              <a:rPr dirty="0" sz="3000" spc="50" b="1">
                <a:latin typeface="Tahoma"/>
                <a:cs typeface="Tahoma"/>
              </a:rPr>
              <a:t>de</a:t>
            </a:r>
            <a:r>
              <a:rPr dirty="0" sz="3000" spc="20" b="1">
                <a:latin typeface="Tahoma"/>
                <a:cs typeface="Tahoma"/>
              </a:rPr>
              <a:t>r</a:t>
            </a:r>
            <a:r>
              <a:rPr dirty="0" sz="3000" spc="-70" b="1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731520" marR="5080" indent="-502920">
              <a:lnSpc>
                <a:spcPts val="3840"/>
              </a:lnSpc>
              <a:spcBef>
                <a:spcPts val="120"/>
              </a:spcBef>
              <a:buSzPct val="45312"/>
              <a:buFont typeface="MS Gothic"/>
              <a:buChar char="●"/>
              <a:tabLst>
                <a:tab pos="444500" algn="l"/>
              </a:tabLst>
            </a:pPr>
            <a:r>
              <a:rPr dirty="0" sz="3200" spc="-415">
                <a:latin typeface="Century Gothic"/>
                <a:cs typeface="Century Gothic"/>
              </a:rPr>
              <a:t>P</a:t>
            </a:r>
            <a:r>
              <a:rPr dirty="0" sz="3200" spc="40">
                <a:latin typeface="Century Gothic"/>
                <a:cs typeface="Century Gothic"/>
              </a:rPr>
              <a:t>r</a:t>
            </a:r>
            <a:r>
              <a:rPr dirty="0" sz="3200" spc="-484">
                <a:latin typeface="Century Gothic"/>
                <a:cs typeface="Century Gothic"/>
              </a:rPr>
              <a:t>oc</a:t>
            </a:r>
            <a:r>
              <a:rPr dirty="0" sz="3200" spc="-475">
                <a:latin typeface="Century Gothic"/>
                <a:cs typeface="Century Gothic"/>
              </a:rPr>
              <a:t>e</a:t>
            </a:r>
            <a:r>
              <a:rPr dirty="0" sz="3200" spc="-25">
                <a:latin typeface="Century Gothic"/>
                <a:cs typeface="Century Gothic"/>
              </a:rPr>
              <a:t>s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25">
                <a:latin typeface="Century Gothic"/>
                <a:cs typeface="Century Gothic"/>
              </a:rPr>
              <a:t>e</a:t>
            </a:r>
            <a:r>
              <a:rPr dirty="0" sz="3200" spc="-395">
                <a:latin typeface="Century Gothic"/>
                <a:cs typeface="Century Gothic"/>
              </a:rPr>
              <a:t>n</a:t>
            </a:r>
            <a:r>
              <a:rPr dirty="0" sz="3200" spc="-620">
                <a:latin typeface="Century Gothic"/>
                <a:cs typeface="Century Gothic"/>
              </a:rPr>
              <a:t>c</a:t>
            </a:r>
            <a:r>
              <a:rPr dirty="0" sz="3200" spc="-225">
                <a:latin typeface="Century Gothic"/>
                <a:cs typeface="Century Gothic"/>
              </a:rPr>
              <a:t>ar</a:t>
            </a:r>
            <a:r>
              <a:rPr dirty="0" sz="3200" spc="-430">
                <a:latin typeface="Century Gothic"/>
                <a:cs typeface="Century Gothic"/>
              </a:rPr>
              <a:t>g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409">
                <a:latin typeface="Century Gothic"/>
                <a:cs typeface="Century Gothic"/>
              </a:rPr>
              <a:t>v</a:t>
            </a:r>
            <a:r>
              <a:rPr dirty="0" sz="3200" spc="85">
                <a:latin typeface="Century Gothic"/>
                <a:cs typeface="Century Gothic"/>
              </a:rPr>
              <a:t>i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90">
                <a:latin typeface="Century Gothic"/>
                <a:cs typeface="Century Gothic"/>
              </a:rPr>
              <a:t>l</a:t>
            </a:r>
            <a:r>
              <a:rPr dirty="0" sz="3200" spc="-325">
                <a:latin typeface="Century Gothic"/>
                <a:cs typeface="Century Gothic"/>
              </a:rPr>
              <a:t>o</a:t>
            </a:r>
            <a:r>
              <a:rPr dirty="0" sz="3200" spc="-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60">
                <a:latin typeface="Century Gothic"/>
                <a:cs typeface="Century Gothic"/>
              </a:rPr>
              <a:t>f</a:t>
            </a:r>
            <a:r>
              <a:rPr dirty="0" sz="3200" spc="-30">
                <a:latin typeface="Century Gothic"/>
                <a:cs typeface="Century Gothic"/>
              </a:rPr>
              <a:t>i</a:t>
            </a:r>
            <a:r>
              <a:rPr dirty="0" sz="3200" spc="-484">
                <a:latin typeface="Century Gothic"/>
                <a:cs typeface="Century Gothic"/>
              </a:rPr>
              <a:t>c</a:t>
            </a:r>
            <a:r>
              <a:rPr dirty="0" sz="3200" spc="-450">
                <a:latin typeface="Century Gothic"/>
                <a:cs typeface="Century Gothic"/>
              </a:rPr>
              <a:t>h</a:t>
            </a:r>
            <a:r>
              <a:rPr dirty="0" sz="3200" spc="-320">
                <a:latin typeface="Century Gothic"/>
                <a:cs typeface="Century Gothic"/>
              </a:rPr>
              <a:t>e</a:t>
            </a:r>
            <a:r>
              <a:rPr dirty="0" sz="3200" spc="-145">
                <a:latin typeface="Century Gothic"/>
                <a:cs typeface="Century Gothic"/>
              </a:rPr>
              <a:t>r</a:t>
            </a:r>
            <a:r>
              <a:rPr dirty="0" sz="3200" spc="-215">
                <a:latin typeface="Century Gothic"/>
                <a:cs typeface="Century Gothic"/>
              </a:rPr>
              <a:t>o</a:t>
            </a:r>
            <a:r>
              <a:rPr dirty="0" sz="3200" spc="-1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270">
                <a:latin typeface="Century Gothic"/>
                <a:cs typeface="Century Gothic"/>
              </a:rPr>
              <a:t>W</a:t>
            </a:r>
            <a:r>
              <a:rPr dirty="0" sz="3200" spc="-470">
                <a:latin typeface="Century Gothic"/>
                <a:cs typeface="Century Gothic"/>
              </a:rPr>
              <a:t>A</a:t>
            </a:r>
            <a:r>
              <a:rPr dirty="0" sz="3200" spc="-165">
                <a:latin typeface="Century Gothic"/>
                <a:cs typeface="Century Gothic"/>
              </a:rPr>
              <a:t>L</a:t>
            </a:r>
            <a:r>
              <a:rPr dirty="0" sz="3200" spc="25">
                <a:latin typeface="Century Gothic"/>
                <a:cs typeface="Century Gothic"/>
              </a:rPr>
              <a:t> 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90">
                <a:latin typeface="Century Gothic"/>
                <a:cs typeface="Century Gothic"/>
              </a:rPr>
              <a:t>l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-190">
                <a:latin typeface="Century Gothic"/>
                <a:cs typeface="Century Gothic"/>
              </a:rPr>
              <a:t> </a:t>
            </a:r>
            <a:r>
              <a:rPr dirty="0" sz="3200" spc="-455">
                <a:latin typeface="Century Gothic"/>
                <a:cs typeface="Century Gothic"/>
              </a:rPr>
              <a:t>b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204">
                <a:latin typeface="Century Gothic"/>
                <a:cs typeface="Century Gothic"/>
              </a:rPr>
              <a:t>s</a:t>
            </a:r>
            <a:r>
              <a:rPr dirty="0" sz="3200" spc="-335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-215">
                <a:latin typeface="Century Gothic"/>
                <a:cs typeface="Century Gothic"/>
              </a:rPr>
              <a:t>o</a:t>
            </a:r>
            <a:r>
              <a:rPr dirty="0" sz="3200" spc="-1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25">
                <a:latin typeface="Century Gothic"/>
                <a:cs typeface="Century Gothic"/>
              </a:rPr>
              <a:t>e</a:t>
            </a:r>
            <a:r>
              <a:rPr dirty="0" sz="3200" spc="-395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>
                <a:latin typeface="Century Gothic"/>
                <a:cs typeface="Century Gothic"/>
              </a:rPr>
              <a:t>S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455">
                <a:latin typeface="Century Gothic"/>
                <a:cs typeface="Century Gothic"/>
              </a:rPr>
              <a:t>b</a:t>
            </a:r>
            <a:r>
              <a:rPr dirty="0" sz="3200" spc="-710">
                <a:latin typeface="Century Gothic"/>
                <a:cs typeface="Century Gothic"/>
              </a:rPr>
              <a:t>y</a:t>
            </a:r>
            <a:r>
              <a:rPr dirty="0" sz="3200" spc="35">
                <a:latin typeface="Century Gothic"/>
                <a:cs typeface="Century Gothic"/>
              </a:rPr>
              <a:t>.</a:t>
            </a:r>
            <a:endParaRPr sz="3200">
              <a:latin typeface="Century Gothic"/>
              <a:cs typeface="Century Gothic"/>
            </a:endParaRPr>
          </a:p>
          <a:p>
            <a:pPr marL="444500" indent="-215900">
              <a:lnSpc>
                <a:spcPts val="3710"/>
              </a:lnSpc>
              <a:buSzPct val="45312"/>
              <a:buFont typeface="MS Gothic"/>
              <a:buChar char="●"/>
              <a:tabLst>
                <a:tab pos="444500" algn="l"/>
              </a:tabLst>
            </a:pPr>
            <a:r>
              <a:rPr dirty="0" sz="3200" spc="45">
                <a:latin typeface="Century Gothic"/>
                <a:cs typeface="Century Gothic"/>
              </a:rPr>
              <a:t>H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430">
                <a:latin typeface="Century Gothic"/>
                <a:cs typeface="Century Gothic"/>
              </a:rPr>
              <a:t>y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275">
                <a:latin typeface="Century Gothic"/>
                <a:cs typeface="Century Gothic"/>
              </a:rPr>
              <a:t>u</a:t>
            </a:r>
            <a:r>
              <a:rPr dirty="0" sz="3200" spc="-305">
                <a:latin typeface="Century Gothic"/>
                <a:cs typeface="Century Gothic"/>
              </a:rPr>
              <a:t>no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55">
                <a:latin typeface="Century Gothic"/>
                <a:cs typeface="Century Gothic"/>
              </a:rPr>
              <a:t>p</a:t>
            </a:r>
            <a:r>
              <a:rPr dirty="0" sz="3200" spc="-195">
                <a:latin typeface="Century Gothic"/>
                <a:cs typeface="Century Gothic"/>
              </a:rPr>
              <a:t>o</a:t>
            </a:r>
            <a:r>
              <a:rPr dirty="0" sz="3200" spc="-90">
                <a:latin typeface="Century Gothic"/>
                <a:cs typeface="Century Gothic"/>
              </a:rPr>
              <a:t>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545">
                <a:latin typeface="Century Gothic"/>
                <a:cs typeface="Century Gothic"/>
              </a:rPr>
              <a:t>c</a:t>
            </a:r>
            <a:r>
              <a:rPr dirty="0" sz="3200" spc="-565">
                <a:latin typeface="Century Gothic"/>
                <a:cs typeface="Century Gothic"/>
              </a:rPr>
              <a:t>a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45">
                <a:latin typeface="Century Gothic"/>
                <a:cs typeface="Century Gothic"/>
              </a:rPr>
              <a:t> </a:t>
            </a:r>
            <a:r>
              <a:rPr dirty="0" sz="3200" spc="-204">
                <a:latin typeface="Century Gothic"/>
                <a:cs typeface="Century Gothic"/>
              </a:rPr>
              <a:t>s</a:t>
            </a:r>
            <a:r>
              <a:rPr dirty="0" sz="3200" spc="-330">
                <a:latin typeface="Century Gothic"/>
                <a:cs typeface="Century Gothic"/>
              </a:rPr>
              <a:t>e</a:t>
            </a:r>
            <a:r>
              <a:rPr dirty="0" sz="3200" spc="25">
                <a:latin typeface="Century Gothic"/>
                <a:cs typeface="Century Gothic"/>
              </a:rPr>
              <a:t>r</a:t>
            </a:r>
            <a:r>
              <a:rPr dirty="0" sz="3200" spc="-409">
                <a:latin typeface="Century Gothic"/>
                <a:cs typeface="Century Gothic"/>
              </a:rPr>
              <a:t>v</a:t>
            </a:r>
            <a:r>
              <a:rPr dirty="0" sz="3200" spc="90">
                <a:latin typeface="Century Gothic"/>
                <a:cs typeface="Century Gothic"/>
              </a:rPr>
              <a:t>i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195">
                <a:latin typeface="Century Gothic"/>
                <a:cs typeface="Century Gothic"/>
              </a:rPr>
              <a:t>o</a:t>
            </a:r>
            <a:r>
              <a:rPr dirty="0" sz="3200" spc="-90">
                <a:latin typeface="Century Gothic"/>
                <a:cs typeface="Century Gothic"/>
              </a:rPr>
              <a:t>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5">
                <a:latin typeface="Century Gothic"/>
                <a:cs typeface="Century Gothic"/>
              </a:rPr>
              <a:t>S</a:t>
            </a:r>
            <a:r>
              <a:rPr dirty="0" sz="3200" spc="-295">
                <a:latin typeface="Century Gothic"/>
                <a:cs typeface="Century Gothic"/>
              </a:rPr>
              <a:t>t</a:t>
            </a:r>
            <a:r>
              <a:rPr dirty="0" sz="3200" spc="-455">
                <a:latin typeface="Century Gothic"/>
                <a:cs typeface="Century Gothic"/>
              </a:rPr>
              <a:t>a</a:t>
            </a:r>
            <a:r>
              <a:rPr dirty="0" sz="3200" spc="-305">
                <a:latin typeface="Century Gothic"/>
                <a:cs typeface="Century Gothic"/>
              </a:rPr>
              <a:t>n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455">
                <a:latin typeface="Century Gothic"/>
                <a:cs typeface="Century Gothic"/>
              </a:rPr>
              <a:t>b</a:t>
            </a:r>
            <a:r>
              <a:rPr dirty="0" sz="3200" spc="-710">
                <a:latin typeface="Century Gothic"/>
                <a:cs typeface="Century Gothic"/>
              </a:rPr>
              <a:t>y</a:t>
            </a:r>
            <a:r>
              <a:rPr dirty="0" sz="3200" spc="35">
                <a:latin typeface="Century Gothic"/>
                <a:cs typeface="Century Gothic"/>
              </a:rPr>
              <a:t>.</a:t>
            </a:r>
            <a:endParaRPr sz="3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2671536"/>
            <a:ext cx="8420100" cy="4467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235"/>
              </a:lnSpc>
            </a:pPr>
            <a:r>
              <a:rPr dirty="0" sz="2700" spc="-70" b="1">
                <a:latin typeface="Tahoma"/>
                <a:cs typeface="Tahoma"/>
              </a:rPr>
              <a:t>L</a:t>
            </a:r>
            <a:r>
              <a:rPr dirty="0" sz="2700" spc="-70" b="1">
                <a:latin typeface="Tahoma"/>
                <a:cs typeface="Tahoma"/>
              </a:rPr>
              <a:t>o</a:t>
            </a:r>
            <a:r>
              <a:rPr dirty="0" sz="2700" spc="65" b="1">
                <a:latin typeface="Tahoma"/>
                <a:cs typeface="Tahoma"/>
              </a:rPr>
              <a:t>g</a:t>
            </a:r>
            <a:r>
              <a:rPr dirty="0" sz="2700" spc="55" b="1">
                <a:latin typeface="Tahoma"/>
                <a:cs typeface="Tahoma"/>
              </a:rPr>
              <a:t>g</a:t>
            </a:r>
            <a:r>
              <a:rPr dirty="0" sz="2700" spc="30" b="1">
                <a:latin typeface="Tahoma"/>
                <a:cs typeface="Tahoma"/>
              </a:rPr>
              <a:t>e</a:t>
            </a:r>
            <a:r>
              <a:rPr dirty="0" sz="2700" spc="-30" b="1">
                <a:latin typeface="Tahoma"/>
                <a:cs typeface="Tahoma"/>
              </a:rPr>
              <a:t>r:</a:t>
            </a:r>
            <a:endParaRPr sz="2700">
              <a:latin typeface="Tahoma"/>
              <a:cs typeface="Tahoma"/>
            </a:endParaRPr>
          </a:p>
          <a:p>
            <a:pPr marL="615950" indent="-421640">
              <a:lnSpc>
                <a:spcPts val="3235"/>
              </a:lnSpc>
              <a:buSzPct val="43396"/>
              <a:buFont typeface="MS Gothic"/>
              <a:buChar char="●"/>
              <a:tabLst>
                <a:tab pos="375920" algn="l"/>
              </a:tabLst>
            </a:pPr>
            <a:r>
              <a:rPr dirty="0" sz="2650" spc="-35">
                <a:latin typeface="Century Gothic"/>
                <a:cs typeface="Century Gothic"/>
              </a:rPr>
              <a:t>E</a:t>
            </a:r>
            <a:r>
              <a:rPr dirty="0" sz="2650" spc="-25">
                <a:latin typeface="Century Gothic"/>
                <a:cs typeface="Century Gothic"/>
              </a:rPr>
              <a:t>s</a:t>
            </a:r>
            <a:r>
              <a:rPr dirty="0" sz="2650" spc="40">
                <a:latin typeface="Century Gothic"/>
                <a:cs typeface="Century Gothic"/>
              </a:rPr>
              <a:t> </a:t>
            </a:r>
            <a:r>
              <a:rPr dirty="0" sz="2650" spc="-300">
                <a:latin typeface="Century Gothic"/>
                <a:cs typeface="Century Gothic"/>
              </a:rPr>
              <a:t>o</a:t>
            </a:r>
            <a:r>
              <a:rPr dirty="0" sz="2650" spc="-320">
                <a:latin typeface="Century Gothic"/>
                <a:cs typeface="Century Gothic"/>
              </a:rPr>
              <a:t>p</a:t>
            </a:r>
            <a:r>
              <a:rPr dirty="0" sz="2650" spc="-220">
                <a:latin typeface="Century Gothic"/>
                <a:cs typeface="Century Gothic"/>
              </a:rPr>
              <a:t>cio</a:t>
            </a:r>
            <a:r>
              <a:rPr dirty="0" sz="2650" spc="-260">
                <a:latin typeface="Century Gothic"/>
                <a:cs typeface="Century Gothic"/>
              </a:rPr>
              <a:t>n</a:t>
            </a:r>
            <a:r>
              <a:rPr dirty="0" sz="2700" spc="-420">
                <a:latin typeface="Century Gothic"/>
                <a:cs typeface="Century Gothic"/>
              </a:rPr>
              <a:t>a</a:t>
            </a:r>
            <a:r>
              <a:rPr dirty="0" sz="2700" spc="35">
                <a:latin typeface="Century Gothic"/>
                <a:cs typeface="Century Gothic"/>
              </a:rPr>
              <a:t>l</a:t>
            </a:r>
            <a:r>
              <a:rPr dirty="0" sz="2700" spc="55">
                <a:latin typeface="Century Gothic"/>
                <a:cs typeface="Century Gothic"/>
              </a:rPr>
              <a:t>,</a:t>
            </a:r>
            <a:r>
              <a:rPr dirty="0" sz="2700" spc="30">
                <a:latin typeface="Century Gothic"/>
                <a:cs typeface="Century Gothic"/>
              </a:rPr>
              <a:t> </a:t>
            </a:r>
            <a:r>
              <a:rPr dirty="0" sz="2700" spc="-390">
                <a:latin typeface="Century Gothic"/>
                <a:cs typeface="Century Gothic"/>
              </a:rPr>
              <a:t>p</a:t>
            </a:r>
            <a:r>
              <a:rPr dirty="0" sz="2700" spc="-300">
                <a:latin typeface="Century Gothic"/>
                <a:cs typeface="Century Gothic"/>
              </a:rPr>
              <a:t>o</a:t>
            </a:r>
            <a:r>
              <a:rPr dirty="0" sz="2650" spc="45">
                <a:latin typeface="Century Gothic"/>
                <a:cs typeface="Century Gothic"/>
              </a:rPr>
              <a:t>r</a:t>
            </a:r>
            <a:r>
              <a:rPr dirty="0" sz="2650" spc="50">
                <a:latin typeface="Century Gothic"/>
                <a:cs typeface="Century Gothic"/>
              </a:rPr>
              <a:t> </a:t>
            </a:r>
            <a:r>
              <a:rPr dirty="0" sz="2700" spc="-420">
                <a:latin typeface="Century Gothic"/>
                <a:cs typeface="Century Gothic"/>
              </a:rPr>
              <a:t>d</a:t>
            </a:r>
            <a:r>
              <a:rPr dirty="0" sz="2700" spc="-434">
                <a:latin typeface="Century Gothic"/>
                <a:cs typeface="Century Gothic"/>
              </a:rPr>
              <a:t>e</a:t>
            </a:r>
            <a:r>
              <a:rPr dirty="0" sz="2700" spc="-155">
                <a:latin typeface="Century Gothic"/>
                <a:cs typeface="Century Gothic"/>
              </a:rPr>
              <a:t>f</a:t>
            </a:r>
            <a:r>
              <a:rPr dirty="0" sz="2700" spc="-434">
                <a:latin typeface="Century Gothic"/>
                <a:cs typeface="Century Gothic"/>
              </a:rPr>
              <a:t>e</a:t>
            </a:r>
            <a:r>
              <a:rPr dirty="0" sz="2700" spc="-535">
                <a:latin typeface="Century Gothic"/>
                <a:cs typeface="Century Gothic"/>
              </a:rPr>
              <a:t>c</a:t>
            </a:r>
            <a:r>
              <a:rPr dirty="0" sz="2700" spc="-190">
                <a:latin typeface="Century Gothic"/>
                <a:cs typeface="Century Gothic"/>
              </a:rPr>
              <a:t>t</a:t>
            </a:r>
            <a:r>
              <a:rPr dirty="0" sz="2700" spc="-355">
                <a:latin typeface="Century Gothic"/>
                <a:cs typeface="Century Gothic"/>
              </a:rPr>
              <a:t>o</a:t>
            </a:r>
            <a:r>
              <a:rPr dirty="0" sz="2700" spc="25">
                <a:latin typeface="Century Gothic"/>
                <a:cs typeface="Century Gothic"/>
              </a:rPr>
              <a:t> </a:t>
            </a:r>
            <a:r>
              <a:rPr dirty="0" sz="2700" spc="-15">
                <a:latin typeface="Century Gothic"/>
                <a:cs typeface="Century Gothic"/>
              </a:rPr>
              <a:t>s</a:t>
            </a:r>
            <a:r>
              <a:rPr dirty="0" sz="2700" spc="-425">
                <a:latin typeface="Century Gothic"/>
                <a:cs typeface="Century Gothic"/>
              </a:rPr>
              <a:t>e</a:t>
            </a:r>
            <a:r>
              <a:rPr dirty="0" sz="2700" spc="20">
                <a:latin typeface="Century Gothic"/>
                <a:cs typeface="Century Gothic"/>
              </a:rPr>
              <a:t> </a:t>
            </a:r>
            <a:r>
              <a:rPr dirty="0" sz="2700" spc="-434">
                <a:latin typeface="Century Gothic"/>
                <a:cs typeface="Century Gothic"/>
              </a:rPr>
              <a:t>e</a:t>
            </a:r>
            <a:r>
              <a:rPr dirty="0" sz="2700" spc="-245">
                <a:latin typeface="Century Gothic"/>
                <a:cs typeface="Century Gothic"/>
              </a:rPr>
              <a:t>n</a:t>
            </a:r>
            <a:r>
              <a:rPr dirty="0" sz="2700" spc="-535">
                <a:latin typeface="Century Gothic"/>
                <a:cs typeface="Century Gothic"/>
              </a:rPr>
              <a:t>c</a:t>
            </a:r>
            <a:r>
              <a:rPr dirty="0" sz="2700" spc="-240">
                <a:latin typeface="Century Gothic"/>
                <a:cs typeface="Century Gothic"/>
              </a:rPr>
              <a:t>u</a:t>
            </a:r>
            <a:r>
              <a:rPr dirty="0" sz="2700" spc="-240">
                <a:latin typeface="Century Gothic"/>
                <a:cs typeface="Century Gothic"/>
              </a:rPr>
              <a:t>entr</a:t>
            </a:r>
            <a:r>
              <a:rPr dirty="0" sz="2700" spc="-409">
                <a:latin typeface="Century Gothic"/>
                <a:cs typeface="Century Gothic"/>
              </a:rPr>
              <a:t>a</a:t>
            </a:r>
            <a:r>
              <a:rPr dirty="0" sz="2700" spc="30">
                <a:latin typeface="Century Gothic"/>
                <a:cs typeface="Century Gothic"/>
              </a:rPr>
              <a:t> </a:t>
            </a:r>
            <a:r>
              <a:rPr dirty="0" sz="2700" spc="-420">
                <a:latin typeface="Century Gothic"/>
                <a:cs typeface="Century Gothic"/>
              </a:rPr>
              <a:t>d</a:t>
            </a:r>
            <a:r>
              <a:rPr dirty="0" sz="2700" spc="-434">
                <a:latin typeface="Century Gothic"/>
                <a:cs typeface="Century Gothic"/>
              </a:rPr>
              <a:t>e</a:t>
            </a:r>
            <a:r>
              <a:rPr dirty="0" sz="2700" spc="-25">
                <a:latin typeface="Century Gothic"/>
                <a:cs typeface="Century Gothic"/>
              </a:rPr>
              <a:t>s</a:t>
            </a:r>
            <a:r>
              <a:rPr dirty="0" sz="2700" spc="-409">
                <a:latin typeface="Century Gothic"/>
                <a:cs typeface="Century Gothic"/>
              </a:rPr>
              <a:t>a</a:t>
            </a:r>
            <a:r>
              <a:rPr dirty="0" sz="2700" spc="-535">
                <a:latin typeface="Century Gothic"/>
                <a:cs typeface="Century Gothic"/>
              </a:rPr>
              <a:t>c</a:t>
            </a:r>
            <a:r>
              <a:rPr dirty="0" sz="2700" spc="-114">
                <a:latin typeface="Century Gothic"/>
                <a:cs typeface="Century Gothic"/>
              </a:rPr>
              <a:t>t</a:t>
            </a:r>
            <a:r>
              <a:rPr dirty="0" sz="2700" spc="-60">
                <a:latin typeface="Century Gothic"/>
                <a:cs typeface="Century Gothic"/>
              </a:rPr>
              <a:t>i</a:t>
            </a:r>
            <a:r>
              <a:rPr dirty="0" sz="2700" spc="-360">
                <a:latin typeface="Century Gothic"/>
                <a:cs typeface="Century Gothic"/>
              </a:rPr>
              <a:t>v</a:t>
            </a:r>
            <a:r>
              <a:rPr dirty="0" sz="2700" spc="-420">
                <a:latin typeface="Century Gothic"/>
                <a:cs typeface="Century Gothic"/>
              </a:rPr>
              <a:t>a</a:t>
            </a:r>
            <a:r>
              <a:rPr dirty="0" sz="2700" spc="-420">
                <a:latin typeface="Century Gothic"/>
                <a:cs typeface="Century Gothic"/>
              </a:rPr>
              <a:t>d</a:t>
            </a:r>
            <a:r>
              <a:rPr dirty="0" sz="2700" spc="-135">
                <a:latin typeface="Century Gothic"/>
                <a:cs typeface="Century Gothic"/>
              </a:rPr>
              <a:t>o.</a:t>
            </a:r>
            <a:endParaRPr sz="27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Font typeface="MS Gothic"/>
              <a:buChar char="●"/>
            </a:pPr>
            <a:endParaRPr sz="2750">
              <a:latin typeface="Times New Roman"/>
              <a:cs typeface="Times New Roman"/>
            </a:endParaRPr>
          </a:p>
          <a:p>
            <a:pPr marL="615950" marR="5080" indent="-421640">
              <a:lnSpc>
                <a:spcPct val="101400"/>
              </a:lnSpc>
              <a:buSzPct val="42592"/>
              <a:buFont typeface="MS Gothic"/>
              <a:buChar char="●"/>
              <a:tabLst>
                <a:tab pos="375920" algn="l"/>
              </a:tabLst>
            </a:pPr>
            <a:r>
              <a:rPr dirty="0" sz="2700" spc="-140">
                <a:latin typeface="Century Gothic"/>
                <a:cs typeface="Century Gothic"/>
              </a:rPr>
              <a:t>T</a:t>
            </a:r>
            <a:r>
              <a:rPr dirty="0" sz="2700" spc="-345">
                <a:latin typeface="Century Gothic"/>
                <a:cs typeface="Century Gothic"/>
              </a:rPr>
              <a:t>o</a:t>
            </a:r>
            <a:r>
              <a:rPr dirty="0" sz="2700" spc="-365">
                <a:latin typeface="Century Gothic"/>
                <a:cs typeface="Century Gothic"/>
              </a:rPr>
              <a:t>d</a:t>
            </a:r>
            <a:r>
              <a:rPr dirty="0" sz="2700" spc="-200">
                <a:latin typeface="Century Gothic"/>
                <a:cs typeface="Century Gothic"/>
              </a:rPr>
              <a:t>o</a:t>
            </a:r>
            <a:r>
              <a:rPr dirty="0" sz="2700" spc="-120">
                <a:latin typeface="Century Gothic"/>
                <a:cs typeface="Century Gothic"/>
              </a:rPr>
              <a:t>s</a:t>
            </a:r>
            <a:r>
              <a:rPr dirty="0" sz="2700" spc="40">
                <a:latin typeface="Century Gothic"/>
                <a:cs typeface="Century Gothic"/>
              </a:rPr>
              <a:t> </a:t>
            </a:r>
            <a:r>
              <a:rPr dirty="0" sz="2700" spc="-90">
                <a:latin typeface="Century Gothic"/>
                <a:cs typeface="Century Gothic"/>
              </a:rPr>
              <a:t>lo</a:t>
            </a:r>
            <a:r>
              <a:rPr dirty="0" sz="2700" spc="-75">
                <a:latin typeface="Century Gothic"/>
                <a:cs typeface="Century Gothic"/>
              </a:rPr>
              <a:t>s</a:t>
            </a:r>
            <a:r>
              <a:rPr dirty="0" sz="2700" spc="30">
                <a:latin typeface="Century Gothic"/>
                <a:cs typeface="Century Gothic"/>
              </a:rPr>
              <a:t> </a:t>
            </a:r>
            <a:r>
              <a:rPr dirty="0" sz="2700" spc="-400">
                <a:latin typeface="Century Gothic"/>
                <a:cs typeface="Century Gothic"/>
              </a:rPr>
              <a:t>p</a:t>
            </a:r>
            <a:r>
              <a:rPr dirty="0" sz="2700" spc="30">
                <a:latin typeface="Century Gothic"/>
                <a:cs typeface="Century Gothic"/>
              </a:rPr>
              <a:t>r</a:t>
            </a:r>
            <a:r>
              <a:rPr dirty="0" sz="2700" spc="-409">
                <a:latin typeface="Century Gothic"/>
                <a:cs typeface="Century Gothic"/>
              </a:rPr>
              <a:t>oc</a:t>
            </a:r>
            <a:r>
              <a:rPr dirty="0" sz="2700" spc="-415">
                <a:latin typeface="Century Gothic"/>
                <a:cs typeface="Century Gothic"/>
              </a:rPr>
              <a:t>e</a:t>
            </a:r>
            <a:r>
              <a:rPr dirty="0" sz="2700" spc="-25">
                <a:latin typeface="Century Gothic"/>
                <a:cs typeface="Century Gothic"/>
              </a:rPr>
              <a:t>s</a:t>
            </a:r>
            <a:r>
              <a:rPr dirty="0" sz="2700" spc="-200">
                <a:latin typeface="Century Gothic"/>
                <a:cs typeface="Century Gothic"/>
              </a:rPr>
              <a:t>o</a:t>
            </a:r>
            <a:r>
              <a:rPr dirty="0" sz="2700" spc="-120">
                <a:latin typeface="Century Gothic"/>
                <a:cs typeface="Century Gothic"/>
              </a:rPr>
              <a:t>s</a:t>
            </a:r>
            <a:r>
              <a:rPr dirty="0" sz="2700" spc="30">
                <a:latin typeface="Century Gothic"/>
                <a:cs typeface="Century Gothic"/>
              </a:rPr>
              <a:t> </a:t>
            </a:r>
            <a:r>
              <a:rPr dirty="0" sz="2700" spc="-409">
                <a:latin typeface="Century Gothic"/>
                <a:cs typeface="Century Gothic"/>
              </a:rPr>
              <a:t>d</a:t>
            </a:r>
            <a:r>
              <a:rPr dirty="0" sz="2700" spc="-425">
                <a:latin typeface="Century Gothic"/>
                <a:cs typeface="Century Gothic"/>
              </a:rPr>
              <a:t>e</a:t>
            </a:r>
            <a:r>
              <a:rPr dirty="0" sz="2700" spc="20">
                <a:latin typeface="Century Gothic"/>
                <a:cs typeface="Century Gothic"/>
              </a:rPr>
              <a:t> </a:t>
            </a:r>
            <a:r>
              <a:rPr dirty="0" sz="2700" spc="-240">
                <a:latin typeface="Century Gothic"/>
                <a:cs typeface="Century Gothic"/>
              </a:rPr>
              <a:t>u</a:t>
            </a:r>
            <a:r>
              <a:rPr dirty="0" sz="2700" spc="-250">
                <a:latin typeface="Century Gothic"/>
                <a:cs typeface="Century Gothic"/>
              </a:rPr>
              <a:t>t</a:t>
            </a:r>
            <a:r>
              <a:rPr dirty="0" sz="2700" spc="70">
                <a:latin typeface="Century Gothic"/>
                <a:cs typeface="Century Gothic"/>
              </a:rPr>
              <a:t>il</a:t>
            </a:r>
            <a:r>
              <a:rPr dirty="0" sz="2700" spc="80">
                <a:latin typeface="Century Gothic"/>
                <a:cs typeface="Century Gothic"/>
              </a:rPr>
              <a:t>i</a:t>
            </a:r>
            <a:r>
              <a:rPr dirty="0" sz="2700" spc="-420">
                <a:latin typeface="Century Gothic"/>
                <a:cs typeface="Century Gothic"/>
              </a:rPr>
              <a:t>d</a:t>
            </a:r>
            <a:r>
              <a:rPr dirty="0" sz="2700" spc="-420">
                <a:latin typeface="Century Gothic"/>
                <a:cs typeface="Century Gothic"/>
              </a:rPr>
              <a:t>a</a:t>
            </a:r>
            <a:r>
              <a:rPr dirty="0" sz="2700" spc="-409">
                <a:latin typeface="Century Gothic"/>
                <a:cs typeface="Century Gothic"/>
              </a:rPr>
              <a:t>d</a:t>
            </a:r>
            <a:r>
              <a:rPr dirty="0" sz="2700" spc="20">
                <a:latin typeface="Century Gothic"/>
                <a:cs typeface="Century Gothic"/>
              </a:rPr>
              <a:t> </a:t>
            </a:r>
            <a:r>
              <a:rPr dirty="0" sz="2700" spc="70">
                <a:latin typeface="Century Gothic"/>
                <a:cs typeface="Century Gothic"/>
              </a:rPr>
              <a:t>j</a:t>
            </a:r>
            <a:r>
              <a:rPr dirty="0" sz="2700" spc="-240">
                <a:latin typeface="Century Gothic"/>
                <a:cs typeface="Century Gothic"/>
              </a:rPr>
              <a:t>u</a:t>
            </a:r>
            <a:r>
              <a:rPr dirty="0" sz="2700" spc="-245">
                <a:latin typeface="Century Gothic"/>
                <a:cs typeface="Century Gothic"/>
              </a:rPr>
              <a:t>n</a:t>
            </a:r>
            <a:r>
              <a:rPr dirty="0" sz="2700" spc="-190">
                <a:latin typeface="Century Gothic"/>
                <a:cs typeface="Century Gothic"/>
              </a:rPr>
              <a:t>t</a:t>
            </a:r>
            <a:r>
              <a:rPr dirty="0" sz="2700" spc="-355">
                <a:latin typeface="Century Gothic"/>
                <a:cs typeface="Century Gothic"/>
              </a:rPr>
              <a:t>o</a:t>
            </a:r>
            <a:r>
              <a:rPr dirty="0" sz="2700" spc="25">
                <a:latin typeface="Century Gothic"/>
                <a:cs typeface="Century Gothic"/>
              </a:rPr>
              <a:t> </a:t>
            </a:r>
            <a:r>
              <a:rPr dirty="0" sz="2700" spc="-375">
                <a:latin typeface="Century Gothic"/>
                <a:cs typeface="Century Gothic"/>
              </a:rPr>
              <a:t>co</a:t>
            </a:r>
            <a:r>
              <a:rPr dirty="0" sz="2700" spc="-350">
                <a:latin typeface="Century Gothic"/>
                <a:cs typeface="Century Gothic"/>
              </a:rPr>
              <a:t>n</a:t>
            </a:r>
            <a:r>
              <a:rPr dirty="0" sz="2700" spc="25">
                <a:latin typeface="Century Gothic"/>
                <a:cs typeface="Century Gothic"/>
              </a:rPr>
              <a:t> </a:t>
            </a:r>
            <a:r>
              <a:rPr dirty="0" sz="2700" spc="-90">
                <a:latin typeface="Century Gothic"/>
                <a:cs typeface="Century Gothic"/>
              </a:rPr>
              <a:t>lo</a:t>
            </a:r>
            <a:r>
              <a:rPr dirty="0" sz="2700" spc="-75">
                <a:latin typeface="Century Gothic"/>
                <a:cs typeface="Century Gothic"/>
              </a:rPr>
              <a:t>s</a:t>
            </a:r>
            <a:r>
              <a:rPr dirty="0" sz="2700" spc="40">
                <a:latin typeface="Century Gothic"/>
                <a:cs typeface="Century Gothic"/>
              </a:rPr>
              <a:t> </a:t>
            </a:r>
            <a:r>
              <a:rPr dirty="0" sz="2700" spc="-400">
                <a:latin typeface="Century Gothic"/>
                <a:cs typeface="Century Gothic"/>
              </a:rPr>
              <a:t>p</a:t>
            </a:r>
            <a:r>
              <a:rPr dirty="0" sz="2700" spc="30">
                <a:latin typeface="Century Gothic"/>
                <a:cs typeface="Century Gothic"/>
              </a:rPr>
              <a:t>r</a:t>
            </a:r>
            <a:r>
              <a:rPr dirty="0" sz="2700" spc="-415">
                <a:latin typeface="Century Gothic"/>
                <a:cs typeface="Century Gothic"/>
              </a:rPr>
              <a:t>o</a:t>
            </a:r>
            <a:r>
              <a:rPr dirty="0" sz="2700" spc="-415">
                <a:latin typeface="Century Gothic"/>
                <a:cs typeface="Century Gothic"/>
              </a:rPr>
              <a:t>c</a:t>
            </a:r>
            <a:r>
              <a:rPr dirty="0" sz="2700" spc="-434">
                <a:latin typeface="Century Gothic"/>
                <a:cs typeface="Century Gothic"/>
              </a:rPr>
              <a:t>e</a:t>
            </a:r>
            <a:r>
              <a:rPr dirty="0" sz="2700" spc="-15">
                <a:latin typeface="Century Gothic"/>
                <a:cs typeface="Century Gothic"/>
              </a:rPr>
              <a:t>s</a:t>
            </a:r>
            <a:r>
              <a:rPr dirty="0" sz="2700" spc="-200">
                <a:latin typeface="Century Gothic"/>
                <a:cs typeface="Century Gothic"/>
              </a:rPr>
              <a:t>o</a:t>
            </a:r>
            <a:r>
              <a:rPr dirty="0" sz="2700" spc="-120">
                <a:latin typeface="Century Gothic"/>
                <a:cs typeface="Century Gothic"/>
              </a:rPr>
              <a:t>s</a:t>
            </a:r>
            <a:r>
              <a:rPr dirty="0" sz="2700" spc="30">
                <a:latin typeface="Century Gothic"/>
                <a:cs typeface="Century Gothic"/>
              </a:rPr>
              <a:t> </a:t>
            </a:r>
            <a:r>
              <a:rPr dirty="0" sz="2700" spc="-420">
                <a:latin typeface="Century Gothic"/>
                <a:cs typeface="Century Gothic"/>
              </a:rPr>
              <a:t>d</a:t>
            </a:r>
            <a:r>
              <a:rPr dirty="0" sz="2700" spc="-425">
                <a:latin typeface="Century Gothic"/>
                <a:cs typeface="Century Gothic"/>
              </a:rPr>
              <a:t>e</a:t>
            </a:r>
            <a:r>
              <a:rPr dirty="0" sz="2700" spc="-180">
                <a:latin typeface="Century Gothic"/>
                <a:cs typeface="Century Gothic"/>
              </a:rPr>
              <a:t> </a:t>
            </a:r>
            <a:r>
              <a:rPr dirty="0" sz="2650" spc="-375">
                <a:latin typeface="Century Gothic"/>
                <a:cs typeface="Century Gothic"/>
              </a:rPr>
              <a:t>b</a:t>
            </a: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-310">
                <a:latin typeface="Century Gothic"/>
                <a:cs typeface="Century Gothic"/>
              </a:rPr>
              <a:t>ck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225">
                <a:latin typeface="Century Gothic"/>
                <a:cs typeface="Century Gothic"/>
              </a:rPr>
              <a:t>n</a:t>
            </a:r>
            <a:r>
              <a:rPr dirty="0" sz="2650" spc="-375">
                <a:latin typeface="Century Gothic"/>
                <a:cs typeface="Century Gothic"/>
              </a:rPr>
              <a:t>d</a:t>
            </a:r>
            <a:r>
              <a:rPr dirty="0" sz="2650" spc="-15">
                <a:latin typeface="Century Gothic"/>
                <a:cs typeface="Century Gothic"/>
              </a:rPr>
              <a:t>s</a:t>
            </a:r>
            <a:r>
              <a:rPr dirty="0" sz="2650" spc="40">
                <a:latin typeface="Century Gothic"/>
                <a:cs typeface="Century Gothic"/>
              </a:rPr>
              <a:t> </a:t>
            </a:r>
            <a:r>
              <a:rPr dirty="0" sz="2650" spc="-345">
                <a:latin typeface="Century Gothic"/>
                <a:cs typeface="Century Gothic"/>
              </a:rPr>
              <a:t>y</a:t>
            </a:r>
            <a:r>
              <a:rPr dirty="0" sz="2650" spc="35">
                <a:latin typeface="Century Gothic"/>
                <a:cs typeface="Century Gothic"/>
              </a:rPr>
              <a:t> </a:t>
            </a:r>
            <a:r>
              <a:rPr dirty="0" sz="2650" spc="-375">
                <a:latin typeface="Century Gothic"/>
                <a:cs typeface="Century Gothic"/>
              </a:rPr>
              <a:t>p</a:t>
            </a:r>
            <a:r>
              <a:rPr dirty="0" sz="2650" spc="-240">
                <a:latin typeface="Century Gothic"/>
                <a:cs typeface="Century Gothic"/>
              </a:rPr>
              <a:t>o</a:t>
            </a:r>
            <a:r>
              <a:rPr dirty="0" sz="2650" spc="-15">
                <a:latin typeface="Century Gothic"/>
                <a:cs typeface="Century Gothic"/>
              </a:rPr>
              <a:t>s</a:t>
            </a:r>
            <a:r>
              <a:rPr dirty="0" sz="2650" spc="-310">
                <a:latin typeface="Century Gothic"/>
                <a:cs typeface="Century Gothic"/>
              </a:rPr>
              <a:t>tm</a:t>
            </a: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-5">
                <a:latin typeface="Century Gothic"/>
                <a:cs typeface="Century Gothic"/>
              </a:rPr>
              <a:t>s</a:t>
            </a:r>
            <a:r>
              <a:rPr dirty="0" sz="2650" spc="-225">
                <a:latin typeface="Century Gothic"/>
                <a:cs typeface="Century Gothic"/>
              </a:rPr>
              <a:t>t</a:t>
            </a:r>
            <a:r>
              <a:rPr dirty="0" sz="2650" spc="-425">
                <a:latin typeface="Century Gothic"/>
                <a:cs typeface="Century Gothic"/>
              </a:rPr>
              <a:t>e</a:t>
            </a:r>
            <a:r>
              <a:rPr dirty="0" sz="2650" spc="45">
                <a:latin typeface="Century Gothic"/>
                <a:cs typeface="Century Gothic"/>
              </a:rPr>
              <a:t>r</a:t>
            </a:r>
            <a:r>
              <a:rPr dirty="0" sz="2650" spc="40">
                <a:latin typeface="Century Gothic"/>
                <a:cs typeface="Century Gothic"/>
              </a:rPr>
              <a:t> </a:t>
            </a:r>
            <a:r>
              <a:rPr dirty="0" sz="2650" spc="-15">
                <a:latin typeface="Century Gothic"/>
                <a:cs typeface="Century Gothic"/>
              </a:rPr>
              <a:t>s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40">
                <a:latin typeface="Century Gothic"/>
                <a:cs typeface="Century Gothic"/>
              </a:rPr>
              <a:t> 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365">
                <a:latin typeface="Century Gothic"/>
                <a:cs typeface="Century Gothic"/>
              </a:rPr>
              <a:t>nca</a:t>
            </a:r>
            <a:r>
              <a:rPr dirty="0" sz="2650" spc="45">
                <a:latin typeface="Century Gothic"/>
                <a:cs typeface="Century Gothic"/>
              </a:rPr>
              <a:t>r</a:t>
            </a:r>
            <a:r>
              <a:rPr dirty="0" sz="2650" spc="-350">
                <a:latin typeface="Century Gothic"/>
                <a:cs typeface="Century Gothic"/>
              </a:rPr>
              <a:t>g</a:t>
            </a: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-229">
                <a:latin typeface="Century Gothic"/>
                <a:cs typeface="Century Gothic"/>
              </a:rPr>
              <a:t>n</a:t>
            </a:r>
            <a:r>
              <a:rPr dirty="0" sz="2650" spc="45">
                <a:latin typeface="Century Gothic"/>
                <a:cs typeface="Century Gothic"/>
              </a:rPr>
              <a:t> </a:t>
            </a:r>
            <a:r>
              <a:rPr dirty="0" sz="2650" spc="-375">
                <a:latin typeface="Century Gothic"/>
                <a:cs typeface="Century Gothic"/>
              </a:rPr>
              <a:t>d</a:t>
            </a:r>
            <a:r>
              <a:rPr dirty="0" sz="2650" spc="-400">
                <a:latin typeface="Century Gothic"/>
                <a:cs typeface="Century Gothic"/>
              </a:rPr>
              <a:t>e</a:t>
            </a:r>
            <a:r>
              <a:rPr dirty="0" sz="2650" spc="35">
                <a:latin typeface="Century Gothic"/>
                <a:cs typeface="Century Gothic"/>
              </a:rPr>
              <a:t> </a:t>
            </a: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-365">
                <a:latin typeface="Century Gothic"/>
                <a:cs typeface="Century Gothic"/>
              </a:rPr>
              <a:t>d</a:t>
            </a:r>
            <a:r>
              <a:rPr dirty="0" sz="2650" spc="-40">
                <a:latin typeface="Century Gothic"/>
                <a:cs typeface="Century Gothic"/>
              </a:rPr>
              <a:t>j</a:t>
            </a:r>
            <a:r>
              <a:rPr dirty="0" sz="2650" spc="-100">
                <a:latin typeface="Century Gothic"/>
                <a:cs typeface="Century Gothic"/>
              </a:rPr>
              <a:t>u</a:t>
            </a:r>
            <a:r>
              <a:rPr dirty="0" sz="2650" spc="-280">
                <a:latin typeface="Century Gothic"/>
                <a:cs typeface="Century Gothic"/>
              </a:rPr>
              <a:t>nta</a:t>
            </a:r>
            <a:r>
              <a:rPr dirty="0" sz="2650" spc="50">
                <a:latin typeface="Century Gothic"/>
                <a:cs typeface="Century Gothic"/>
              </a:rPr>
              <a:t>r</a:t>
            </a:r>
            <a:r>
              <a:rPr dirty="0" sz="2650" spc="-165">
                <a:latin typeface="Century Gothic"/>
                <a:cs typeface="Century Gothic"/>
              </a:rPr>
              <a:t>le</a:t>
            </a:r>
            <a:r>
              <a:rPr dirty="0" sz="2650" spc="-110">
                <a:latin typeface="Century Gothic"/>
                <a:cs typeface="Century Gothic"/>
              </a:rPr>
              <a:t> </a:t>
            </a:r>
            <a:r>
              <a:rPr dirty="0" sz="2650" spc="-40">
                <a:latin typeface="Century Gothic"/>
                <a:cs typeface="Century Gothic"/>
              </a:rPr>
              <a:t>i</a:t>
            </a:r>
            <a:r>
              <a:rPr dirty="0" sz="2650" spc="-95">
                <a:latin typeface="Century Gothic"/>
                <a:cs typeface="Century Gothic"/>
              </a:rPr>
              <a:t>n</a:t>
            </a:r>
            <a:r>
              <a:rPr dirty="0" sz="2650" spc="-150">
                <a:latin typeface="Century Gothic"/>
                <a:cs typeface="Century Gothic"/>
              </a:rPr>
              <a:t>f</a:t>
            </a:r>
            <a:r>
              <a:rPr dirty="0" sz="2650" spc="-145">
                <a:latin typeface="Century Gothic"/>
                <a:cs typeface="Century Gothic"/>
              </a:rPr>
              <a:t>o</a:t>
            </a:r>
            <a:r>
              <a:rPr dirty="0" sz="2650" spc="-55">
                <a:latin typeface="Century Gothic"/>
                <a:cs typeface="Century Gothic"/>
              </a:rPr>
              <a:t>r</a:t>
            </a:r>
            <a:r>
              <a:rPr dirty="0" sz="2650" spc="-380">
                <a:latin typeface="Century Gothic"/>
                <a:cs typeface="Century Gothic"/>
              </a:rPr>
              <a:t>m</a:t>
            </a: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85">
                <a:latin typeface="Century Gothic"/>
                <a:cs typeface="Century Gothic"/>
              </a:rPr>
              <a:t>i</a:t>
            </a:r>
            <a:r>
              <a:rPr dirty="0" sz="2650" spc="-250">
                <a:latin typeface="Century Gothic"/>
                <a:cs typeface="Century Gothic"/>
              </a:rPr>
              <a:t>ó</a:t>
            </a:r>
            <a:r>
              <a:rPr dirty="0" sz="2650" spc="-229">
                <a:latin typeface="Century Gothic"/>
                <a:cs typeface="Century Gothic"/>
              </a:rPr>
              <a:t>n</a:t>
            </a:r>
            <a:r>
              <a:rPr dirty="0" sz="2650" spc="40">
                <a:latin typeface="Century Gothic"/>
                <a:cs typeface="Century Gothic"/>
              </a:rPr>
              <a:t> </a:t>
            </a:r>
            <a:r>
              <a:rPr dirty="0" sz="2650" spc="-365">
                <a:latin typeface="Century Gothic"/>
                <a:cs typeface="Century Gothic"/>
              </a:rPr>
              <a:t>a</a:t>
            </a:r>
            <a:r>
              <a:rPr dirty="0" sz="2650" spc="35">
                <a:latin typeface="Century Gothic"/>
                <a:cs typeface="Century Gothic"/>
              </a:rPr>
              <a:t> </a:t>
            </a:r>
            <a:r>
              <a:rPr dirty="0" sz="2650" spc="-265">
                <a:latin typeface="Century Gothic"/>
                <a:cs typeface="Century Gothic"/>
              </a:rPr>
              <a:t>e</a:t>
            </a:r>
            <a:r>
              <a:rPr dirty="0" sz="2650" spc="-155">
                <a:latin typeface="Century Gothic"/>
                <a:cs typeface="Century Gothic"/>
              </a:rPr>
              <a:t>s</a:t>
            </a:r>
            <a:r>
              <a:rPr dirty="0" sz="2650" spc="-225">
                <a:latin typeface="Century Gothic"/>
                <a:cs typeface="Century Gothic"/>
              </a:rPr>
              <a:t>t</a:t>
            </a:r>
            <a:r>
              <a:rPr dirty="0" sz="2650" spc="-415">
                <a:latin typeface="Century Gothic"/>
                <a:cs typeface="Century Gothic"/>
              </a:rPr>
              <a:t>e</a:t>
            </a:r>
            <a:r>
              <a:rPr dirty="0" sz="2650" spc="35">
                <a:latin typeface="Century Gothic"/>
                <a:cs typeface="Century Gothic"/>
              </a:rPr>
              <a:t> </a:t>
            </a:r>
            <a:r>
              <a:rPr dirty="0" sz="2650" spc="-365">
                <a:latin typeface="Century Gothic"/>
                <a:cs typeface="Century Gothic"/>
              </a:rPr>
              <a:t>p</a:t>
            </a:r>
            <a:r>
              <a:rPr dirty="0" sz="2650" spc="45">
                <a:latin typeface="Century Gothic"/>
                <a:cs typeface="Century Gothic"/>
              </a:rPr>
              <a:t>r</a:t>
            </a:r>
            <a:r>
              <a:rPr dirty="0" sz="2650" spc="-370">
                <a:latin typeface="Century Gothic"/>
                <a:cs typeface="Century Gothic"/>
              </a:rPr>
              <a:t>o</a:t>
            </a:r>
            <a:r>
              <a:rPr dirty="0" sz="2650" spc="-370">
                <a:latin typeface="Century Gothic"/>
                <a:cs typeface="Century Gothic"/>
              </a:rPr>
              <a:t>c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15">
                <a:latin typeface="Century Gothic"/>
                <a:cs typeface="Century Gothic"/>
              </a:rPr>
              <a:t>s</a:t>
            </a:r>
            <a:r>
              <a:rPr dirty="0" sz="2650" spc="-105">
                <a:latin typeface="Century Gothic"/>
                <a:cs typeface="Century Gothic"/>
              </a:rPr>
              <a:t>o.</a:t>
            </a:r>
            <a:endParaRPr sz="26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MS Gothic"/>
              <a:buChar char="●"/>
            </a:pPr>
            <a:endParaRPr sz="2800">
              <a:latin typeface="Times New Roman"/>
              <a:cs typeface="Times New Roman"/>
            </a:endParaRPr>
          </a:p>
          <a:p>
            <a:pPr marL="375920" indent="-181610">
              <a:lnSpc>
                <a:spcPct val="100000"/>
              </a:lnSpc>
              <a:buSzPct val="43396"/>
              <a:buFont typeface="MS Gothic"/>
              <a:buChar char="●"/>
              <a:tabLst>
                <a:tab pos="375920" algn="l"/>
              </a:tabLst>
            </a:pPr>
            <a:r>
              <a:rPr dirty="0" sz="2650" spc="-120">
                <a:latin typeface="Century Gothic"/>
                <a:cs typeface="Century Gothic"/>
              </a:rPr>
              <a:t>T</a:t>
            </a:r>
            <a:r>
              <a:rPr dirty="0" sz="2650" spc="-300">
                <a:latin typeface="Century Gothic"/>
                <a:cs typeface="Century Gothic"/>
              </a:rPr>
              <a:t>o</a:t>
            </a:r>
            <a:r>
              <a:rPr dirty="0" sz="2650" spc="-320">
                <a:latin typeface="Century Gothic"/>
                <a:cs typeface="Century Gothic"/>
              </a:rPr>
              <a:t>d</a:t>
            </a:r>
            <a:r>
              <a:rPr dirty="0" sz="2650" spc="-365">
                <a:latin typeface="Century Gothic"/>
                <a:cs typeface="Century Gothic"/>
              </a:rPr>
              <a:t>a</a:t>
            </a:r>
            <a:r>
              <a:rPr dirty="0" sz="2650" spc="45">
                <a:latin typeface="Century Gothic"/>
                <a:cs typeface="Century Gothic"/>
              </a:rPr>
              <a:t> </a:t>
            </a:r>
            <a:r>
              <a:rPr dirty="0" sz="2650" spc="-70">
                <a:latin typeface="Century Gothic"/>
                <a:cs typeface="Century Gothic"/>
              </a:rPr>
              <a:t>l</a:t>
            </a:r>
            <a:r>
              <a:rPr dirty="0" sz="2650" spc="-220">
                <a:latin typeface="Century Gothic"/>
                <a:cs typeface="Century Gothic"/>
              </a:rPr>
              <a:t>a</a:t>
            </a:r>
            <a:r>
              <a:rPr dirty="0" sz="2650" spc="35">
                <a:latin typeface="Century Gothic"/>
                <a:cs typeface="Century Gothic"/>
              </a:rPr>
              <a:t> </a:t>
            </a:r>
            <a:r>
              <a:rPr dirty="0" sz="2650" spc="-40">
                <a:latin typeface="Century Gothic"/>
                <a:cs typeface="Century Gothic"/>
              </a:rPr>
              <a:t>i</a:t>
            </a:r>
            <a:r>
              <a:rPr dirty="0" sz="2650" spc="-95">
                <a:latin typeface="Century Gothic"/>
                <a:cs typeface="Century Gothic"/>
              </a:rPr>
              <a:t>n</a:t>
            </a:r>
            <a:r>
              <a:rPr dirty="0" sz="2650" spc="-150">
                <a:latin typeface="Century Gothic"/>
                <a:cs typeface="Century Gothic"/>
              </a:rPr>
              <a:t>f</a:t>
            </a:r>
            <a:r>
              <a:rPr dirty="0" sz="2650" spc="-145">
                <a:latin typeface="Century Gothic"/>
                <a:cs typeface="Century Gothic"/>
              </a:rPr>
              <a:t>o</a:t>
            </a:r>
            <a:r>
              <a:rPr dirty="0" sz="2650" spc="-55">
                <a:latin typeface="Century Gothic"/>
                <a:cs typeface="Century Gothic"/>
              </a:rPr>
              <a:t>r</a:t>
            </a:r>
            <a:r>
              <a:rPr dirty="0" sz="2650" spc="-380">
                <a:latin typeface="Century Gothic"/>
                <a:cs typeface="Century Gothic"/>
              </a:rPr>
              <a:t>m</a:t>
            </a: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-220">
                <a:latin typeface="Century Gothic"/>
                <a:cs typeface="Century Gothic"/>
              </a:rPr>
              <a:t>ció</a:t>
            </a:r>
            <a:r>
              <a:rPr dirty="0" sz="2650" spc="-260">
                <a:latin typeface="Century Gothic"/>
                <a:cs typeface="Century Gothic"/>
              </a:rPr>
              <a:t>n</a:t>
            </a:r>
            <a:r>
              <a:rPr dirty="0" sz="2650" spc="35">
                <a:latin typeface="Century Gothic"/>
                <a:cs typeface="Century Gothic"/>
              </a:rPr>
              <a:t> </a:t>
            </a:r>
            <a:r>
              <a:rPr dirty="0" sz="2650" spc="-5">
                <a:latin typeface="Century Gothic"/>
                <a:cs typeface="Century Gothic"/>
              </a:rPr>
              <a:t>s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45">
                <a:latin typeface="Century Gothic"/>
                <a:cs typeface="Century Gothic"/>
              </a:rPr>
              <a:t>r</a:t>
            </a:r>
            <a:r>
              <a:rPr dirty="0" sz="2650" spc="-365">
                <a:latin typeface="Century Gothic"/>
                <a:cs typeface="Century Gothic"/>
              </a:rPr>
              <a:t>á</a:t>
            </a:r>
            <a:r>
              <a:rPr dirty="0" sz="2650" spc="35">
                <a:latin typeface="Century Gothic"/>
                <a:cs typeface="Century Gothic"/>
              </a:rPr>
              <a:t> </a:t>
            </a: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85">
                <a:latin typeface="Century Gothic"/>
                <a:cs typeface="Century Gothic"/>
              </a:rPr>
              <a:t>l</a:t>
            </a:r>
            <a:r>
              <a:rPr dirty="0" sz="2650" spc="-380">
                <a:latin typeface="Century Gothic"/>
                <a:cs typeface="Century Gothic"/>
              </a:rPr>
              <a:t>m</a:t>
            </a:r>
            <a:r>
              <a:rPr dirty="0" sz="2650" spc="-365">
                <a:latin typeface="Century Gothic"/>
                <a:cs typeface="Century Gothic"/>
              </a:rPr>
              <a:t>a</a:t>
            </a:r>
            <a:r>
              <a:rPr dirty="0" sz="2650" spc="-509">
                <a:latin typeface="Century Gothic"/>
                <a:cs typeface="Century Gothic"/>
              </a:rPr>
              <a:t>c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225">
                <a:latin typeface="Century Gothic"/>
                <a:cs typeface="Century Gothic"/>
              </a:rPr>
              <a:t>n</a:t>
            </a: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-375">
                <a:latin typeface="Century Gothic"/>
                <a:cs typeface="Century Gothic"/>
              </a:rPr>
              <a:t>d</a:t>
            </a:r>
            <a:r>
              <a:rPr dirty="0" sz="2650" spc="-365">
                <a:latin typeface="Century Gothic"/>
                <a:cs typeface="Century Gothic"/>
              </a:rPr>
              <a:t>a</a:t>
            </a:r>
            <a:r>
              <a:rPr dirty="0" sz="2650" spc="35">
                <a:latin typeface="Century Gothic"/>
                <a:cs typeface="Century Gothic"/>
              </a:rPr>
              <a:t> 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229">
                <a:latin typeface="Century Gothic"/>
                <a:cs typeface="Century Gothic"/>
              </a:rPr>
              <a:t>n</a:t>
            </a:r>
            <a:r>
              <a:rPr dirty="0" sz="2650" spc="45">
                <a:latin typeface="Century Gothic"/>
                <a:cs typeface="Century Gothic"/>
              </a:rPr>
              <a:t> </a:t>
            </a:r>
            <a:r>
              <a:rPr dirty="0" sz="2650" spc="-375">
                <a:latin typeface="Century Gothic"/>
                <a:cs typeface="Century Gothic"/>
              </a:rPr>
              <a:t>p</a:t>
            </a:r>
            <a:r>
              <a:rPr dirty="0" sz="2650" spc="-350">
                <a:latin typeface="Century Gothic"/>
                <a:cs typeface="Century Gothic"/>
              </a:rPr>
              <a:t>g</a:t>
            </a:r>
            <a:r>
              <a:rPr dirty="0" sz="2650" spc="10">
                <a:latin typeface="Century Gothic"/>
                <a:cs typeface="Century Gothic"/>
              </a:rPr>
              <a:t>_</a:t>
            </a:r>
            <a:r>
              <a:rPr dirty="0" sz="2650" spc="-145">
                <a:latin typeface="Century Gothic"/>
                <a:cs typeface="Century Gothic"/>
              </a:rPr>
              <a:t>lo</a:t>
            </a:r>
            <a:r>
              <a:rPr dirty="0" sz="2650" spc="-215">
                <a:latin typeface="Century Gothic"/>
                <a:cs typeface="Century Gothic"/>
              </a:rPr>
              <a:t>g</a:t>
            </a:r>
            <a:r>
              <a:rPr dirty="0" sz="2650" spc="40">
                <a:latin typeface="Century Gothic"/>
                <a:cs typeface="Century Gothic"/>
              </a:rPr>
              <a:t> </a:t>
            </a:r>
            <a:r>
              <a:rPr dirty="0" sz="2650" spc="-254">
                <a:latin typeface="Century Gothic"/>
                <a:cs typeface="Century Gothic"/>
              </a:rPr>
              <a:t>(</a:t>
            </a:r>
            <a:r>
              <a:rPr dirty="0" sz="2650" spc="85">
                <a:latin typeface="Century Gothic"/>
                <a:cs typeface="Century Gothic"/>
              </a:rPr>
              <a:t>l</a:t>
            </a:r>
            <a:r>
              <a:rPr dirty="0" sz="2650" spc="-285">
                <a:latin typeface="Century Gothic"/>
                <a:cs typeface="Century Gothic"/>
              </a:rPr>
              <a:t>o</a:t>
            </a:r>
            <a:r>
              <a:rPr dirty="0" sz="2650" spc="-300">
                <a:latin typeface="Century Gothic"/>
                <a:cs typeface="Century Gothic"/>
              </a:rPr>
              <a:t>g</a:t>
            </a:r>
            <a:r>
              <a:rPr dirty="0" sz="2650" spc="-254">
                <a:latin typeface="Century Gothic"/>
                <a:cs typeface="Century Gothic"/>
              </a:rPr>
              <a:t>)</a:t>
            </a:r>
            <a:r>
              <a:rPr dirty="0" sz="2650" spc="35">
                <a:latin typeface="Century Gothic"/>
                <a:cs typeface="Century Gothic"/>
              </a:rPr>
              <a:t>.</a:t>
            </a:r>
            <a:endParaRPr sz="26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8"/>
              </a:spcBef>
              <a:buFont typeface="MS Gothic"/>
              <a:buChar char="●"/>
            </a:pPr>
            <a:endParaRPr sz="2750">
              <a:latin typeface="Times New Roman"/>
              <a:cs typeface="Times New Roman"/>
            </a:endParaRPr>
          </a:p>
          <a:p>
            <a:pPr marL="615950" marR="335280" indent="-421640">
              <a:lnSpc>
                <a:spcPct val="101200"/>
              </a:lnSpc>
              <a:buSzPct val="42592"/>
              <a:buFont typeface="MS Gothic"/>
              <a:buChar char="●"/>
              <a:tabLst>
                <a:tab pos="375920" algn="l"/>
              </a:tabLst>
            </a:pPr>
            <a:r>
              <a:rPr dirty="0" sz="2700" spc="-95">
                <a:latin typeface="Century Gothic"/>
                <a:cs typeface="Century Gothic"/>
              </a:rPr>
              <a:t>U</a:t>
            </a:r>
            <a:r>
              <a:rPr dirty="0" sz="2700" spc="-85">
                <a:latin typeface="Century Gothic"/>
                <a:cs typeface="Century Gothic"/>
              </a:rPr>
              <a:t>n</a:t>
            </a:r>
            <a:r>
              <a:rPr dirty="0" sz="2700" spc="40">
                <a:latin typeface="Century Gothic"/>
                <a:cs typeface="Century Gothic"/>
              </a:rPr>
              <a:t> </a:t>
            </a:r>
            <a:r>
              <a:rPr dirty="0" sz="2700" spc="-190">
                <a:latin typeface="Century Gothic"/>
                <a:cs typeface="Century Gothic"/>
              </a:rPr>
              <a:t>inc</a:t>
            </a:r>
            <a:r>
              <a:rPr dirty="0" sz="2700" spc="-114">
                <a:latin typeface="Century Gothic"/>
                <a:cs typeface="Century Gothic"/>
              </a:rPr>
              <a:t>r</a:t>
            </a:r>
            <a:r>
              <a:rPr dirty="0" sz="2700" spc="-434">
                <a:latin typeface="Century Gothic"/>
                <a:cs typeface="Century Gothic"/>
              </a:rPr>
              <a:t>e</a:t>
            </a:r>
            <a:r>
              <a:rPr dirty="0" sz="2700" spc="-430">
                <a:latin typeface="Century Gothic"/>
                <a:cs typeface="Century Gothic"/>
              </a:rPr>
              <a:t>m</a:t>
            </a:r>
            <a:r>
              <a:rPr dirty="0" sz="2700" spc="-434">
                <a:latin typeface="Century Gothic"/>
                <a:cs typeface="Century Gothic"/>
              </a:rPr>
              <a:t>e</a:t>
            </a:r>
            <a:r>
              <a:rPr dirty="0" sz="2700" spc="-245">
                <a:latin typeface="Century Gothic"/>
                <a:cs typeface="Century Gothic"/>
              </a:rPr>
              <a:t>nt</a:t>
            </a:r>
            <a:r>
              <a:rPr dirty="0" sz="2700" spc="-320">
                <a:latin typeface="Century Gothic"/>
                <a:cs typeface="Century Gothic"/>
              </a:rPr>
              <a:t>o</a:t>
            </a:r>
            <a:r>
              <a:rPr dirty="0" sz="2700" spc="35">
                <a:latin typeface="Century Gothic"/>
                <a:cs typeface="Century Gothic"/>
              </a:rPr>
              <a:t> </a:t>
            </a:r>
            <a:r>
              <a:rPr dirty="0" sz="2700" spc="-434">
                <a:latin typeface="Century Gothic"/>
                <a:cs typeface="Century Gothic"/>
              </a:rPr>
              <a:t>e</a:t>
            </a:r>
            <a:r>
              <a:rPr dirty="0" sz="2700" spc="-250">
                <a:latin typeface="Century Gothic"/>
                <a:cs typeface="Century Gothic"/>
              </a:rPr>
              <a:t>n</a:t>
            </a:r>
            <a:r>
              <a:rPr dirty="0" sz="2700" spc="35">
                <a:latin typeface="Century Gothic"/>
                <a:cs typeface="Century Gothic"/>
              </a:rPr>
              <a:t> </a:t>
            </a:r>
            <a:r>
              <a:rPr dirty="0" sz="2700" spc="-85">
                <a:latin typeface="Century Gothic"/>
                <a:cs typeface="Century Gothic"/>
              </a:rPr>
              <a:t>l</a:t>
            </a:r>
            <a:r>
              <a:rPr dirty="0" sz="2700" spc="-260">
                <a:latin typeface="Century Gothic"/>
                <a:cs typeface="Century Gothic"/>
              </a:rPr>
              <a:t>a</a:t>
            </a:r>
            <a:r>
              <a:rPr dirty="0" sz="2700" spc="20">
                <a:latin typeface="Century Gothic"/>
                <a:cs typeface="Century Gothic"/>
              </a:rPr>
              <a:t> </a:t>
            </a:r>
            <a:r>
              <a:rPr dirty="0" sz="2700" spc="-459">
                <a:latin typeface="Century Gothic"/>
                <a:cs typeface="Century Gothic"/>
              </a:rPr>
              <a:t>c</a:t>
            </a:r>
            <a:r>
              <a:rPr dirty="0" sz="2700" spc="-490">
                <a:latin typeface="Century Gothic"/>
                <a:cs typeface="Century Gothic"/>
              </a:rPr>
              <a:t>a</a:t>
            </a:r>
            <a:r>
              <a:rPr dirty="0" sz="2700" spc="-335">
                <a:latin typeface="Century Gothic"/>
                <a:cs typeface="Century Gothic"/>
              </a:rPr>
              <a:t>n</a:t>
            </a:r>
            <a:r>
              <a:rPr dirty="0" sz="2700" spc="-175">
                <a:latin typeface="Century Gothic"/>
                <a:cs typeface="Century Gothic"/>
              </a:rPr>
              <a:t>t</a:t>
            </a:r>
            <a:r>
              <a:rPr dirty="0" sz="2700" spc="-85">
                <a:latin typeface="Century Gothic"/>
                <a:cs typeface="Century Gothic"/>
              </a:rPr>
              <a:t>i</a:t>
            </a:r>
            <a:r>
              <a:rPr dirty="0" sz="2700" spc="-270">
                <a:latin typeface="Century Gothic"/>
                <a:cs typeface="Century Gothic"/>
              </a:rPr>
              <a:t>d</a:t>
            </a:r>
            <a:r>
              <a:rPr dirty="0" sz="2700" spc="-420">
                <a:latin typeface="Century Gothic"/>
                <a:cs typeface="Century Gothic"/>
              </a:rPr>
              <a:t>a</a:t>
            </a:r>
            <a:r>
              <a:rPr dirty="0" sz="2700" spc="-409">
                <a:latin typeface="Century Gothic"/>
                <a:cs typeface="Century Gothic"/>
              </a:rPr>
              <a:t>d</a:t>
            </a:r>
            <a:r>
              <a:rPr dirty="0" sz="2700" spc="30">
                <a:latin typeface="Century Gothic"/>
                <a:cs typeface="Century Gothic"/>
              </a:rPr>
              <a:t> </a:t>
            </a:r>
            <a:r>
              <a:rPr dirty="0" sz="2700" spc="-409">
                <a:latin typeface="Century Gothic"/>
                <a:cs typeface="Century Gothic"/>
              </a:rPr>
              <a:t>a</a:t>
            </a:r>
            <a:r>
              <a:rPr dirty="0" sz="2700" spc="20">
                <a:latin typeface="Century Gothic"/>
                <a:cs typeface="Century Gothic"/>
              </a:rPr>
              <a:t> </a:t>
            </a:r>
            <a:r>
              <a:rPr dirty="0" sz="2700" spc="30">
                <a:latin typeface="Century Gothic"/>
                <a:cs typeface="Century Gothic"/>
              </a:rPr>
              <a:t>r</a:t>
            </a:r>
            <a:r>
              <a:rPr dirty="0" sz="2700" spc="-434">
                <a:latin typeface="Century Gothic"/>
                <a:cs typeface="Century Gothic"/>
              </a:rPr>
              <a:t>e</a:t>
            </a:r>
            <a:r>
              <a:rPr dirty="0" sz="2700" spc="-365">
                <a:latin typeface="Century Gothic"/>
                <a:cs typeface="Century Gothic"/>
              </a:rPr>
              <a:t>g</a:t>
            </a:r>
            <a:r>
              <a:rPr dirty="0" sz="2700" spc="10">
                <a:latin typeface="Century Gothic"/>
                <a:cs typeface="Century Gothic"/>
              </a:rPr>
              <a:t>i</a:t>
            </a:r>
            <a:r>
              <a:rPr dirty="0" sz="2700" spc="30">
                <a:latin typeface="Century Gothic"/>
                <a:cs typeface="Century Gothic"/>
              </a:rPr>
              <a:t>s</a:t>
            </a:r>
            <a:r>
              <a:rPr dirty="0" sz="2700" spc="-125">
                <a:latin typeface="Century Gothic"/>
                <a:cs typeface="Century Gothic"/>
              </a:rPr>
              <a:t>t</a:t>
            </a:r>
            <a:r>
              <a:rPr dirty="0" sz="2700" spc="-110">
                <a:latin typeface="Century Gothic"/>
                <a:cs typeface="Century Gothic"/>
              </a:rPr>
              <a:t>r</a:t>
            </a:r>
            <a:r>
              <a:rPr dirty="0" sz="2700" spc="-409">
                <a:latin typeface="Century Gothic"/>
                <a:cs typeface="Century Gothic"/>
              </a:rPr>
              <a:t>a</a:t>
            </a:r>
            <a:r>
              <a:rPr dirty="0" sz="2700" spc="30">
                <a:latin typeface="Century Gothic"/>
                <a:cs typeface="Century Gothic"/>
              </a:rPr>
              <a:t>r</a:t>
            </a:r>
            <a:r>
              <a:rPr dirty="0" sz="2700" spc="25">
                <a:latin typeface="Century Gothic"/>
                <a:cs typeface="Century Gothic"/>
              </a:rPr>
              <a:t> </a:t>
            </a:r>
            <a:r>
              <a:rPr dirty="0" sz="2700" spc="-400">
                <a:latin typeface="Century Gothic"/>
                <a:cs typeface="Century Gothic"/>
              </a:rPr>
              <a:t>p</a:t>
            </a:r>
            <a:r>
              <a:rPr dirty="0" sz="2700" spc="30">
                <a:latin typeface="Century Gothic"/>
                <a:cs typeface="Century Gothic"/>
              </a:rPr>
              <a:t>r</a:t>
            </a:r>
            <a:r>
              <a:rPr dirty="0" sz="2700" spc="-345">
                <a:latin typeface="Century Gothic"/>
                <a:cs typeface="Century Gothic"/>
              </a:rPr>
              <a:t>o</a:t>
            </a:r>
            <a:r>
              <a:rPr dirty="0" sz="2700" spc="-355">
                <a:latin typeface="Century Gothic"/>
                <a:cs typeface="Century Gothic"/>
              </a:rPr>
              <a:t>d</a:t>
            </a:r>
            <a:r>
              <a:rPr dirty="0" sz="2700" spc="-240">
                <a:latin typeface="Century Gothic"/>
                <a:cs typeface="Century Gothic"/>
              </a:rPr>
              <a:t>u</a:t>
            </a:r>
            <a:r>
              <a:rPr dirty="0" sz="2700" spc="-535">
                <a:latin typeface="Century Gothic"/>
                <a:cs typeface="Century Gothic"/>
              </a:rPr>
              <a:t>c</a:t>
            </a:r>
            <a:r>
              <a:rPr dirty="0" sz="2700" spc="80">
                <a:latin typeface="Century Gothic"/>
                <a:cs typeface="Century Gothic"/>
              </a:rPr>
              <a:t>i</a:t>
            </a:r>
            <a:r>
              <a:rPr dirty="0" sz="2700" spc="30">
                <a:latin typeface="Century Gothic"/>
                <a:cs typeface="Century Gothic"/>
              </a:rPr>
              <a:t>r</a:t>
            </a:r>
            <a:r>
              <a:rPr dirty="0" sz="2700" spc="-409">
                <a:latin typeface="Century Gothic"/>
                <a:cs typeface="Century Gothic"/>
              </a:rPr>
              <a:t>á</a:t>
            </a:r>
            <a:r>
              <a:rPr dirty="0" sz="2700" spc="20">
                <a:latin typeface="Century Gothic"/>
                <a:cs typeface="Century Gothic"/>
              </a:rPr>
              <a:t> </a:t>
            </a:r>
            <a:r>
              <a:rPr dirty="0" sz="2700" spc="-229">
                <a:latin typeface="Century Gothic"/>
                <a:cs typeface="Century Gothic"/>
              </a:rPr>
              <a:t>u</a:t>
            </a:r>
            <a:r>
              <a:rPr dirty="0" sz="2700" spc="-250">
                <a:latin typeface="Century Gothic"/>
                <a:cs typeface="Century Gothic"/>
              </a:rPr>
              <a:t>n</a:t>
            </a:r>
            <a:r>
              <a:rPr dirty="0" sz="2700" spc="-114">
                <a:latin typeface="Century Gothic"/>
                <a:cs typeface="Century Gothic"/>
              </a:rPr>
              <a:t> </a:t>
            </a:r>
            <a:r>
              <a:rPr dirty="0" sz="2650" spc="-375">
                <a:latin typeface="Century Gothic"/>
                <a:cs typeface="Century Gothic"/>
              </a:rPr>
              <a:t>a</a:t>
            </a:r>
            <a:r>
              <a:rPr dirty="0" sz="2650" spc="-210">
                <a:latin typeface="Century Gothic"/>
                <a:cs typeface="Century Gothic"/>
              </a:rPr>
              <a:t>u</a:t>
            </a:r>
            <a:r>
              <a:rPr dirty="0" sz="2650" spc="-380">
                <a:latin typeface="Century Gothic"/>
                <a:cs typeface="Century Gothic"/>
              </a:rPr>
              <a:t>m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225">
                <a:latin typeface="Century Gothic"/>
                <a:cs typeface="Century Gothic"/>
              </a:rPr>
              <a:t>n</a:t>
            </a:r>
            <a:r>
              <a:rPr dirty="0" sz="2650" spc="-170">
                <a:latin typeface="Century Gothic"/>
                <a:cs typeface="Century Gothic"/>
              </a:rPr>
              <a:t>t</a:t>
            </a:r>
            <a:r>
              <a:rPr dirty="0" sz="2650" spc="-315">
                <a:latin typeface="Century Gothic"/>
                <a:cs typeface="Century Gothic"/>
              </a:rPr>
              <a:t>o</a:t>
            </a:r>
            <a:r>
              <a:rPr dirty="0" sz="2650" spc="40">
                <a:latin typeface="Century Gothic"/>
                <a:cs typeface="Century Gothic"/>
              </a:rPr>
              <a:t> </a:t>
            </a:r>
            <a:r>
              <a:rPr dirty="0" sz="2650" spc="-409">
                <a:latin typeface="Century Gothic"/>
                <a:cs typeface="Century Gothic"/>
              </a:rPr>
              <a:t>e</a:t>
            </a:r>
            <a:r>
              <a:rPr dirty="0" sz="2650" spc="-229">
                <a:latin typeface="Century Gothic"/>
                <a:cs typeface="Century Gothic"/>
              </a:rPr>
              <a:t>n</a:t>
            </a:r>
            <a:r>
              <a:rPr dirty="0" sz="2650" spc="40">
                <a:latin typeface="Century Gothic"/>
                <a:cs typeface="Century Gothic"/>
              </a:rPr>
              <a:t> </a:t>
            </a:r>
            <a:r>
              <a:rPr dirty="0" sz="2650" spc="85">
                <a:latin typeface="Century Gothic"/>
                <a:cs typeface="Century Gothic"/>
              </a:rPr>
              <a:t>l</a:t>
            </a:r>
            <a:r>
              <a:rPr dirty="0" sz="2650" spc="-365">
                <a:latin typeface="Century Gothic"/>
                <a:cs typeface="Century Gothic"/>
              </a:rPr>
              <a:t>a</a:t>
            </a:r>
            <a:r>
              <a:rPr dirty="0" sz="2650" spc="35">
                <a:latin typeface="Century Gothic"/>
                <a:cs typeface="Century Gothic"/>
              </a:rPr>
              <a:t> </a:t>
            </a:r>
            <a:r>
              <a:rPr dirty="0" sz="2650" spc="45">
                <a:latin typeface="Century Gothic"/>
                <a:cs typeface="Century Gothic"/>
              </a:rPr>
              <a:t>I</a:t>
            </a:r>
            <a:r>
              <a:rPr dirty="0" sz="2650" spc="-90">
                <a:latin typeface="Century Gothic"/>
                <a:cs typeface="Century Gothic"/>
              </a:rPr>
              <a:t>/</a:t>
            </a:r>
            <a:r>
              <a:rPr dirty="0" sz="2650" spc="-70">
                <a:latin typeface="Century Gothic"/>
                <a:cs typeface="Century Gothic"/>
              </a:rPr>
              <a:t>O</a:t>
            </a:r>
            <a:r>
              <a:rPr dirty="0" sz="2650" spc="35">
                <a:latin typeface="Century Gothic"/>
                <a:cs typeface="Century Gothic"/>
              </a:rPr>
              <a:t>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4300" y="1877109"/>
            <a:ext cx="2046605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400" spc="-57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oc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235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092280"/>
            <a:ext cx="10079990" cy="467359"/>
          </a:xfrm>
          <a:custGeom>
            <a:avLst/>
            <a:gdLst/>
            <a:ahLst/>
            <a:cxnLst/>
            <a:rect l="l" t="t" r="r" b="b"/>
            <a:pathLst>
              <a:path w="10079990" h="467359">
                <a:moveTo>
                  <a:pt x="10079639" y="0"/>
                </a:moveTo>
                <a:lnTo>
                  <a:pt x="10079639" y="467359"/>
                </a:lnTo>
                <a:lnTo>
                  <a:pt x="0" y="467359"/>
                </a:lnTo>
                <a:lnTo>
                  <a:pt x="0" y="0"/>
                </a:lnTo>
                <a:lnTo>
                  <a:pt x="10079639" y="0"/>
                </a:lnTo>
                <a:close/>
              </a:path>
            </a:pathLst>
          </a:custGeom>
          <a:solidFill>
            <a:srgbClr val="3366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7092280"/>
            <a:ext cx="10079990" cy="467359"/>
          </a:xfrm>
          <a:custGeom>
            <a:avLst/>
            <a:gdLst/>
            <a:ahLst/>
            <a:cxnLst/>
            <a:rect l="l" t="t" r="r" b="b"/>
            <a:pathLst>
              <a:path w="10079990" h="467359">
                <a:moveTo>
                  <a:pt x="0" y="467359"/>
                </a:moveTo>
                <a:lnTo>
                  <a:pt x="0" y="0"/>
                </a:lnTo>
                <a:lnTo>
                  <a:pt x="10079639" y="0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0209" y="1333041"/>
            <a:ext cx="9096375" cy="6181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 spc="-135" b="1">
                <a:latin typeface="Tahoma"/>
                <a:cs typeface="Tahoma"/>
              </a:rPr>
              <a:t>L</a:t>
            </a:r>
            <a:r>
              <a:rPr dirty="0" sz="3200" spc="-5" b="1">
                <a:latin typeface="Tahoma"/>
                <a:cs typeface="Tahoma"/>
              </a:rPr>
              <a:t>o</a:t>
            </a:r>
            <a:r>
              <a:rPr dirty="0" sz="3200" spc="75" b="1">
                <a:latin typeface="Tahoma"/>
                <a:cs typeface="Tahoma"/>
              </a:rPr>
              <a:t>g</a:t>
            </a:r>
            <a:r>
              <a:rPr dirty="0" sz="3200" spc="85" b="1">
                <a:latin typeface="Tahoma"/>
                <a:cs typeface="Tahoma"/>
              </a:rPr>
              <a:t>g</a:t>
            </a:r>
            <a:r>
              <a:rPr dirty="0" sz="3200" spc="25" b="1">
                <a:latin typeface="Tahoma"/>
                <a:cs typeface="Tahoma"/>
              </a:rPr>
              <a:t>e</a:t>
            </a:r>
            <a:r>
              <a:rPr dirty="0" sz="3200" spc="-20" b="1">
                <a:latin typeface="Tahoma"/>
                <a:cs typeface="Tahoma"/>
              </a:rPr>
              <a:t>r:</a:t>
            </a:r>
            <a:endParaRPr sz="3200">
              <a:latin typeface="Tahoma"/>
              <a:cs typeface="Tahoma"/>
            </a:endParaRPr>
          </a:p>
          <a:p>
            <a:pPr marL="730250" indent="-501650">
              <a:lnSpc>
                <a:spcPct val="100000"/>
              </a:lnSpc>
              <a:spcBef>
                <a:spcPts val="10"/>
              </a:spcBef>
              <a:buSzPct val="45312"/>
              <a:buFont typeface="MS Gothic"/>
              <a:buChar char="●"/>
              <a:tabLst>
                <a:tab pos="444500" algn="l"/>
              </a:tabLst>
            </a:pPr>
            <a:r>
              <a:rPr dirty="0" sz="3200" spc="-95">
                <a:latin typeface="Century Gothic"/>
                <a:cs typeface="Century Gothic"/>
              </a:rPr>
              <a:t>E</a:t>
            </a:r>
            <a:r>
              <a:rPr dirty="0" sz="3200" spc="-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385">
                <a:latin typeface="Century Gothic"/>
                <a:cs typeface="Century Gothic"/>
              </a:rPr>
              <a:t>o</a:t>
            </a:r>
            <a:r>
              <a:rPr dirty="0" sz="3200" spc="-409">
                <a:latin typeface="Century Gothic"/>
                <a:cs typeface="Century Gothic"/>
              </a:rPr>
              <a:t>p</a:t>
            </a:r>
            <a:r>
              <a:rPr dirty="0" sz="3200" spc="-620">
                <a:latin typeface="Century Gothic"/>
                <a:cs typeface="Century Gothic"/>
              </a:rPr>
              <a:t>c</a:t>
            </a:r>
            <a:r>
              <a:rPr dirty="0" sz="3200" spc="75">
                <a:latin typeface="Century Gothic"/>
                <a:cs typeface="Century Gothic"/>
              </a:rPr>
              <a:t>i</a:t>
            </a:r>
            <a:r>
              <a:rPr dirty="0" sz="3200" spc="-320">
                <a:latin typeface="Century Gothic"/>
                <a:cs typeface="Century Gothic"/>
              </a:rPr>
              <a:t>o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285">
                <a:latin typeface="Century Gothic"/>
                <a:cs typeface="Century Gothic"/>
              </a:rPr>
              <a:t>a</a:t>
            </a:r>
            <a:r>
              <a:rPr dirty="0" sz="3200" spc="-95">
                <a:latin typeface="Century Gothic"/>
                <a:cs typeface="Century Gothic"/>
              </a:rPr>
              <a:t>l</a:t>
            </a:r>
            <a:r>
              <a:rPr dirty="0" sz="3200" spc="35">
                <a:latin typeface="Century Gothic"/>
                <a:cs typeface="Century Gothic"/>
              </a:rPr>
              <a:t>,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75">
                <a:latin typeface="Century Gothic"/>
                <a:cs typeface="Century Gothic"/>
              </a:rPr>
              <a:t>p</a:t>
            </a:r>
            <a:r>
              <a:rPr dirty="0" sz="3200" spc="-195">
                <a:latin typeface="Century Gothic"/>
                <a:cs typeface="Century Gothic"/>
              </a:rPr>
              <a:t>o</a:t>
            </a:r>
            <a:r>
              <a:rPr dirty="0" sz="3200" spc="-90">
                <a:latin typeface="Century Gothic"/>
                <a:cs typeface="Century Gothic"/>
              </a:rPr>
              <a:t>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505">
                <a:latin typeface="Century Gothic"/>
                <a:cs typeface="Century Gothic"/>
              </a:rPr>
              <a:t>d</a:t>
            </a:r>
            <a:r>
              <a:rPr dirty="0" sz="3200" spc="-475">
                <a:latin typeface="Century Gothic"/>
                <a:cs typeface="Century Gothic"/>
              </a:rPr>
              <a:t>e</a:t>
            </a:r>
            <a:r>
              <a:rPr dirty="0" sz="3200" spc="-195">
                <a:latin typeface="Century Gothic"/>
                <a:cs typeface="Century Gothic"/>
              </a:rPr>
              <a:t>f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610">
                <a:latin typeface="Century Gothic"/>
                <a:cs typeface="Century Gothic"/>
              </a:rPr>
              <a:t>c</a:t>
            </a:r>
            <a:r>
              <a:rPr dirty="0" sz="3200" spc="-315">
                <a:latin typeface="Century Gothic"/>
                <a:cs typeface="Century Gothic"/>
              </a:rPr>
              <a:t>t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204">
                <a:latin typeface="Century Gothic"/>
                <a:cs typeface="Century Gothic"/>
              </a:rPr>
              <a:t>s</a:t>
            </a:r>
            <a:r>
              <a:rPr dirty="0" sz="3200" spc="-335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465">
                <a:latin typeface="Century Gothic"/>
                <a:cs typeface="Century Gothic"/>
              </a:rPr>
              <a:t>c</a:t>
            </a:r>
            <a:r>
              <a:rPr dirty="0" sz="3200" spc="-430">
                <a:latin typeface="Century Gothic"/>
                <a:cs typeface="Century Gothic"/>
              </a:rPr>
              <a:t>u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335">
                <a:latin typeface="Century Gothic"/>
                <a:cs typeface="Century Gothic"/>
              </a:rPr>
              <a:t>des</a:t>
            </a:r>
            <a:r>
              <a:rPr dirty="0" sz="3200" spc="-555">
                <a:latin typeface="Century Gothic"/>
                <a:cs typeface="Century Gothic"/>
              </a:rPr>
              <a:t>ac</a:t>
            </a:r>
            <a:r>
              <a:rPr dirty="0" sz="3200" spc="-290">
                <a:latin typeface="Century Gothic"/>
                <a:cs typeface="Century Gothic"/>
              </a:rPr>
              <a:t>t</a:t>
            </a:r>
            <a:r>
              <a:rPr dirty="0" sz="3200" spc="75">
                <a:latin typeface="Century Gothic"/>
                <a:cs typeface="Century Gothic"/>
              </a:rPr>
              <a:t>i</a:t>
            </a:r>
            <a:r>
              <a:rPr dirty="0" sz="3200" spc="-409">
                <a:latin typeface="Century Gothic"/>
                <a:cs typeface="Century Gothic"/>
              </a:rPr>
              <a:t>v</a:t>
            </a:r>
            <a:r>
              <a:rPr dirty="0" sz="3200" spc="-420">
                <a:latin typeface="Century Gothic"/>
                <a:cs typeface="Century Gothic"/>
              </a:rPr>
              <a:t>ad</a:t>
            </a:r>
            <a:r>
              <a:rPr dirty="0" sz="3200" spc="-409">
                <a:latin typeface="Century Gothic"/>
                <a:cs typeface="Century Gothic"/>
              </a:rPr>
              <a:t>o</a:t>
            </a:r>
            <a:r>
              <a:rPr dirty="0" sz="3200" spc="35">
                <a:latin typeface="Century Gothic"/>
                <a:cs typeface="Century Gothic"/>
              </a:rPr>
              <a:t>.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MS Gothic"/>
              <a:buChar char="●"/>
            </a:pPr>
            <a:endParaRPr sz="3300">
              <a:latin typeface="Times New Roman"/>
              <a:cs typeface="Times New Roman"/>
            </a:endParaRPr>
          </a:p>
          <a:p>
            <a:pPr marL="730250" marR="187325" indent="-501650">
              <a:lnSpc>
                <a:spcPct val="100000"/>
              </a:lnSpc>
              <a:buSzPct val="45312"/>
              <a:buFont typeface="MS Gothic"/>
              <a:buChar char="●"/>
              <a:tabLst>
                <a:tab pos="444500" algn="l"/>
              </a:tabLst>
            </a:pPr>
            <a:r>
              <a:rPr dirty="0" sz="3200" spc="-170">
                <a:latin typeface="Century Gothic"/>
                <a:cs typeface="Century Gothic"/>
              </a:rPr>
              <a:t>T</a:t>
            </a:r>
            <a:r>
              <a:rPr dirty="0" sz="3200" spc="-385">
                <a:latin typeface="Century Gothic"/>
                <a:cs typeface="Century Gothic"/>
              </a:rPr>
              <a:t>o</a:t>
            </a:r>
            <a:r>
              <a:rPr dirty="0" sz="3200" spc="-409">
                <a:latin typeface="Century Gothic"/>
                <a:cs typeface="Century Gothic"/>
              </a:rPr>
              <a:t>d</a:t>
            </a:r>
            <a:r>
              <a:rPr dirty="0" sz="3200" spc="-215">
                <a:latin typeface="Century Gothic"/>
                <a:cs typeface="Century Gothic"/>
              </a:rPr>
              <a:t>o</a:t>
            </a:r>
            <a:r>
              <a:rPr dirty="0" sz="3200" spc="-1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-215">
                <a:latin typeface="Century Gothic"/>
                <a:cs typeface="Century Gothic"/>
              </a:rPr>
              <a:t>o</a:t>
            </a:r>
            <a:r>
              <a:rPr dirty="0" sz="3200" spc="-1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285">
                <a:latin typeface="Century Gothic"/>
                <a:cs typeface="Century Gothic"/>
              </a:rPr>
              <a:t>p</a:t>
            </a:r>
            <a:r>
              <a:rPr dirty="0" sz="3200" spc="-140">
                <a:latin typeface="Century Gothic"/>
                <a:cs typeface="Century Gothic"/>
              </a:rPr>
              <a:t>r</a:t>
            </a:r>
            <a:r>
              <a:rPr dirty="0" sz="3200" spc="-490">
                <a:latin typeface="Century Gothic"/>
                <a:cs typeface="Century Gothic"/>
              </a:rPr>
              <a:t>o</a:t>
            </a:r>
            <a:r>
              <a:rPr dirty="0" sz="3200" spc="-475">
                <a:latin typeface="Century Gothic"/>
                <a:cs typeface="Century Gothic"/>
              </a:rPr>
              <a:t>c</a:t>
            </a:r>
            <a:r>
              <a:rPr dirty="0" sz="3200" spc="-340">
                <a:latin typeface="Century Gothic"/>
                <a:cs typeface="Century Gothic"/>
              </a:rPr>
              <a:t>e</a:t>
            </a:r>
            <a:r>
              <a:rPr dirty="0" sz="3200" spc="-200">
                <a:latin typeface="Century Gothic"/>
                <a:cs typeface="Century Gothic"/>
              </a:rPr>
              <a:t>s</a:t>
            </a:r>
            <a:r>
              <a:rPr dirty="0" sz="3200" spc="-325">
                <a:latin typeface="Century Gothic"/>
                <a:cs typeface="Century Gothic"/>
              </a:rPr>
              <a:t>o</a:t>
            </a:r>
            <a:r>
              <a:rPr dirty="0" sz="3200" spc="-2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95">
                <a:latin typeface="Century Gothic"/>
                <a:cs typeface="Century Gothic"/>
              </a:rPr>
              <a:t>de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275">
                <a:latin typeface="Century Gothic"/>
                <a:cs typeface="Century Gothic"/>
              </a:rPr>
              <a:t>u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85">
                <a:latin typeface="Century Gothic"/>
                <a:cs typeface="Century Gothic"/>
              </a:rPr>
              <a:t>i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75">
                <a:latin typeface="Century Gothic"/>
                <a:cs typeface="Century Gothic"/>
              </a:rPr>
              <a:t>i</a:t>
            </a:r>
            <a:r>
              <a:rPr dirty="0" sz="3200" spc="-459">
                <a:latin typeface="Century Gothic"/>
                <a:cs typeface="Century Gothic"/>
              </a:rPr>
              <a:t>dad</a:t>
            </a:r>
            <a:r>
              <a:rPr dirty="0" sz="3200" spc="25">
                <a:latin typeface="Century Gothic"/>
                <a:cs typeface="Century Gothic"/>
              </a:rPr>
              <a:t> </a:t>
            </a:r>
            <a:r>
              <a:rPr dirty="0" sz="3200" spc="70">
                <a:latin typeface="Century Gothic"/>
                <a:cs typeface="Century Gothic"/>
              </a:rPr>
              <a:t>j</a:t>
            </a:r>
            <a:r>
              <a:rPr dirty="0" sz="3200" spc="-275">
                <a:latin typeface="Century Gothic"/>
                <a:cs typeface="Century Gothic"/>
              </a:rPr>
              <a:t>u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620">
                <a:latin typeface="Century Gothic"/>
                <a:cs typeface="Century Gothic"/>
              </a:rPr>
              <a:t>c</a:t>
            </a:r>
            <a:r>
              <a:rPr dirty="0" sz="3200" spc="-320">
                <a:latin typeface="Century Gothic"/>
                <a:cs typeface="Century Gothic"/>
              </a:rPr>
              <a:t>o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-175">
                <a:latin typeface="Century Gothic"/>
                <a:cs typeface="Century Gothic"/>
              </a:rPr>
              <a:t>os</a:t>
            </a:r>
            <a:r>
              <a:rPr dirty="0" sz="3200" spc="-95">
                <a:latin typeface="Century Gothic"/>
                <a:cs typeface="Century Gothic"/>
              </a:rPr>
              <a:t> </a:t>
            </a:r>
            <a:r>
              <a:rPr dirty="0" sz="3200" spc="-285">
                <a:latin typeface="Century Gothic"/>
                <a:cs typeface="Century Gothic"/>
              </a:rPr>
              <a:t>p</a:t>
            </a:r>
            <a:r>
              <a:rPr dirty="0" sz="3200" spc="-140">
                <a:latin typeface="Century Gothic"/>
                <a:cs typeface="Century Gothic"/>
              </a:rPr>
              <a:t>r</a:t>
            </a:r>
            <a:r>
              <a:rPr dirty="0" sz="3200" spc="-484">
                <a:latin typeface="Century Gothic"/>
                <a:cs typeface="Century Gothic"/>
              </a:rPr>
              <a:t>oc</a:t>
            </a:r>
            <a:r>
              <a:rPr dirty="0" sz="3200" spc="-475">
                <a:latin typeface="Century Gothic"/>
                <a:cs typeface="Century Gothic"/>
              </a:rPr>
              <a:t>e</a:t>
            </a:r>
            <a:r>
              <a:rPr dirty="0" sz="3200" spc="-140">
                <a:latin typeface="Century Gothic"/>
                <a:cs typeface="Century Gothic"/>
              </a:rPr>
              <a:t>so</a:t>
            </a:r>
            <a:r>
              <a:rPr dirty="0" sz="3200" spc="-100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509">
                <a:latin typeface="Century Gothic"/>
                <a:cs typeface="Century Gothic"/>
              </a:rPr>
              <a:t>d</a:t>
            </a:r>
            <a:r>
              <a:rPr dirty="0" sz="3200" spc="-480">
                <a:latin typeface="Century Gothic"/>
                <a:cs typeface="Century Gothic"/>
              </a:rPr>
              <a:t>e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55">
                <a:latin typeface="Century Gothic"/>
                <a:cs typeface="Century Gothic"/>
              </a:rPr>
              <a:t>bac</a:t>
            </a:r>
            <a:r>
              <a:rPr dirty="0" sz="3200" spc="-350">
                <a:latin typeface="Century Gothic"/>
                <a:cs typeface="Century Gothic"/>
              </a:rPr>
              <a:t>k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315">
                <a:latin typeface="Century Gothic"/>
                <a:cs typeface="Century Gothic"/>
              </a:rPr>
              <a:t>d</a:t>
            </a:r>
            <a:r>
              <a:rPr dirty="0" sz="3200" spc="-175">
                <a:latin typeface="Century Gothic"/>
                <a:cs typeface="Century Gothic"/>
              </a:rPr>
              <a:t>s</a:t>
            </a:r>
            <a:r>
              <a:rPr dirty="0" sz="3200" spc="25">
                <a:latin typeface="Century Gothic"/>
                <a:cs typeface="Century Gothic"/>
              </a:rPr>
              <a:t> </a:t>
            </a:r>
            <a:r>
              <a:rPr dirty="0" sz="3200" spc="-430">
                <a:latin typeface="Century Gothic"/>
                <a:cs typeface="Century Gothic"/>
              </a:rPr>
              <a:t>y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285">
                <a:latin typeface="Century Gothic"/>
                <a:cs typeface="Century Gothic"/>
              </a:rPr>
              <a:t>post</a:t>
            </a:r>
            <a:r>
              <a:rPr dirty="0" sz="3200" spc="-484">
                <a:latin typeface="Century Gothic"/>
                <a:cs typeface="Century Gothic"/>
              </a:rPr>
              <a:t>m</a:t>
            </a:r>
            <a:r>
              <a:rPr dirty="0" sz="3200" spc="-295">
                <a:latin typeface="Century Gothic"/>
                <a:cs typeface="Century Gothic"/>
              </a:rPr>
              <a:t>as</a:t>
            </a:r>
            <a:r>
              <a:rPr dirty="0" sz="3200" spc="-195">
                <a:latin typeface="Century Gothic"/>
                <a:cs typeface="Century Gothic"/>
              </a:rPr>
              <a:t>t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204">
                <a:latin typeface="Century Gothic"/>
                <a:cs typeface="Century Gothic"/>
              </a:rPr>
              <a:t>s</a:t>
            </a:r>
            <a:r>
              <a:rPr dirty="0" sz="3200" spc="-335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434">
                <a:latin typeface="Century Gothic"/>
                <a:cs typeface="Century Gothic"/>
              </a:rPr>
              <a:t>ca</a:t>
            </a:r>
            <a:r>
              <a:rPr dirty="0" sz="3200" spc="-195">
                <a:latin typeface="Century Gothic"/>
                <a:cs typeface="Century Gothic"/>
              </a:rPr>
              <a:t>r</a:t>
            </a:r>
            <a:r>
              <a:rPr dirty="0" sz="3200" spc="-450">
                <a:latin typeface="Century Gothic"/>
                <a:cs typeface="Century Gothic"/>
              </a:rPr>
              <a:t>g</a:t>
            </a:r>
            <a:r>
              <a:rPr dirty="0" sz="3200" spc="-375">
                <a:latin typeface="Century Gothic"/>
                <a:cs typeface="Century Gothic"/>
              </a:rPr>
              <a:t>an</a:t>
            </a:r>
            <a:r>
              <a:rPr dirty="0" sz="3200" spc="-160">
                <a:latin typeface="Century Gothic"/>
                <a:cs typeface="Century Gothic"/>
              </a:rPr>
              <a:t> </a:t>
            </a:r>
            <a:r>
              <a:rPr dirty="0" sz="3200" spc="-509">
                <a:latin typeface="Century Gothic"/>
                <a:cs typeface="Century Gothic"/>
              </a:rPr>
              <a:t>d</a:t>
            </a:r>
            <a:r>
              <a:rPr dirty="0" sz="3200" spc="-480">
                <a:latin typeface="Century Gothic"/>
                <a:cs typeface="Century Gothic"/>
              </a:rPr>
              <a:t>e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75">
                <a:latin typeface="Century Gothic"/>
                <a:cs typeface="Century Gothic"/>
              </a:rPr>
              <a:t>a</a:t>
            </a:r>
            <a:r>
              <a:rPr dirty="0" sz="3200" spc="-310">
                <a:latin typeface="Century Gothic"/>
                <a:cs typeface="Century Gothic"/>
              </a:rPr>
              <a:t>d</a:t>
            </a:r>
            <a:r>
              <a:rPr dirty="0" sz="3200" spc="-105">
                <a:latin typeface="Century Gothic"/>
                <a:cs typeface="Century Gothic"/>
              </a:rPr>
              <a:t>j</a:t>
            </a:r>
            <a:r>
              <a:rPr dirty="0" sz="3200" spc="-265">
                <a:latin typeface="Century Gothic"/>
                <a:cs typeface="Century Gothic"/>
              </a:rPr>
              <a:t>u</a:t>
            </a:r>
            <a:r>
              <a:rPr dirty="0" sz="3200" spc="-305">
                <a:latin typeface="Century Gothic"/>
                <a:cs typeface="Century Gothic"/>
              </a:rPr>
              <a:t>n</a:t>
            </a:r>
            <a:r>
              <a:rPr dirty="0" sz="3200" spc="-295">
                <a:latin typeface="Century Gothic"/>
                <a:cs typeface="Century Gothic"/>
              </a:rPr>
              <a:t>t</a:t>
            </a:r>
            <a:r>
              <a:rPr dirty="0" sz="3200" spc="-475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75">
                <a:latin typeface="Century Gothic"/>
                <a:cs typeface="Century Gothic"/>
              </a:rPr>
              <a:t>i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180">
                <a:latin typeface="Century Gothic"/>
                <a:cs typeface="Century Gothic"/>
              </a:rPr>
              <a:t>fo</a:t>
            </a:r>
            <a:r>
              <a:rPr dirty="0" sz="3200" spc="-110">
                <a:latin typeface="Century Gothic"/>
                <a:cs typeface="Century Gothic"/>
              </a:rPr>
              <a:t>r</a:t>
            </a:r>
            <a:r>
              <a:rPr dirty="0" sz="3200" spc="-484">
                <a:latin typeface="Century Gothic"/>
                <a:cs typeface="Century Gothic"/>
              </a:rPr>
              <a:t>m</a:t>
            </a:r>
            <a:r>
              <a:rPr dirty="0" sz="3200" spc="-430">
                <a:latin typeface="Century Gothic"/>
                <a:cs typeface="Century Gothic"/>
              </a:rPr>
              <a:t>ac</a:t>
            </a:r>
            <a:r>
              <a:rPr dirty="0" sz="3200" spc="-140">
                <a:latin typeface="Century Gothic"/>
                <a:cs typeface="Century Gothic"/>
              </a:rPr>
              <a:t>i</a:t>
            </a:r>
            <a:r>
              <a:rPr dirty="0" sz="3200" spc="-320">
                <a:latin typeface="Century Gothic"/>
                <a:cs typeface="Century Gothic"/>
              </a:rPr>
              <a:t>ó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325">
                <a:latin typeface="Century Gothic"/>
                <a:cs typeface="Century Gothic"/>
              </a:rPr>
              <a:t>es</a:t>
            </a:r>
            <a:r>
              <a:rPr dirty="0" sz="3200" spc="-210">
                <a:latin typeface="Century Gothic"/>
                <a:cs typeface="Century Gothic"/>
              </a:rPr>
              <a:t>t</a:t>
            </a:r>
            <a:r>
              <a:rPr dirty="0" sz="3200" spc="-500">
                <a:latin typeface="Century Gothic"/>
                <a:cs typeface="Century Gothic"/>
              </a:rPr>
              <a:t>e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75">
                <a:latin typeface="Century Gothic"/>
                <a:cs typeface="Century Gothic"/>
              </a:rPr>
              <a:t>p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-484">
                <a:latin typeface="Century Gothic"/>
                <a:cs typeface="Century Gothic"/>
              </a:rPr>
              <a:t>oc</a:t>
            </a:r>
            <a:r>
              <a:rPr dirty="0" sz="3200" spc="-475">
                <a:latin typeface="Century Gothic"/>
                <a:cs typeface="Century Gothic"/>
              </a:rPr>
              <a:t>e</a:t>
            </a:r>
            <a:r>
              <a:rPr dirty="0" sz="3200" spc="-25">
                <a:latin typeface="Century Gothic"/>
                <a:cs typeface="Century Gothic"/>
              </a:rPr>
              <a:t>s</a:t>
            </a:r>
            <a:r>
              <a:rPr dirty="0" sz="3200" spc="-325">
                <a:latin typeface="Century Gothic"/>
                <a:cs typeface="Century Gothic"/>
              </a:rPr>
              <a:t>o</a:t>
            </a:r>
            <a:r>
              <a:rPr dirty="0" sz="3200" spc="35">
                <a:latin typeface="Century Gothic"/>
                <a:cs typeface="Century Gothic"/>
              </a:rPr>
              <a:t>.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MS Gothic"/>
              <a:buChar char="●"/>
            </a:pPr>
            <a:endParaRPr sz="3300">
              <a:latin typeface="Times New Roman"/>
              <a:cs typeface="Times New Roman"/>
            </a:endParaRPr>
          </a:p>
          <a:p>
            <a:pPr marL="444500" indent="-215900">
              <a:lnSpc>
                <a:spcPct val="100000"/>
              </a:lnSpc>
              <a:buSzPct val="45312"/>
              <a:buFont typeface="MS Gothic"/>
              <a:buChar char="●"/>
              <a:tabLst>
                <a:tab pos="444500" algn="l"/>
              </a:tabLst>
            </a:pPr>
            <a:r>
              <a:rPr dirty="0" sz="3200" spc="-170">
                <a:latin typeface="Century Gothic"/>
                <a:cs typeface="Century Gothic"/>
              </a:rPr>
              <a:t>T</a:t>
            </a:r>
            <a:r>
              <a:rPr dirty="0" sz="3200" spc="-385">
                <a:latin typeface="Century Gothic"/>
                <a:cs typeface="Century Gothic"/>
              </a:rPr>
              <a:t>o</a:t>
            </a:r>
            <a:r>
              <a:rPr dirty="0" sz="3200" spc="-409">
                <a:latin typeface="Century Gothic"/>
                <a:cs typeface="Century Gothic"/>
              </a:rPr>
              <a:t>d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75">
                <a:latin typeface="Century Gothic"/>
                <a:cs typeface="Century Gothic"/>
              </a:rPr>
              <a:t>i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180">
                <a:latin typeface="Century Gothic"/>
                <a:cs typeface="Century Gothic"/>
              </a:rPr>
              <a:t>fo</a:t>
            </a:r>
            <a:r>
              <a:rPr dirty="0" sz="3200" spc="-120">
                <a:latin typeface="Century Gothic"/>
                <a:cs typeface="Century Gothic"/>
              </a:rPr>
              <a:t>r</a:t>
            </a:r>
            <a:r>
              <a:rPr dirty="0" sz="3200" spc="-475">
                <a:latin typeface="Century Gothic"/>
                <a:cs typeface="Century Gothic"/>
              </a:rPr>
              <a:t>m</a:t>
            </a:r>
            <a:r>
              <a:rPr dirty="0" sz="3200" spc="-475">
                <a:latin typeface="Century Gothic"/>
                <a:cs typeface="Century Gothic"/>
              </a:rPr>
              <a:t>a</a:t>
            </a:r>
            <a:r>
              <a:rPr dirty="0" sz="3200" spc="-620">
                <a:latin typeface="Century Gothic"/>
                <a:cs typeface="Century Gothic"/>
              </a:rPr>
              <a:t>c</a:t>
            </a:r>
            <a:r>
              <a:rPr dirty="0" sz="3200" spc="75">
                <a:latin typeface="Century Gothic"/>
                <a:cs typeface="Century Gothic"/>
              </a:rPr>
              <a:t>i</a:t>
            </a:r>
            <a:r>
              <a:rPr dirty="0" sz="3200" spc="-320">
                <a:latin typeface="Century Gothic"/>
                <a:cs typeface="Century Gothic"/>
              </a:rPr>
              <a:t>ó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204">
                <a:latin typeface="Century Gothic"/>
                <a:cs typeface="Century Gothic"/>
              </a:rPr>
              <a:t>s</a:t>
            </a:r>
            <a:r>
              <a:rPr dirty="0" sz="3200" spc="-330">
                <a:latin typeface="Century Gothic"/>
                <a:cs typeface="Century Gothic"/>
              </a:rPr>
              <a:t>e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-459">
                <a:latin typeface="Century Gothic"/>
                <a:cs typeface="Century Gothic"/>
              </a:rPr>
              <a:t>á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285">
                <a:latin typeface="Century Gothic"/>
                <a:cs typeface="Century Gothic"/>
              </a:rPr>
              <a:t>a</a:t>
            </a:r>
            <a:r>
              <a:rPr dirty="0" sz="3200" spc="-95">
                <a:latin typeface="Century Gothic"/>
                <a:cs typeface="Century Gothic"/>
              </a:rPr>
              <a:t>l</a:t>
            </a:r>
            <a:r>
              <a:rPr dirty="0" sz="3200" spc="-484">
                <a:latin typeface="Century Gothic"/>
                <a:cs typeface="Century Gothic"/>
              </a:rPr>
              <a:t>m</a:t>
            </a:r>
            <a:r>
              <a:rPr dirty="0" sz="3200" spc="-535">
                <a:latin typeface="Century Gothic"/>
                <a:cs typeface="Century Gothic"/>
              </a:rPr>
              <a:t>ac</a:t>
            </a:r>
            <a:r>
              <a:rPr dirty="0" sz="3200" spc="-515">
                <a:latin typeface="Century Gothic"/>
                <a:cs typeface="Century Gothic"/>
              </a:rPr>
              <a:t>e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25">
                <a:latin typeface="Century Gothic"/>
                <a:cs typeface="Century Gothic"/>
              </a:rPr>
              <a:t>e</a:t>
            </a:r>
            <a:r>
              <a:rPr dirty="0" sz="3200" spc="-395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330">
                <a:latin typeface="Century Gothic"/>
                <a:cs typeface="Century Gothic"/>
              </a:rPr>
              <a:t>pg</a:t>
            </a:r>
            <a:r>
              <a:rPr dirty="0" sz="3200" spc="-235">
                <a:latin typeface="Century Gothic"/>
                <a:cs typeface="Century Gothic"/>
              </a:rPr>
              <a:t>_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-385">
                <a:latin typeface="Century Gothic"/>
                <a:cs typeface="Century Gothic"/>
              </a:rPr>
              <a:t>o</a:t>
            </a:r>
            <a:r>
              <a:rPr dirty="0" sz="3200" spc="-455">
                <a:latin typeface="Century Gothic"/>
                <a:cs typeface="Century Gothic"/>
              </a:rPr>
              <a:t>g</a:t>
            </a:r>
            <a:r>
              <a:rPr dirty="0" sz="3200" spc="35">
                <a:latin typeface="Century Gothic"/>
                <a:cs typeface="Century Gothic"/>
              </a:rPr>
              <a:t>.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MS Gothic"/>
              <a:buChar char="●"/>
            </a:pPr>
            <a:endParaRPr sz="3300">
              <a:latin typeface="Times New Roman"/>
              <a:cs typeface="Times New Roman"/>
            </a:endParaRPr>
          </a:p>
          <a:p>
            <a:pPr marL="730250" marR="25400" indent="-501650">
              <a:lnSpc>
                <a:spcPct val="100000"/>
              </a:lnSpc>
              <a:buSzPct val="45312"/>
              <a:buFont typeface="MS Gothic"/>
              <a:buChar char="●"/>
              <a:tabLst>
                <a:tab pos="444500" algn="l"/>
              </a:tabLst>
            </a:pPr>
            <a:r>
              <a:rPr dirty="0" sz="3200" spc="100">
                <a:latin typeface="Century Gothic"/>
                <a:cs typeface="Century Gothic"/>
              </a:rPr>
              <a:t>U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75">
                <a:latin typeface="Century Gothic"/>
                <a:cs typeface="Century Gothic"/>
              </a:rPr>
              <a:t>i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400">
                <a:latin typeface="Century Gothic"/>
                <a:cs typeface="Century Gothic"/>
              </a:rPr>
              <a:t>c</a:t>
            </a:r>
            <a:r>
              <a:rPr dirty="0" sz="3200" spc="-185">
                <a:latin typeface="Century Gothic"/>
                <a:cs typeface="Century Gothic"/>
              </a:rPr>
              <a:t>r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484">
                <a:latin typeface="Century Gothic"/>
                <a:cs typeface="Century Gothic"/>
              </a:rPr>
              <a:t>m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305">
                <a:latin typeface="Century Gothic"/>
                <a:cs typeface="Century Gothic"/>
              </a:rPr>
              <a:t>n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25">
                <a:latin typeface="Century Gothic"/>
                <a:cs typeface="Century Gothic"/>
              </a:rPr>
              <a:t>e</a:t>
            </a:r>
            <a:r>
              <a:rPr dirty="0" sz="3200" spc="-395">
                <a:latin typeface="Century Gothic"/>
                <a:cs typeface="Century Gothic"/>
              </a:rPr>
              <a:t>n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25">
                <a:latin typeface="Century Gothic"/>
                <a:cs typeface="Century Gothic"/>
              </a:rPr>
              <a:t> </a:t>
            </a:r>
            <a:r>
              <a:rPr dirty="0" sz="3200" spc="-475">
                <a:latin typeface="Century Gothic"/>
                <a:cs typeface="Century Gothic"/>
              </a:rPr>
              <a:t>ca</a:t>
            </a:r>
            <a:r>
              <a:rPr dirty="0" sz="3200" spc="-430">
                <a:latin typeface="Century Gothic"/>
                <a:cs typeface="Century Gothic"/>
              </a:rPr>
              <a:t>n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75">
                <a:latin typeface="Century Gothic"/>
                <a:cs typeface="Century Gothic"/>
              </a:rPr>
              <a:t>i</a:t>
            </a:r>
            <a:r>
              <a:rPr dirty="0" sz="3200" spc="-465">
                <a:latin typeface="Century Gothic"/>
                <a:cs typeface="Century Gothic"/>
              </a:rPr>
              <a:t>da</a:t>
            </a:r>
            <a:r>
              <a:rPr dirty="0" sz="3200" spc="-465">
                <a:latin typeface="Century Gothic"/>
                <a:cs typeface="Century Gothic"/>
              </a:rPr>
              <a:t>d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450">
                <a:latin typeface="Century Gothic"/>
                <a:cs typeface="Century Gothic"/>
              </a:rPr>
              <a:t>g</a:t>
            </a:r>
            <a:r>
              <a:rPr dirty="0" sz="3200" spc="85">
                <a:latin typeface="Century Gothic"/>
                <a:cs typeface="Century Gothic"/>
              </a:rPr>
              <a:t>i</a:t>
            </a:r>
            <a:r>
              <a:rPr dirty="0" sz="3200" spc="-170">
                <a:latin typeface="Century Gothic"/>
                <a:cs typeface="Century Gothic"/>
              </a:rPr>
              <a:t>st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-225">
                <a:latin typeface="Century Gothic"/>
                <a:cs typeface="Century Gothic"/>
              </a:rPr>
              <a:t>ar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204">
                <a:latin typeface="Century Gothic"/>
                <a:cs typeface="Century Gothic"/>
              </a:rPr>
              <a:t>pr</a:t>
            </a:r>
            <a:r>
              <a:rPr dirty="0" sz="3200" spc="-325">
                <a:latin typeface="Century Gothic"/>
                <a:cs typeface="Century Gothic"/>
              </a:rPr>
              <a:t>o</a:t>
            </a:r>
            <a:r>
              <a:rPr dirty="0" sz="3200" spc="-395">
                <a:latin typeface="Century Gothic"/>
                <a:cs typeface="Century Gothic"/>
              </a:rPr>
              <a:t>d</a:t>
            </a:r>
            <a:r>
              <a:rPr dirty="0" sz="3200" spc="-345">
                <a:latin typeface="Century Gothic"/>
                <a:cs typeface="Century Gothic"/>
              </a:rPr>
              <a:t>u</a:t>
            </a:r>
            <a:r>
              <a:rPr dirty="0" sz="3200" spc="-420">
                <a:latin typeface="Century Gothic"/>
                <a:cs typeface="Century Gothic"/>
              </a:rPr>
              <a:t>c</a:t>
            </a:r>
            <a:r>
              <a:rPr dirty="0" sz="3200" spc="-140">
                <a:latin typeface="Century Gothic"/>
                <a:cs typeface="Century Gothic"/>
              </a:rPr>
              <a:t>i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-459">
                <a:latin typeface="Century Gothic"/>
                <a:cs typeface="Century Gothic"/>
              </a:rPr>
              <a:t>á</a:t>
            </a:r>
            <a:r>
              <a:rPr dirty="0" sz="3200" spc="-190">
                <a:latin typeface="Century Gothic"/>
                <a:cs typeface="Century Gothic"/>
              </a:rPr>
              <a:t> </a:t>
            </a:r>
            <a:r>
              <a:rPr dirty="0" sz="3200" spc="-275">
                <a:latin typeface="Century Gothic"/>
                <a:cs typeface="Century Gothic"/>
              </a:rPr>
              <a:t>u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375">
                <a:latin typeface="Century Gothic"/>
                <a:cs typeface="Century Gothic"/>
              </a:rPr>
              <a:t>au</a:t>
            </a:r>
            <a:r>
              <a:rPr dirty="0" sz="3200" spc="-484">
                <a:latin typeface="Century Gothic"/>
                <a:cs typeface="Century Gothic"/>
              </a:rPr>
              <a:t>m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30">
                <a:latin typeface="Century Gothic"/>
                <a:cs typeface="Century Gothic"/>
              </a:rPr>
              <a:t>I</a:t>
            </a:r>
            <a:r>
              <a:rPr dirty="0" sz="3200" spc="-40">
                <a:latin typeface="Century Gothic"/>
                <a:cs typeface="Century Gothic"/>
              </a:rPr>
              <a:t>/</a:t>
            </a:r>
            <a:r>
              <a:rPr dirty="0" sz="3200" spc="-135">
                <a:latin typeface="Century Gothic"/>
                <a:cs typeface="Century Gothic"/>
              </a:rPr>
              <a:t>O</a:t>
            </a:r>
            <a:r>
              <a:rPr dirty="0" sz="3200" spc="35">
                <a:latin typeface="Century Gothic"/>
                <a:cs typeface="Century Gothic"/>
              </a:rPr>
              <a:t>.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Times New Roman"/>
              <a:cs typeface="Times New Roman"/>
            </a:endParaRPr>
          </a:p>
          <a:p>
            <a:pPr algn="ctr" marL="171450">
              <a:lnSpc>
                <a:spcPct val="100000"/>
              </a:lnSpc>
            </a:pPr>
            <a:r>
              <a:rPr dirty="0" sz="3100" spc="-15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dirty="0" sz="3100" spc="-315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dirty="0" sz="3100" spc="-465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dirty="0" sz="3100" spc="-305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dirty="0" sz="3100" spc="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3100" spc="-470">
                <a:solidFill>
                  <a:srgbClr val="FFFFFF"/>
                </a:solidFill>
                <a:latin typeface="Century Gothic"/>
                <a:cs typeface="Century Gothic"/>
              </a:rPr>
              <a:t>P</a:t>
            </a:r>
            <a:r>
              <a:rPr dirty="0" sz="3100" spc="-210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dirty="0" sz="3100" spc="-125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dirty="0" sz="3100" spc="-295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dirty="0" sz="3100" spc="-415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dirty="0" sz="3100" spc="25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dirty="0" sz="3100" spc="-495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dirty="0" sz="3100" spc="-5">
                <a:solidFill>
                  <a:srgbClr val="FFFFFF"/>
                </a:solidFill>
                <a:latin typeface="Century Gothic"/>
                <a:cs typeface="Century Gothic"/>
              </a:rPr>
              <a:t>SQ</a:t>
            </a:r>
            <a:r>
              <a:rPr dirty="0" sz="3100" spc="-16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endParaRPr sz="3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2900" y="431130"/>
            <a:ext cx="1954530" cy="5791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ct val="100000"/>
              </a:lnSpc>
            </a:pPr>
            <a:r>
              <a:rPr dirty="0" sz="3200" spc="-95" b="1">
                <a:latin typeface="Tahoma"/>
                <a:cs typeface="Tahoma"/>
              </a:rPr>
              <a:t>P</a:t>
            </a:r>
            <a:r>
              <a:rPr dirty="0" sz="3200" spc="10" b="1">
                <a:latin typeface="Tahoma"/>
                <a:cs typeface="Tahoma"/>
              </a:rPr>
              <a:t>ro</a:t>
            </a:r>
            <a:r>
              <a:rPr dirty="0" sz="3200" spc="-220" b="1">
                <a:latin typeface="Tahoma"/>
                <a:cs typeface="Tahoma"/>
              </a:rPr>
              <a:t>c</a:t>
            </a:r>
            <a:r>
              <a:rPr dirty="0" sz="3200" spc="35" b="1">
                <a:latin typeface="Tahoma"/>
                <a:cs typeface="Tahoma"/>
              </a:rPr>
              <a:t>e</a:t>
            </a:r>
            <a:r>
              <a:rPr dirty="0" sz="3200" spc="-130" b="1">
                <a:latin typeface="Tahoma"/>
                <a:cs typeface="Tahoma"/>
              </a:rPr>
              <a:t>s</a:t>
            </a:r>
            <a:r>
              <a:rPr dirty="0" sz="3200" b="1">
                <a:latin typeface="Tahoma"/>
                <a:cs typeface="Tahoma"/>
              </a:rPr>
              <a:t>o</a:t>
            </a:r>
            <a:r>
              <a:rPr dirty="0" sz="3200" spc="-120" b="1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590" y="1877109"/>
            <a:ext cx="9077960" cy="4465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400" spc="-95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dirty="0" sz="4400" spc="-37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-305">
                <a:solidFill>
                  <a:srgbClr val="1B1B1B"/>
                </a:solidFill>
                <a:latin typeface="Century Gothic"/>
                <a:cs typeface="Century Gothic"/>
              </a:rPr>
              <a:t>ffe</a:t>
            </a:r>
            <a:r>
              <a:rPr dirty="0" sz="4400" spc="-204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595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dirty="0" sz="4400" spc="-69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55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4400" spc="-305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dirty="0" sz="4400" spc="-68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85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29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dirty="0" sz="4400" spc="-505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dirty="0" sz="4400" spc="-125">
                <a:solidFill>
                  <a:srgbClr val="1B1B1B"/>
                </a:solidFill>
                <a:latin typeface="Century Gothic"/>
                <a:cs typeface="Century Gothic"/>
              </a:rPr>
              <a:t>/</a:t>
            </a:r>
            <a:r>
              <a:rPr dirty="0" sz="4400" spc="-14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85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29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dirty="0" sz="4400" spc="-505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55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dirty="0" sz="4400" spc="55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4400" spc="-680">
                <a:solidFill>
                  <a:srgbClr val="1B1B1B"/>
                </a:solidFill>
                <a:latin typeface="Century Gothic"/>
                <a:cs typeface="Century Gothic"/>
              </a:rPr>
              <a:t>de</a:t>
            </a:r>
            <a:r>
              <a:rPr dirty="0" sz="4400" spc="55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4400" spc="-215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endParaRPr sz="4400">
              <a:latin typeface="Century Gothic"/>
              <a:cs typeface="Century Gothic"/>
            </a:endParaRPr>
          </a:p>
          <a:p>
            <a:pPr marL="262890" indent="-215900">
              <a:lnSpc>
                <a:spcPct val="100000"/>
              </a:lnSpc>
              <a:spcBef>
                <a:spcPts val="3279"/>
              </a:spcBef>
              <a:buSzPct val="45000"/>
              <a:buFont typeface="MS Gothic"/>
              <a:buChar char="●"/>
              <a:tabLst>
                <a:tab pos="262890" algn="l"/>
              </a:tabLst>
            </a:pPr>
            <a:r>
              <a:rPr dirty="0" sz="3000" spc="10">
                <a:latin typeface="Century Gothic"/>
                <a:cs typeface="Century Gothic"/>
              </a:rPr>
              <a:t>S</a:t>
            </a:r>
            <a:r>
              <a:rPr dirty="0" sz="3000" spc="-254">
                <a:latin typeface="Century Gothic"/>
                <a:cs typeface="Century Gothic"/>
              </a:rPr>
              <a:t>h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r</a:t>
            </a:r>
            <a:r>
              <a:rPr dirty="0" sz="3000" spc="-445">
                <a:latin typeface="Century Gothic"/>
                <a:cs typeface="Century Gothic"/>
              </a:rPr>
              <a:t>e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60">
                <a:latin typeface="Century Gothic"/>
                <a:cs typeface="Century Gothic"/>
              </a:rPr>
              <a:t> </a:t>
            </a:r>
            <a:r>
              <a:rPr dirty="0" sz="3000" spc="-55">
                <a:latin typeface="Century Gothic"/>
                <a:cs typeface="Century Gothic"/>
              </a:rPr>
              <a:t>B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170">
                <a:latin typeface="Century Gothic"/>
                <a:cs typeface="Century Gothic"/>
              </a:rPr>
              <a:t>ff</a:t>
            </a:r>
            <a:r>
              <a:rPr dirty="0" sz="3000" spc="-44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endParaRPr sz="3000">
              <a:latin typeface="Century Gothic"/>
              <a:cs typeface="Century Gothic"/>
            </a:endParaRPr>
          </a:p>
          <a:p>
            <a:pPr lvl="1" marL="478790" indent="-215900">
              <a:lnSpc>
                <a:spcPct val="100000"/>
              </a:lnSpc>
              <a:spcBef>
                <a:spcPts val="1140"/>
              </a:spcBef>
              <a:buSzPct val="45000"/>
              <a:buFont typeface="MS Gothic"/>
              <a:buChar char="➢"/>
              <a:tabLst>
                <a:tab pos="478790" algn="l"/>
              </a:tabLst>
            </a:pP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40">
                <a:latin typeface="Century Gothic"/>
                <a:cs typeface="Century Gothic"/>
              </a:rPr>
              <a:t>cu</a:t>
            </a:r>
            <a:r>
              <a:rPr dirty="0" sz="3000" spc="-450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M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lvl="1" marL="478790" indent="-215900">
              <a:lnSpc>
                <a:spcPct val="100000"/>
              </a:lnSpc>
              <a:spcBef>
                <a:spcPts val="1130"/>
              </a:spcBef>
              <a:buSzPct val="45000"/>
              <a:buFont typeface="MS Gothic"/>
              <a:buChar char="➢"/>
              <a:tabLst>
                <a:tab pos="478790" algn="l"/>
              </a:tabLst>
            </a:pPr>
            <a:r>
              <a:rPr dirty="0" sz="3000" spc="-204">
                <a:latin typeface="Century Gothic"/>
                <a:cs typeface="Century Gothic"/>
              </a:rPr>
              <a:t>L</a:t>
            </a:r>
            <a:r>
              <a:rPr dirty="0" sz="3000" spc="-450">
                <a:latin typeface="Century Gothic"/>
                <a:cs typeface="Century Gothic"/>
              </a:rPr>
              <a:t>ect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ó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25">
                <a:latin typeface="Century Gothic"/>
                <a:cs typeface="Century Gothic"/>
              </a:rPr>
              <a:t>h</a:t>
            </a:r>
            <a:r>
              <a:rPr dirty="0" sz="3000" spc="-465">
                <a:latin typeface="Century Gothic"/>
                <a:cs typeface="Century Gothic"/>
              </a:rPr>
              <a:t>é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lvl="1" marL="478790" indent="-215900">
              <a:lnSpc>
                <a:spcPct val="100000"/>
              </a:lnSpc>
              <a:spcBef>
                <a:spcPts val="1140"/>
              </a:spcBef>
              <a:buSzPct val="45000"/>
              <a:buFont typeface="MS Gothic"/>
              <a:buChar char="➢"/>
              <a:tabLst>
                <a:tab pos="478790" algn="l"/>
              </a:tabLst>
            </a:pPr>
            <a:r>
              <a:rPr dirty="0" sz="3000" spc="-310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40">
                <a:latin typeface="Century Gothic"/>
                <a:cs typeface="Century Gothic"/>
              </a:rPr>
              <a:t>uc</a:t>
            </a:r>
            <a:r>
              <a:rPr dirty="0" sz="3000" spc="-45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95">
                <a:latin typeface="Century Gothic"/>
                <a:cs typeface="Century Gothic"/>
              </a:rPr>
              <a:t>l</a:t>
            </a:r>
            <a:r>
              <a:rPr dirty="0" sz="3000" spc="-290">
                <a:latin typeface="Century Gothic"/>
                <a:cs typeface="Century Gothic"/>
              </a:rPr>
              <a:t>e</a:t>
            </a:r>
            <a:r>
              <a:rPr dirty="0" sz="3000" spc="-570">
                <a:latin typeface="Century Gothic"/>
                <a:cs typeface="Century Gothic"/>
              </a:rPr>
              <a:t>c</a:t>
            </a:r>
            <a:r>
              <a:rPr dirty="0" sz="3000" spc="-295">
                <a:latin typeface="Century Gothic"/>
                <a:cs typeface="Century Gothic"/>
              </a:rPr>
              <a:t>t</a:t>
            </a:r>
            <a:r>
              <a:rPr dirty="0" sz="3000" spc="-155">
                <a:latin typeface="Century Gothic"/>
                <a:cs typeface="Century Gothic"/>
              </a:rPr>
              <a:t>u</a:t>
            </a:r>
            <a:r>
              <a:rPr dirty="0" sz="3000" spc="-7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9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50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r>
              <a:rPr dirty="0" sz="3000" spc="-114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lvl="1" marL="478790" indent="-215900">
              <a:lnSpc>
                <a:spcPct val="100000"/>
              </a:lnSpc>
              <a:spcBef>
                <a:spcPts val="1130"/>
              </a:spcBef>
              <a:buSzPct val="45000"/>
              <a:buFont typeface="MS Gothic"/>
              <a:buChar char="➢"/>
              <a:tabLst>
                <a:tab pos="478790" algn="l"/>
              </a:tabLst>
            </a:pPr>
            <a:r>
              <a:rPr dirty="0" sz="3000" spc="60">
                <a:latin typeface="Century Gothic"/>
                <a:cs typeface="Century Gothic"/>
              </a:rPr>
              <a:t>100</a:t>
            </a:r>
            <a:r>
              <a:rPr dirty="0" sz="3000" spc="65">
                <a:latin typeface="Century Gothic"/>
                <a:cs typeface="Century Gothic"/>
              </a:rPr>
              <a:t>0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59">
                <a:latin typeface="Century Gothic"/>
                <a:cs typeface="Century Gothic"/>
              </a:rPr>
              <a:t>e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170">
                <a:latin typeface="Century Gothic"/>
                <a:cs typeface="Century Gothic"/>
              </a:rPr>
              <a:t>ff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lvl="1" marL="478790" indent="-215900">
              <a:lnSpc>
                <a:spcPct val="100000"/>
              </a:lnSpc>
              <a:spcBef>
                <a:spcPts val="1140"/>
              </a:spcBef>
              <a:buSzPct val="45000"/>
              <a:buFont typeface="MS Gothic"/>
              <a:buChar char="➢"/>
              <a:tabLst>
                <a:tab pos="478790" algn="l"/>
              </a:tabLst>
            </a:pPr>
            <a:r>
              <a:rPr dirty="0" sz="3000" spc="-340">
                <a:latin typeface="Century Gothic"/>
                <a:cs typeface="Century Gothic"/>
              </a:rPr>
              <a:t>P</a:t>
            </a:r>
            <a:r>
              <a:rPr dirty="0" sz="3000" spc="-375">
                <a:latin typeface="Century Gothic"/>
                <a:cs typeface="Century Gothic"/>
              </a:rPr>
              <a:t>á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55">
                <a:latin typeface="Century Gothic"/>
                <a:cs typeface="Century Gothic"/>
              </a:rPr>
              <a:t>i</a:t>
            </a:r>
            <a:r>
              <a:rPr dirty="0" sz="3000" spc="-135">
                <a:latin typeface="Century Gothic"/>
                <a:cs typeface="Century Gothic"/>
              </a:rPr>
              <a:t>n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65">
                <a:latin typeface="Century Gothic"/>
                <a:cs typeface="Century Gothic"/>
              </a:rPr>
              <a:t>8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50">
                <a:latin typeface="Century Gothic"/>
                <a:cs typeface="Century Gothic"/>
              </a:rPr>
              <a:t>K</a:t>
            </a:r>
            <a:r>
              <a:rPr dirty="0" sz="3000" spc="-150">
                <a:latin typeface="Century Gothic"/>
                <a:cs typeface="Century Gothic"/>
              </a:rPr>
              <a:t>B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590" y="1877109"/>
            <a:ext cx="9077960" cy="2661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400" spc="-95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dirty="0" sz="4400" spc="-37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-305">
                <a:solidFill>
                  <a:srgbClr val="1B1B1B"/>
                </a:solidFill>
                <a:latin typeface="Century Gothic"/>
                <a:cs typeface="Century Gothic"/>
              </a:rPr>
              <a:t>ffe</a:t>
            </a:r>
            <a:r>
              <a:rPr dirty="0" sz="4400" spc="-204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595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dirty="0" sz="4400" spc="-69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55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4400" spc="-305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dirty="0" sz="4400" spc="-68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85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29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dirty="0" sz="4400" spc="-505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dirty="0" sz="4400" spc="-125">
                <a:solidFill>
                  <a:srgbClr val="1B1B1B"/>
                </a:solidFill>
                <a:latin typeface="Century Gothic"/>
                <a:cs typeface="Century Gothic"/>
              </a:rPr>
              <a:t>/</a:t>
            </a:r>
            <a:r>
              <a:rPr dirty="0" sz="4400" spc="-14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85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29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dirty="0" sz="4400" spc="-505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dirty="0" sz="4400" spc="55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dirty="0" sz="4400" spc="55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4400" spc="-680">
                <a:solidFill>
                  <a:srgbClr val="1B1B1B"/>
                </a:solidFill>
                <a:latin typeface="Century Gothic"/>
                <a:cs typeface="Century Gothic"/>
              </a:rPr>
              <a:t>de</a:t>
            </a:r>
            <a:r>
              <a:rPr dirty="0" sz="4400" spc="55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4400" spc="-215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3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dirty="0" sz="4400" spc="-665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endParaRPr sz="4400">
              <a:latin typeface="Century Gothic"/>
              <a:cs typeface="Century Gothic"/>
            </a:endParaRPr>
          </a:p>
          <a:p>
            <a:pPr marL="262890" indent="-215900">
              <a:lnSpc>
                <a:spcPct val="100000"/>
              </a:lnSpc>
              <a:spcBef>
                <a:spcPts val="3279"/>
              </a:spcBef>
              <a:buSzPct val="45000"/>
              <a:buFont typeface="MS Gothic"/>
              <a:buChar char="●"/>
              <a:tabLst>
                <a:tab pos="262890" algn="l"/>
              </a:tabLst>
            </a:pPr>
            <a:r>
              <a:rPr dirty="0" sz="3000" spc="-220">
                <a:latin typeface="Century Gothic"/>
                <a:cs typeface="Century Gothic"/>
              </a:rPr>
              <a:t>W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55">
                <a:latin typeface="Century Gothic"/>
                <a:cs typeface="Century Gothic"/>
              </a:rPr>
              <a:t>L</a:t>
            </a:r>
            <a:r>
              <a:rPr dirty="0" sz="3000" spc="50">
                <a:latin typeface="Century Gothic"/>
                <a:cs typeface="Century Gothic"/>
              </a:rPr>
              <a:t> </a:t>
            </a:r>
            <a:r>
              <a:rPr dirty="0" sz="3000" spc="-55">
                <a:latin typeface="Century Gothic"/>
                <a:cs typeface="Century Gothic"/>
              </a:rPr>
              <a:t>B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170">
                <a:latin typeface="Century Gothic"/>
                <a:cs typeface="Century Gothic"/>
              </a:rPr>
              <a:t>ff</a:t>
            </a:r>
            <a:r>
              <a:rPr dirty="0" sz="3000" spc="-459">
                <a:latin typeface="Century Gothic"/>
                <a:cs typeface="Century Gothic"/>
              </a:rPr>
              <a:t>e</a:t>
            </a:r>
            <a:r>
              <a:rPr dirty="0" sz="3000" spc="50">
                <a:latin typeface="Century Gothic"/>
                <a:cs typeface="Century Gothic"/>
              </a:rPr>
              <a:t>r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endParaRPr sz="3000">
              <a:latin typeface="Century Gothic"/>
              <a:cs typeface="Century Gothic"/>
            </a:endParaRPr>
          </a:p>
          <a:p>
            <a:pPr lvl="1" marL="478790" indent="-215900">
              <a:lnSpc>
                <a:spcPct val="100000"/>
              </a:lnSpc>
              <a:spcBef>
                <a:spcPts val="1140"/>
              </a:spcBef>
              <a:buSzPct val="45000"/>
              <a:buFont typeface="MS Gothic"/>
              <a:buChar char="➢"/>
              <a:tabLst>
                <a:tab pos="478790" algn="l"/>
              </a:tabLst>
            </a:pP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40">
                <a:latin typeface="Century Gothic"/>
                <a:cs typeface="Century Gothic"/>
              </a:rPr>
              <a:t>cu</a:t>
            </a:r>
            <a:r>
              <a:rPr dirty="0" sz="3000" spc="-450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M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lvl="1" marL="478790" indent="-215900">
              <a:lnSpc>
                <a:spcPct val="100000"/>
              </a:lnSpc>
              <a:spcBef>
                <a:spcPts val="1130"/>
              </a:spcBef>
              <a:buSzPct val="45000"/>
              <a:buFont typeface="MS Gothic"/>
              <a:buChar char="➢"/>
              <a:tabLst>
                <a:tab pos="478790" algn="l"/>
              </a:tabLst>
            </a:pPr>
            <a:r>
              <a:rPr dirty="0" sz="3000" spc="-145">
                <a:latin typeface="Century Gothic"/>
                <a:cs typeface="Century Gothic"/>
              </a:rPr>
              <a:t>D</a:t>
            </a:r>
            <a:r>
              <a:rPr dirty="0" sz="3000" spc="-155">
                <a:latin typeface="Century Gothic"/>
                <a:cs typeface="Century Gothic"/>
              </a:rPr>
              <a:t>u</a:t>
            </a:r>
            <a:r>
              <a:rPr dirty="0" sz="3000" spc="-75">
                <a:latin typeface="Century Gothic"/>
                <a:cs typeface="Century Gothic"/>
              </a:rPr>
              <a:t>r</a:t>
            </a:r>
            <a:r>
              <a:rPr dirty="0" sz="3000" spc="-430">
                <a:latin typeface="Century Gothic"/>
                <a:cs typeface="Century Gothic"/>
              </a:rPr>
              <a:t>ab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85">
                <a:latin typeface="Century Gothic"/>
                <a:cs typeface="Century Gothic"/>
              </a:rPr>
              <a:t>l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320">
                <a:latin typeface="Century Gothic"/>
                <a:cs typeface="Century Gothic"/>
              </a:rPr>
              <a:t>cci</a:t>
            </a:r>
            <a:r>
              <a:rPr dirty="0" sz="3000" spc="-415">
                <a:latin typeface="Century Gothic"/>
                <a:cs typeface="Century Gothic"/>
              </a:rPr>
              <a:t>o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15"/>
              <a:t>T</a:t>
            </a:r>
            <a:r>
              <a:rPr dirty="0" spc="-400"/>
              <a:t>o</a:t>
            </a:r>
            <a:r>
              <a:rPr dirty="0" spc="-610"/>
              <a:t>d</a:t>
            </a:r>
            <a:r>
              <a:rPr dirty="0" spc="-395"/>
              <a:t>o</a:t>
            </a:r>
            <a:r>
              <a:rPr dirty="0" spc="35"/>
              <a:t> </a:t>
            </a:r>
            <a:r>
              <a:rPr dirty="0" spc="-600"/>
              <a:t>P</a:t>
            </a:r>
            <a:r>
              <a:rPr dirty="0" spc="-400"/>
              <a:t>o</a:t>
            </a:r>
            <a:r>
              <a:rPr dirty="0" spc="-35"/>
              <a:t>s</a:t>
            </a:r>
            <a:r>
              <a:rPr dirty="0" spc="-375"/>
              <a:t>t</a:t>
            </a:r>
            <a:r>
              <a:rPr dirty="0" spc="-545"/>
              <a:t>g</a:t>
            </a:r>
            <a:r>
              <a:rPr dirty="0" spc="-200"/>
              <a:t>re</a:t>
            </a:r>
            <a:r>
              <a:rPr dirty="0" spc="-195"/>
              <a:t>S</a:t>
            </a:r>
            <a:r>
              <a:rPr dirty="0" spc="-15"/>
              <a:t>Q</a:t>
            </a:r>
            <a:r>
              <a:rPr dirty="0" spc="-204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7109"/>
            <a:ext cx="8679815" cy="4284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73580">
              <a:lnSpc>
                <a:spcPct val="100000"/>
              </a:lnSpc>
            </a:pPr>
            <a:r>
              <a:rPr dirty="0" sz="4400" spc="-46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47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645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dirty="0" sz="4400" spc="-655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dirty="0" sz="4400" spc="12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dirty="0" sz="4400" spc="45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4400" spc="-59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dirty="0" sz="4400" spc="5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dirty="0" sz="4400" spc="-46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395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dirty="0" sz="4400" spc="-685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dirty="0" sz="4400" spc="-605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dirty="0" sz="4400" spc="-459">
                <a:solidFill>
                  <a:srgbClr val="1B1B1B"/>
                </a:solidFill>
                <a:latin typeface="Century Gothic"/>
                <a:cs typeface="Century Gothic"/>
              </a:rPr>
              <a:t>k</a:t>
            </a:r>
            <a:r>
              <a:rPr dirty="0" sz="4400" spc="-635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dirty="0" sz="4400" spc="-24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dirty="0" sz="4400" spc="-75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dirty="0" sz="4400" spc="-405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endParaRPr sz="4400">
              <a:latin typeface="Century Gothic"/>
              <a:cs typeface="Century Gothic"/>
            </a:endParaRPr>
          </a:p>
          <a:p>
            <a:pPr marL="12700" marR="866775">
              <a:lnSpc>
                <a:spcPct val="139400"/>
              </a:lnSpc>
              <a:spcBef>
                <a:spcPts val="1860"/>
              </a:spcBef>
            </a:pPr>
            <a:r>
              <a:rPr dirty="0" sz="3000" spc="-155">
                <a:latin typeface="Century Gothic"/>
                <a:cs typeface="Century Gothic"/>
              </a:rPr>
              <a:t>1</a:t>
            </a:r>
            <a:r>
              <a:rPr dirty="0" sz="3000" spc="-110">
                <a:latin typeface="Century Gothic"/>
                <a:cs typeface="Century Gothic"/>
              </a:rPr>
              <a:t>)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25">
                <a:latin typeface="Century Gothic"/>
                <a:cs typeface="Century Gothic"/>
              </a:rPr>
              <a:t>z</a:t>
            </a:r>
            <a:r>
              <a:rPr dirty="0" sz="3000" spc="-350">
                <a:latin typeface="Century Gothic"/>
                <a:cs typeface="Century Gothic"/>
              </a:rPr>
              <a:t>a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509">
                <a:latin typeface="Century Gothic"/>
                <a:cs typeface="Century Gothic"/>
              </a:rPr>
              <a:t>c</a:t>
            </a:r>
            <a:r>
              <a:rPr dirty="0" sz="3000" spc="-535">
                <a:latin typeface="Century Gothic"/>
                <a:cs typeface="Century Gothic"/>
              </a:rPr>
              <a:t>a</a:t>
            </a:r>
            <a:r>
              <a:rPr dirty="0" sz="3000" spc="-515">
                <a:latin typeface="Century Gothic"/>
                <a:cs typeface="Century Gothic"/>
              </a:rPr>
              <a:t>m</a:t>
            </a:r>
            <a:r>
              <a:rPr dirty="0" sz="3000" spc="-355">
                <a:latin typeface="Century Gothic"/>
                <a:cs typeface="Century Gothic"/>
              </a:rPr>
              <a:t>b</a:t>
            </a:r>
            <a:r>
              <a:rPr dirty="0" sz="3000" spc="-55">
                <a:latin typeface="Century Gothic"/>
                <a:cs typeface="Century Gothic"/>
              </a:rPr>
              <a:t>i</a:t>
            </a:r>
            <a:r>
              <a:rPr dirty="0" sz="3000" spc="-160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ba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55">
                <a:latin typeface="Century Gothic"/>
                <a:cs typeface="Century Gothic"/>
              </a:rPr>
              <a:t>2</a:t>
            </a:r>
            <a:r>
              <a:rPr dirty="0" sz="3000" spc="-110">
                <a:latin typeface="Century Gothic"/>
                <a:cs typeface="Century Gothic"/>
              </a:rPr>
              <a:t>)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25">
                <a:latin typeface="Century Gothic"/>
                <a:cs typeface="Century Gothic"/>
              </a:rPr>
              <a:t>z</a:t>
            </a:r>
            <a:r>
              <a:rPr dirty="0" sz="3000" spc="-350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315">
                <a:latin typeface="Century Gothic"/>
                <a:cs typeface="Century Gothic"/>
              </a:rPr>
              <a:t>m</a:t>
            </a:r>
            <a:r>
              <a:rPr dirty="0" sz="3000" spc="-65">
                <a:latin typeface="Century Gothic"/>
                <a:cs typeface="Century Gothic"/>
              </a:rPr>
              <a:t>i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marR="5080" indent="-215900">
              <a:lnSpc>
                <a:spcPct val="100000"/>
              </a:lnSpc>
              <a:spcBef>
                <a:spcPts val="1410"/>
              </a:spcBef>
              <a:buFont typeface="Century Gothic"/>
              <a:buAutoNum type="arabicParenR" startAt="3"/>
              <a:tabLst>
                <a:tab pos="336550" algn="l"/>
              </a:tabLst>
            </a:pP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375">
                <a:latin typeface="Century Gothic"/>
                <a:cs typeface="Century Gothic"/>
              </a:rPr>
              <a:t>c</a:t>
            </a:r>
            <a:r>
              <a:rPr dirty="0" sz="3000" spc="-175">
                <a:latin typeface="Century Gothic"/>
                <a:cs typeface="Century Gothic"/>
              </a:rPr>
              <a:t>r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70">
                <a:latin typeface="Century Gothic"/>
                <a:cs typeface="Century Gothic"/>
              </a:rPr>
              <a:t>b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570">
                <a:latin typeface="Century Gothic"/>
                <a:cs typeface="Century Gothic"/>
              </a:rPr>
              <a:t>m</a:t>
            </a:r>
            <a:r>
              <a:rPr dirty="0" sz="3000" spc="-385">
                <a:latin typeface="Century Gothic"/>
                <a:cs typeface="Century Gothic"/>
              </a:rPr>
              <a:t>e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85">
                <a:latin typeface="Century Gothic"/>
                <a:cs typeface="Century Gothic"/>
              </a:rPr>
              <a:t>i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4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25">
                <a:latin typeface="Century Gothic"/>
                <a:cs typeface="Century Gothic"/>
              </a:rPr>
              <a:t>h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380">
                <a:latin typeface="Century Gothic"/>
                <a:cs typeface="Century Gothic"/>
              </a:rPr>
              <a:t>v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250">
                <a:latin typeface="Century Gothic"/>
                <a:cs typeface="Century Gothic"/>
              </a:rPr>
              <a:t>W</a:t>
            </a:r>
            <a:r>
              <a:rPr dirty="0" sz="3000" spc="-295">
                <a:latin typeface="Century Gothic"/>
                <a:cs typeface="Century Gothic"/>
              </a:rPr>
              <a:t>AL</a:t>
            </a:r>
            <a:r>
              <a:rPr dirty="0" sz="3000" spc="-140">
                <a:latin typeface="Century Gothic"/>
                <a:cs typeface="Century Gothic"/>
              </a:rPr>
              <a:t> </a:t>
            </a:r>
            <a:r>
              <a:rPr dirty="0" sz="3000" spc="-260">
                <a:latin typeface="Century Gothic"/>
                <a:cs typeface="Century Gothic"/>
              </a:rPr>
              <a:t>(</a:t>
            </a:r>
            <a:r>
              <a:rPr dirty="0" sz="3000" spc="-475">
                <a:latin typeface="Century Gothic"/>
                <a:cs typeface="Century Gothic"/>
              </a:rPr>
              <a:t>p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5">
                <a:latin typeface="Century Gothic"/>
                <a:cs typeface="Century Gothic"/>
              </a:rPr>
              <a:t>_</a:t>
            </a:r>
            <a:r>
              <a:rPr dirty="0" sz="3000" spc="-265">
                <a:latin typeface="Century Gothic"/>
                <a:cs typeface="Century Gothic"/>
              </a:rPr>
              <a:t>x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280">
                <a:latin typeface="Century Gothic"/>
                <a:cs typeface="Century Gothic"/>
              </a:rPr>
              <a:t>_w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310">
                <a:latin typeface="Century Gothic"/>
                <a:cs typeface="Century Gothic"/>
              </a:rPr>
              <a:t>)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marR="175895" indent="-215900">
              <a:lnSpc>
                <a:spcPct val="100000"/>
              </a:lnSpc>
              <a:spcBef>
                <a:spcPts val="1420"/>
              </a:spcBef>
              <a:buFont typeface="Century Gothic"/>
              <a:buAutoNum type="arabicParenR" startAt="3"/>
              <a:tabLst>
                <a:tab pos="336550" algn="l"/>
              </a:tabLst>
            </a:pP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25">
                <a:latin typeface="Century Gothic"/>
                <a:cs typeface="Century Gothic"/>
              </a:rPr>
              <a:t>z</a:t>
            </a:r>
            <a:r>
              <a:rPr dirty="0" sz="3000" spc="-350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330">
                <a:latin typeface="Century Gothic"/>
                <a:cs typeface="Century Gothic"/>
              </a:rPr>
              <a:t>C</a:t>
            </a:r>
            <a:r>
              <a:rPr dirty="0" sz="3000" spc="-275">
                <a:latin typeface="Century Gothic"/>
                <a:cs typeface="Century Gothic"/>
              </a:rPr>
              <a:t>h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415">
                <a:latin typeface="Century Gothic"/>
                <a:cs typeface="Century Gothic"/>
              </a:rPr>
              <a:t>c</a:t>
            </a:r>
            <a:r>
              <a:rPr dirty="0" sz="3000" spc="-375">
                <a:latin typeface="Century Gothic"/>
                <a:cs typeface="Century Gothic"/>
              </a:rPr>
              <a:t>kp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30">
                <a:latin typeface="Century Gothic"/>
                <a:cs typeface="Century Gothic"/>
              </a:rPr>
              <a:t>,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15">
                <a:latin typeface="Century Gothic"/>
                <a:cs typeface="Century Gothic"/>
              </a:rPr>
              <a:t>s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430">
                <a:latin typeface="Century Gothic"/>
                <a:cs typeface="Century Gothic"/>
              </a:rPr>
              <a:t>b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65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570">
                <a:latin typeface="Century Gothic"/>
                <a:cs typeface="Century Gothic"/>
              </a:rPr>
              <a:t>m</a:t>
            </a:r>
            <a:r>
              <a:rPr dirty="0" sz="3000" spc="-385">
                <a:latin typeface="Century Gothic"/>
                <a:cs typeface="Century Gothic"/>
              </a:rPr>
              <a:t>e</a:t>
            </a:r>
            <a:r>
              <a:rPr dirty="0" sz="3000" spc="-450">
                <a:latin typeface="Century Gothic"/>
                <a:cs typeface="Century Gothic"/>
              </a:rPr>
              <a:t>m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180">
                <a:latin typeface="Century Gothic"/>
                <a:cs typeface="Century Gothic"/>
              </a:rPr>
              <a:t>ia</a:t>
            </a:r>
            <a:r>
              <a:rPr dirty="0" sz="3000" spc="-114">
                <a:latin typeface="Century Gothic"/>
                <a:cs typeface="Century Gothic"/>
              </a:rPr>
              <a:t> </a:t>
            </a:r>
            <a:r>
              <a:rPr dirty="0" sz="3000" spc="-260">
                <a:latin typeface="Century Gothic"/>
                <a:cs typeface="Century Gothic"/>
              </a:rPr>
              <a:t>h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60">
                <a:latin typeface="Century Gothic"/>
                <a:cs typeface="Century Gothic"/>
              </a:rPr>
              <a:t>ci</a:t>
            </a:r>
            <a:r>
              <a:rPr dirty="0" sz="3000" spc="-409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85">
                <a:latin typeface="Century Gothic"/>
                <a:cs typeface="Century Gothic"/>
              </a:rPr>
              <a:t>l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25">
                <a:latin typeface="Century Gothic"/>
                <a:cs typeface="Century Gothic"/>
              </a:rPr>
              <a:t>h</a:t>
            </a:r>
            <a:r>
              <a:rPr dirty="0" sz="3000" spc="85">
                <a:latin typeface="Century Gothic"/>
                <a:cs typeface="Century Gothic"/>
              </a:rPr>
              <a:t>i</a:t>
            </a:r>
            <a:r>
              <a:rPr dirty="0" sz="3000" spc="-325">
                <a:latin typeface="Century Gothic"/>
                <a:cs typeface="Century Gothic"/>
              </a:rPr>
              <a:t>v</a:t>
            </a:r>
            <a:r>
              <a:rPr dirty="0" sz="3000" spc="-37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d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1439" y="6606506"/>
            <a:ext cx="4826635" cy="609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600" spc="-46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to</a:t>
            </a:r>
            <a:r>
              <a:rPr dirty="0" sz="4600" spc="-64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d</a:t>
            </a:r>
            <a:r>
              <a:rPr dirty="0" sz="4600" spc="-46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opo</a:t>
            </a:r>
            <a:r>
              <a:rPr dirty="0" sz="4600" spc="-28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s</a:t>
            </a:r>
            <a:r>
              <a:rPr dirty="0" sz="4600" spc="-36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t</a:t>
            </a:r>
            <a:r>
              <a:rPr dirty="0" sz="4600" spc="-72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g</a:t>
            </a:r>
            <a:r>
              <a:rPr dirty="0" sz="4600" spc="-33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re</a:t>
            </a:r>
            <a:r>
              <a:rPr dirty="0" sz="4600" spc="-4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s</a:t>
            </a:r>
            <a:r>
              <a:rPr dirty="0" sz="4600" spc="-67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q</a:t>
            </a:r>
            <a:r>
              <a:rPr dirty="0" sz="4600" spc="6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l</a:t>
            </a:r>
            <a:r>
              <a:rPr dirty="0" sz="4600" spc="8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.</a:t>
            </a:r>
            <a:r>
              <a:rPr dirty="0" sz="4600" spc="-89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c</a:t>
            </a:r>
            <a:r>
              <a:rPr dirty="0" sz="4600" spc="-459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o</a:t>
            </a:r>
            <a:r>
              <a:rPr dirty="0" sz="4600" spc="-69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m</a:t>
            </a:r>
            <a:endParaRPr sz="4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00"/>
            <a:ext cx="10078720" cy="6299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6311230"/>
            <a:ext cx="10078720" cy="0"/>
          </a:xfrm>
          <a:custGeom>
            <a:avLst/>
            <a:gdLst/>
            <a:ahLst/>
            <a:cxnLst/>
            <a:rect l="l" t="t" r="r" b="b"/>
            <a:pathLst>
              <a:path w="10078720" h="0">
                <a:moveTo>
                  <a:pt x="0" y="0"/>
                </a:moveTo>
                <a:lnTo>
                  <a:pt x="10078720" y="0"/>
                </a:lnTo>
              </a:path>
            </a:pathLst>
          </a:custGeom>
          <a:ln w="38097">
            <a:solidFill>
              <a:srgbClr val="33669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2020-09-21T19:37:50Z</dcterms:created>
  <dcterms:modified xsi:type="dcterms:W3CDTF">2020-09-21T19:37:50Z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2019-01-31T00:00:00Z</vt:filetime>
  </property>
  <property fmtid="{D5CDD505-2E9C-101B-9397-08002B2CF9AE}" pid="3" name="LastSaved">
    <vt:filetime>2020-09-21T00:00:00Z</vt:filetime>
  </property>
</Properties>
</file>
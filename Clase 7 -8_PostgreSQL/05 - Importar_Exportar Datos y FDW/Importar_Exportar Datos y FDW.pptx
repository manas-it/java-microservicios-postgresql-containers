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Default Extension="jpg" ContentType="image/jpg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083800" cy="7556500"/>
  <p:notesSz cx="10083800" cy="7556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
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/Relationships>
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/Relationships>
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
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/Relationships>
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/Relationships>
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/Relationships>
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/Relationships>
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/Relationships>
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/Relationships>
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/Relationships>
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/Relationships>
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/Relationships>
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/Relationships>
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/Relationships>
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/Relationships>
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/Relationships>
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/Relationships>
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/Relationships>
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/Relationships>
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5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6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091680"/>
            <a:ext cx="10079990" cy="464820"/>
          </a:xfrm>
          <a:custGeom>
            <a:avLst/>
            <a:gdLst/>
            <a:ahLst/>
            <a:cxnLst/>
            <a:rect l="l" t="t" r="r" b="b"/>
            <a:pathLst>
              <a:path w="10079990" h="464820">
                <a:moveTo>
                  <a:pt x="10079990" y="0"/>
                </a:moveTo>
                <a:lnTo>
                  <a:pt x="0" y="0"/>
                </a:lnTo>
                <a:lnTo>
                  <a:pt x="0" y="464820"/>
                </a:lnTo>
                <a:lnTo>
                  <a:pt x="10079990" y="464820"/>
                </a:lnTo>
                <a:lnTo>
                  <a:pt x="10079990" y="0"/>
                </a:lnTo>
                <a:close/>
              </a:path>
            </a:pathLst>
          </a:custGeom>
          <a:solidFill>
            <a:srgbClr val="3366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6885940"/>
            <a:ext cx="10079990" cy="670560"/>
          </a:xfrm>
          <a:custGeom>
            <a:avLst/>
            <a:gdLst/>
            <a:ahLst/>
            <a:cxnLst/>
            <a:rect l="l" t="t" r="r" b="b"/>
            <a:pathLst>
              <a:path w="10079990" h="670559">
                <a:moveTo>
                  <a:pt x="0" y="670559"/>
                </a:moveTo>
                <a:lnTo>
                  <a:pt x="0" y="205739"/>
                </a:lnTo>
                <a:lnTo>
                  <a:pt x="10079990" y="205739"/>
                </a:lnTo>
                <a:lnTo>
                  <a:pt x="10079990" y="0"/>
                </a:lnTo>
                <a:lnTo>
                  <a:pt x="10079990" y="670559"/>
                </a:lnTo>
              </a:path>
            </a:pathLst>
          </a:custGeom>
          <a:ln w="3175">
            <a:solidFill>
              <a:srgbClr val="3364A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5260" y="528531"/>
            <a:ext cx="4653279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590" y="1805968"/>
            <a:ext cx="9532619" cy="3616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53459" y="7097976"/>
            <a:ext cx="2980690" cy="43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slide" Target="slide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Relationship Id="rId4" Type="http://schemas.openxmlformats.org/officeDocument/2006/relationships/slide" Target="slide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Relationship Id="rId4" Type="http://schemas.openxmlformats.org/officeDocument/2006/relationships/slide" Target="slide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7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9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0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pgloader.io/" TargetMode="External"/><Relationship Id="rId3" Type="http://schemas.openxmlformats.org/officeDocument/2006/relationships/notesSlide" Target="../notesSlides/notesSlide11.xml"/><Relationship Id="rId4" Type="http://schemas.openxmlformats.org/officeDocument/2006/relationships/slide" Target="slide11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pgsql.tapoueh.org/temp/2013_Gaz_113CDs_national.txt" TargetMode="External"/><Relationship Id="rId3" Type="http://schemas.openxmlformats.org/officeDocument/2006/relationships/notesSlide" Target="../notesSlides/notesSlide13.xml"/><Relationship Id="rId4" Type="http://schemas.openxmlformats.org/officeDocument/2006/relationships/slide" Target="slide13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slide14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1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slide16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slide" Target="slide17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slide18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9.jpg"/><Relationship Id="rId6" Type="http://schemas.openxmlformats.org/officeDocument/2006/relationships/notesSlide" Target="../notesSlides/notesSlide19.xml"/><Relationship Id="rId7" Type="http://schemas.openxmlformats.org/officeDocument/2006/relationships/slide" Target="slide19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odopostgresql.com/" TargetMode="External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20.xml"/><Relationship Id="rId5" Type="http://schemas.openxmlformats.org/officeDocument/2006/relationships/slide" Target="slide20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5019" y="2753439"/>
            <a:ext cx="8180070" cy="10299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573779" marR="5080" indent="-3561079">
              <a:lnSpc>
                <a:spcPts val="4310"/>
              </a:lnSpc>
            </a:pPr>
            <a:r>
              <a:rPr dirty="0" sz="3600" spc="-265" b="1" u="heavy">
                <a:latin typeface="Tahoma"/>
                <a:cs typeface="Tahoma"/>
              </a:rPr>
              <a:t>Im</a:t>
            </a:r>
            <a:r>
              <a:rPr dirty="0" sz="3600" spc="35" b="1" u="heavy">
                <a:latin typeface="Tahoma"/>
                <a:cs typeface="Tahoma"/>
              </a:rPr>
              <a:t>po</a:t>
            </a:r>
            <a:r>
              <a:rPr dirty="0" sz="3600" spc="-60" b="1" u="heavy">
                <a:latin typeface="Tahoma"/>
                <a:cs typeface="Tahoma"/>
              </a:rPr>
              <a:t>rta</a:t>
            </a:r>
            <a:r>
              <a:rPr dirty="0" sz="3600" spc="-70" b="1" u="heavy">
                <a:latin typeface="Tahoma"/>
                <a:cs typeface="Tahoma"/>
              </a:rPr>
              <a:t>c</a:t>
            </a:r>
            <a:r>
              <a:rPr dirty="0" sz="3600" spc="30" b="1" u="heavy">
                <a:latin typeface="Tahoma"/>
                <a:cs typeface="Tahoma"/>
              </a:rPr>
              <a:t>i</a:t>
            </a:r>
            <a:r>
              <a:rPr dirty="0" sz="3600" b="1" u="heavy">
                <a:latin typeface="Tahoma"/>
                <a:cs typeface="Tahoma"/>
              </a:rPr>
              <a:t>ó</a:t>
            </a:r>
            <a:r>
              <a:rPr dirty="0" sz="3600" spc="45" b="1" u="heavy">
                <a:latin typeface="Tahoma"/>
                <a:cs typeface="Tahoma"/>
              </a:rPr>
              <a:t>n</a:t>
            </a:r>
            <a:r>
              <a:rPr dirty="0" sz="3600" spc="55" b="1" u="heavy">
                <a:latin typeface="Tahoma"/>
                <a:cs typeface="Tahoma"/>
              </a:rPr>
              <a:t> </a:t>
            </a:r>
            <a:r>
              <a:rPr dirty="0" sz="3600" spc="-440" b="1" u="heavy">
                <a:latin typeface="Tahoma"/>
                <a:cs typeface="Tahoma"/>
              </a:rPr>
              <a:t>/</a:t>
            </a:r>
            <a:r>
              <a:rPr dirty="0" sz="3600" spc="50" b="1" u="heavy">
                <a:latin typeface="Tahoma"/>
                <a:cs typeface="Tahoma"/>
              </a:rPr>
              <a:t> </a:t>
            </a:r>
            <a:r>
              <a:rPr dirty="0" sz="3600" spc="-250" b="1" u="heavy">
                <a:latin typeface="Tahoma"/>
                <a:cs typeface="Tahoma"/>
              </a:rPr>
              <a:t>E</a:t>
            </a:r>
            <a:r>
              <a:rPr dirty="0" sz="3600" spc="-240" b="1" u="heavy">
                <a:latin typeface="Tahoma"/>
                <a:cs typeface="Tahoma"/>
              </a:rPr>
              <a:t>x</a:t>
            </a:r>
            <a:r>
              <a:rPr dirty="0" sz="3600" spc="80" b="1" u="heavy">
                <a:latin typeface="Tahoma"/>
                <a:cs typeface="Tahoma"/>
              </a:rPr>
              <a:t>p</a:t>
            </a:r>
            <a:r>
              <a:rPr dirty="0" sz="3600" spc="-5" b="1" u="heavy">
                <a:latin typeface="Tahoma"/>
                <a:cs typeface="Tahoma"/>
              </a:rPr>
              <a:t>o</a:t>
            </a:r>
            <a:r>
              <a:rPr dirty="0" sz="3600" spc="-45" b="1" u="heavy">
                <a:latin typeface="Tahoma"/>
                <a:cs typeface="Tahoma"/>
              </a:rPr>
              <a:t>rtac</a:t>
            </a:r>
            <a:r>
              <a:rPr dirty="0" sz="3600" spc="-20" b="1" u="heavy">
                <a:latin typeface="Tahoma"/>
                <a:cs typeface="Tahoma"/>
              </a:rPr>
              <a:t>i</a:t>
            </a:r>
            <a:r>
              <a:rPr dirty="0" sz="3600" spc="-5" b="1" u="heavy">
                <a:latin typeface="Tahoma"/>
                <a:cs typeface="Tahoma"/>
              </a:rPr>
              <a:t>ó</a:t>
            </a:r>
            <a:r>
              <a:rPr dirty="0" sz="3600" spc="45" b="1" u="heavy">
                <a:latin typeface="Tahoma"/>
                <a:cs typeface="Tahoma"/>
              </a:rPr>
              <a:t>n</a:t>
            </a:r>
            <a:r>
              <a:rPr dirty="0" sz="3600" spc="55" b="1" u="heavy">
                <a:latin typeface="Tahoma"/>
                <a:cs typeface="Tahoma"/>
              </a:rPr>
              <a:t> </a:t>
            </a:r>
            <a:r>
              <a:rPr dirty="0" sz="3600" spc="60" b="1" u="heavy">
                <a:latin typeface="Tahoma"/>
                <a:cs typeface="Tahoma"/>
              </a:rPr>
              <a:t>de</a:t>
            </a:r>
            <a:r>
              <a:rPr dirty="0" sz="3600" spc="50" b="1" u="heavy">
                <a:latin typeface="Tahoma"/>
                <a:cs typeface="Tahoma"/>
              </a:rPr>
              <a:t> </a:t>
            </a:r>
            <a:r>
              <a:rPr dirty="0" sz="3600" spc="-5" b="1" u="heavy">
                <a:latin typeface="Tahoma"/>
                <a:cs typeface="Tahoma"/>
              </a:rPr>
              <a:t>Dato</a:t>
            </a:r>
            <a:r>
              <a:rPr dirty="0" sz="3600" spc="-130" b="1" u="heavy">
                <a:latin typeface="Tahoma"/>
                <a:cs typeface="Tahoma"/>
              </a:rPr>
              <a:t>s</a:t>
            </a:r>
            <a:r>
              <a:rPr dirty="0" sz="3600" spc="-75" b="1">
                <a:latin typeface="Tahoma"/>
                <a:cs typeface="Tahoma"/>
              </a:rPr>
              <a:t> </a:t>
            </a:r>
            <a:r>
              <a:rPr dirty="0" sz="3600" spc="-160" b="1" u="heavy">
                <a:latin typeface="Tahoma"/>
                <a:cs typeface="Tahoma"/>
              </a:rPr>
              <a:t>F</a:t>
            </a:r>
            <a:r>
              <a:rPr dirty="0" sz="3600" spc="-105" b="1" u="heavy">
                <a:latin typeface="Tahoma"/>
                <a:cs typeface="Tahoma"/>
              </a:rPr>
              <a:t>DW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40880" y="4314190"/>
            <a:ext cx="2669539" cy="27520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15260" y="360679"/>
            <a:ext cx="4650740" cy="1386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68470" y="3002094"/>
            <a:ext cx="154241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25" b="1">
                <a:latin typeface="Tahoma"/>
                <a:cs typeface="Tahoma"/>
              </a:rPr>
              <a:t>CO</a:t>
            </a:r>
            <a:r>
              <a:rPr dirty="0" sz="4400" spc="30" b="1">
                <a:latin typeface="Tahoma"/>
                <a:cs typeface="Tahoma"/>
              </a:rPr>
              <a:t>P</a:t>
            </a:r>
            <a:r>
              <a:rPr dirty="0" sz="4400" spc="-325" b="1">
                <a:latin typeface="Tahoma"/>
                <a:cs typeface="Tahoma"/>
              </a:rPr>
              <a:t>Y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771650">
              <a:lnSpc>
                <a:spcPts val="3829"/>
              </a:lnSpc>
            </a:pPr>
            <a:r>
              <a:rPr dirty="0" spc="-125"/>
              <a:t>C</a:t>
            </a:r>
            <a:r>
              <a:rPr dirty="0" spc="275"/>
              <a:t>O</a:t>
            </a:r>
            <a:r>
              <a:rPr dirty="0" spc="-175"/>
              <a:t>PY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178214"/>
            <a:ext cx="2076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800" spc="-380">
                <a:latin typeface="MS Gothic"/>
                <a:cs typeface="MS Gothic"/>
              </a:rPr>
              <a:t>●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560" y="1210421"/>
            <a:ext cx="6104255" cy="355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350"/>
              </a:lnSpc>
            </a:pPr>
            <a:r>
              <a:rPr dirty="0" sz="2800" spc="-295">
                <a:latin typeface="Century Gothic"/>
                <a:cs typeface="Century Gothic"/>
              </a:rPr>
              <a:t>Co</a:t>
            </a:r>
            <a:r>
              <a:rPr dirty="0" sz="2800" spc="-415">
                <a:latin typeface="Century Gothic"/>
                <a:cs typeface="Century Gothic"/>
              </a:rPr>
              <a:t>p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-434">
                <a:latin typeface="Century Gothic"/>
                <a:cs typeface="Century Gothic"/>
              </a:rPr>
              <a:t>d</a:t>
            </a:r>
            <a:r>
              <a:rPr dirty="0" sz="2800" spc="-415">
                <a:latin typeface="Century Gothic"/>
                <a:cs typeface="Century Gothic"/>
              </a:rPr>
              <a:t>a</a:t>
            </a:r>
            <a:r>
              <a:rPr dirty="0" sz="2800" spc="-260">
                <a:latin typeface="Century Gothic"/>
                <a:cs typeface="Century Gothic"/>
              </a:rPr>
              <a:t>t</a:t>
            </a:r>
            <a:r>
              <a:rPr dirty="0" sz="2800" spc="-285">
                <a:latin typeface="Century Gothic"/>
                <a:cs typeface="Century Gothic"/>
              </a:rPr>
              <a:t>o</a:t>
            </a:r>
            <a:r>
              <a:rPr dirty="0" sz="2800" spc="-25">
                <a:latin typeface="Century Gothic"/>
                <a:cs typeface="Century Gothic"/>
              </a:rPr>
              <a:t>s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445">
                <a:latin typeface="Century Gothic"/>
                <a:cs typeface="Century Gothic"/>
              </a:rPr>
              <a:t>e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-260">
                <a:latin typeface="Century Gothic"/>
                <a:cs typeface="Century Gothic"/>
              </a:rPr>
              <a:t>t</a:t>
            </a:r>
            <a:r>
              <a:rPr dirty="0" sz="2800" spc="15">
                <a:latin typeface="Century Gothic"/>
                <a:cs typeface="Century Gothic"/>
              </a:rPr>
              <a:t>r</a:t>
            </a:r>
            <a:r>
              <a:rPr dirty="0" sz="2800" spc="-440">
                <a:latin typeface="Century Gothic"/>
                <a:cs typeface="Century Gothic"/>
              </a:rPr>
              <a:t>e</a:t>
            </a:r>
            <a:r>
              <a:rPr dirty="0" sz="2800" spc="30">
                <a:latin typeface="Century Gothic"/>
                <a:cs typeface="Century Gothic"/>
              </a:rPr>
              <a:t> </a:t>
            </a:r>
            <a:r>
              <a:rPr dirty="0" sz="2800" spc="-240">
                <a:latin typeface="Century Gothic"/>
                <a:cs typeface="Century Gothic"/>
              </a:rPr>
              <a:t>u</a:t>
            </a:r>
            <a:r>
              <a:rPr dirty="0" sz="2800" spc="-260">
                <a:latin typeface="Century Gothic"/>
                <a:cs typeface="Century Gothic"/>
              </a:rPr>
              <a:t>n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415">
                <a:latin typeface="Century Gothic"/>
                <a:cs typeface="Century Gothic"/>
              </a:rPr>
              <a:t>a</a:t>
            </a:r>
            <a:r>
              <a:rPr dirty="0" sz="2800" spc="-170">
                <a:latin typeface="Century Gothic"/>
                <a:cs typeface="Century Gothic"/>
              </a:rPr>
              <a:t>r</a:t>
            </a:r>
            <a:r>
              <a:rPr dirty="0" sz="2800" spc="-355">
                <a:latin typeface="Century Gothic"/>
                <a:cs typeface="Century Gothic"/>
              </a:rPr>
              <a:t>c</a:t>
            </a:r>
            <a:r>
              <a:rPr dirty="0" sz="2800" spc="-270">
                <a:latin typeface="Century Gothic"/>
                <a:cs typeface="Century Gothic"/>
              </a:rPr>
              <a:t>h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365">
                <a:latin typeface="Century Gothic"/>
                <a:cs typeface="Century Gothic"/>
              </a:rPr>
              <a:t>v</a:t>
            </a:r>
            <a:r>
              <a:rPr dirty="0" sz="2800" spc="-280">
                <a:latin typeface="Century Gothic"/>
                <a:cs typeface="Century Gothic"/>
              </a:rPr>
              <a:t>o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-380">
                <a:latin typeface="Century Gothic"/>
                <a:cs typeface="Century Gothic"/>
              </a:rPr>
              <a:t>y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250">
                <a:latin typeface="Century Gothic"/>
                <a:cs typeface="Century Gothic"/>
              </a:rPr>
              <a:t>u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-260">
                <a:latin typeface="Century Gothic"/>
                <a:cs typeface="Century Gothic"/>
              </a:rPr>
              <a:t>t</a:t>
            </a:r>
            <a:r>
              <a:rPr dirty="0" sz="2800" spc="-415">
                <a:latin typeface="Century Gothic"/>
                <a:cs typeface="Century Gothic"/>
              </a:rPr>
              <a:t>ab</a:t>
            </a:r>
            <a:r>
              <a:rPr dirty="0" sz="2800" spc="75">
                <a:latin typeface="Century Gothic"/>
                <a:cs typeface="Century Gothic"/>
              </a:rPr>
              <a:t>l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319" y="1760220"/>
            <a:ext cx="8515350" cy="5295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1559" y="484081"/>
            <a:ext cx="2894330" cy="431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110" b="1">
                <a:latin typeface="Tahoma"/>
                <a:cs typeface="Tahoma"/>
              </a:rPr>
              <a:t>Eje</a:t>
            </a:r>
            <a:r>
              <a:rPr dirty="0" sz="3200" spc="-35" b="1">
                <a:latin typeface="Tahoma"/>
                <a:cs typeface="Tahoma"/>
              </a:rPr>
              <a:t>m</a:t>
            </a:r>
            <a:r>
              <a:rPr dirty="0" sz="3200" spc="75" b="1">
                <a:latin typeface="Tahoma"/>
                <a:cs typeface="Tahoma"/>
              </a:rPr>
              <a:t>p</a:t>
            </a:r>
            <a:r>
              <a:rPr dirty="0" sz="3200" spc="10" b="1">
                <a:latin typeface="Tahoma"/>
                <a:cs typeface="Tahoma"/>
              </a:rPr>
              <a:t>lo</a:t>
            </a:r>
            <a:r>
              <a:rPr dirty="0" sz="3200" spc="55" b="1">
                <a:latin typeface="Tahoma"/>
                <a:cs typeface="Tahoma"/>
              </a:rPr>
              <a:t> </a:t>
            </a:r>
            <a:r>
              <a:rPr dirty="0" sz="3200" spc="-125" b="1">
                <a:latin typeface="Tahoma"/>
                <a:cs typeface="Tahoma"/>
              </a:rPr>
              <a:t>C</a:t>
            </a:r>
            <a:r>
              <a:rPr dirty="0" sz="3200" spc="275" b="1">
                <a:latin typeface="Tahoma"/>
                <a:cs typeface="Tahoma"/>
              </a:rPr>
              <a:t>O</a:t>
            </a:r>
            <a:r>
              <a:rPr dirty="0" sz="3200" spc="-175" b="1">
                <a:latin typeface="Tahoma"/>
                <a:cs typeface="Tahoma"/>
              </a:rPr>
              <a:t>PY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050" y="1354870"/>
            <a:ext cx="8836025" cy="4848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280">
                <a:latin typeface="Century Gothic"/>
                <a:cs typeface="Century Gothic"/>
              </a:rPr>
              <a:t>Ex</a:t>
            </a:r>
            <a:r>
              <a:rPr dirty="0" sz="3600" spc="-380">
                <a:latin typeface="Century Gothic"/>
                <a:cs typeface="Century Gothic"/>
              </a:rPr>
              <a:t>p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155">
                <a:latin typeface="Century Gothic"/>
                <a:cs typeface="Century Gothic"/>
              </a:rPr>
              <a:t>rt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e</a:t>
            </a:r>
            <a:r>
              <a:rPr dirty="0" sz="3600" spc="-440">
                <a:latin typeface="Century Gothic"/>
                <a:cs typeface="Century Gothic"/>
              </a:rPr>
              <a:t>n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195">
                <a:latin typeface="Century Gothic"/>
                <a:cs typeface="Century Gothic"/>
              </a:rPr>
              <a:t>CS</a:t>
            </a:r>
            <a:r>
              <a:rPr dirty="0" sz="3600" spc="-560">
                <a:latin typeface="Century Gothic"/>
                <a:cs typeface="Century Gothic"/>
              </a:rPr>
              <a:t>V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3850">
              <a:latin typeface="Times New Roman"/>
              <a:cs typeface="Times New Roman"/>
            </a:endParaRPr>
          </a:p>
          <a:p>
            <a:pPr marL="12700" marR="5080">
              <a:lnSpc>
                <a:spcPts val="4300"/>
              </a:lnSpc>
            </a:pPr>
            <a:r>
              <a:rPr dirty="0" sz="3600" spc="-445">
                <a:latin typeface="Century Gothic"/>
                <a:cs typeface="Century Gothic"/>
              </a:rPr>
              <a:t>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195">
                <a:latin typeface="Century Gothic"/>
                <a:cs typeface="Century Gothic"/>
              </a:rPr>
              <a:t>re</a:t>
            </a:r>
            <a:r>
              <a:rPr dirty="0" sz="3600" spc="-155">
                <a:latin typeface="Century Gothic"/>
                <a:cs typeface="Century Gothic"/>
              </a:rPr>
              <a:t>s</a:t>
            </a:r>
            <a:r>
              <a:rPr dirty="0" sz="3600" spc="-120">
                <a:latin typeface="Century Gothic"/>
                <a:cs typeface="Century Gothic"/>
              </a:rPr>
              <a:t>=#co</a:t>
            </a:r>
            <a:r>
              <a:rPr dirty="0" sz="3600" spc="-135">
                <a:latin typeface="Century Gothic"/>
                <a:cs typeface="Century Gothic"/>
              </a:rPr>
              <a:t>p</a:t>
            </a:r>
            <a:r>
              <a:rPr dirty="0" sz="3600" spc="-484">
                <a:latin typeface="Century Gothic"/>
                <a:cs typeface="Century Gothic"/>
              </a:rPr>
              <a:t>y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p</a:t>
            </a:r>
            <a:r>
              <a:rPr dirty="0" sz="3600" spc="-520">
                <a:latin typeface="Century Gothic"/>
                <a:cs typeface="Century Gothic"/>
              </a:rPr>
              <a:t>g</a:t>
            </a:r>
            <a:r>
              <a:rPr dirty="0" sz="3600" spc="-345">
                <a:latin typeface="Century Gothic"/>
                <a:cs typeface="Century Gothic"/>
              </a:rPr>
              <a:t>_d</a:t>
            </a:r>
            <a:r>
              <a:rPr dirty="0" sz="3600" spc="-405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-150">
                <a:latin typeface="Century Gothic"/>
                <a:cs typeface="Century Gothic"/>
              </a:rPr>
              <a:t> </a:t>
            </a:r>
            <a:r>
              <a:rPr dirty="0" sz="3600" spc="-210">
                <a:latin typeface="Century Gothic"/>
                <a:cs typeface="Century Gothic"/>
              </a:rPr>
              <a:t>'</a:t>
            </a:r>
            <a:r>
              <a:rPr dirty="0" sz="3600" spc="-260">
                <a:latin typeface="Century Gothic"/>
                <a:cs typeface="Century Gothic"/>
              </a:rPr>
              <a:t>/</a:t>
            </a:r>
            <a:r>
              <a:rPr dirty="0" sz="3600" spc="-405">
                <a:latin typeface="Century Gothic"/>
                <a:cs typeface="Century Gothic"/>
              </a:rPr>
              <a:t>p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-345">
                <a:latin typeface="Century Gothic"/>
                <a:cs typeface="Century Gothic"/>
              </a:rPr>
              <a:t>t</a:t>
            </a:r>
            <a:r>
              <a:rPr dirty="0" sz="3600" spc="-300">
                <a:latin typeface="Century Gothic"/>
                <a:cs typeface="Century Gothic"/>
              </a:rPr>
              <a:t>gr</a:t>
            </a:r>
            <a:r>
              <a:rPr dirty="0" sz="3600" spc="-415">
                <a:latin typeface="Century Gothic"/>
                <a:cs typeface="Century Gothic"/>
              </a:rPr>
              <a:t>e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210">
                <a:latin typeface="Century Gothic"/>
                <a:cs typeface="Century Gothic"/>
              </a:rPr>
              <a:t>ql</a:t>
            </a:r>
            <a:r>
              <a:rPr dirty="0" sz="3600" spc="-260">
                <a:latin typeface="Century Gothic"/>
                <a:cs typeface="Century Gothic"/>
              </a:rPr>
              <a:t>/</a:t>
            </a:r>
            <a:r>
              <a:rPr dirty="0" sz="3600" spc="-405">
                <a:latin typeface="Century Gothic"/>
                <a:cs typeface="Century Gothic"/>
              </a:rPr>
              <a:t>d</a:t>
            </a:r>
            <a:r>
              <a:rPr dirty="0" sz="3600" spc="-570">
                <a:latin typeface="Century Gothic"/>
                <a:cs typeface="Century Gothic"/>
              </a:rPr>
              <a:t>a</a:t>
            </a:r>
            <a:r>
              <a:rPr dirty="0" sz="3600" spc="-300">
                <a:latin typeface="Century Gothic"/>
                <a:cs typeface="Century Gothic"/>
              </a:rPr>
              <a:t>t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b</a:t>
            </a:r>
            <a:r>
              <a:rPr dirty="0" sz="3600" spc="-310">
                <a:latin typeface="Century Gothic"/>
                <a:cs typeface="Century Gothic"/>
              </a:rPr>
              <a:t>ase</a:t>
            </a:r>
            <a:r>
              <a:rPr dirty="0" sz="3600" spc="-245">
                <a:latin typeface="Century Gothic"/>
                <a:cs typeface="Century Gothic"/>
              </a:rPr>
              <a:t>s.c</a:t>
            </a:r>
            <a:r>
              <a:rPr dirty="0" sz="3600" spc="-210">
                <a:latin typeface="Century Gothic"/>
                <a:cs typeface="Century Gothic"/>
              </a:rPr>
              <a:t>s</a:t>
            </a:r>
            <a:r>
              <a:rPr dirty="0" sz="3600" spc="-459">
                <a:latin typeface="Century Gothic"/>
                <a:cs typeface="Century Gothic"/>
              </a:rPr>
              <a:t>v</a:t>
            </a:r>
            <a:r>
              <a:rPr dirty="0" sz="3600" spc="-215">
                <a:latin typeface="Century Gothic"/>
                <a:cs typeface="Century Gothic"/>
              </a:rPr>
              <a:t>'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195">
                <a:latin typeface="Century Gothic"/>
                <a:cs typeface="Century Gothic"/>
              </a:rPr>
              <a:t>CS</a:t>
            </a:r>
            <a:r>
              <a:rPr dirty="0" sz="3600" spc="-560">
                <a:latin typeface="Century Gothic"/>
                <a:cs typeface="Century Gothic"/>
              </a:rPr>
              <a:t>V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185">
                <a:latin typeface="Century Gothic"/>
                <a:cs typeface="Century Gothic"/>
              </a:rPr>
              <a:t>HE</a:t>
            </a:r>
            <a:r>
              <a:rPr dirty="0" sz="3600" spc="-225">
                <a:latin typeface="Century Gothic"/>
                <a:cs typeface="Century Gothic"/>
              </a:rPr>
              <a:t>A</a:t>
            </a:r>
            <a:r>
              <a:rPr dirty="0" sz="3600" spc="-125">
                <a:latin typeface="Century Gothic"/>
                <a:cs typeface="Century Gothic"/>
              </a:rPr>
              <a:t>DER;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3600" spc="-445">
                <a:latin typeface="Century Gothic"/>
                <a:cs typeface="Century Gothic"/>
              </a:rPr>
              <a:t>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195">
                <a:latin typeface="Century Gothic"/>
                <a:cs typeface="Century Gothic"/>
              </a:rPr>
              <a:t>re</a:t>
            </a:r>
            <a:r>
              <a:rPr dirty="0" sz="3600" spc="-155">
                <a:latin typeface="Century Gothic"/>
                <a:cs typeface="Century Gothic"/>
              </a:rPr>
              <a:t>s</a:t>
            </a:r>
            <a:r>
              <a:rPr dirty="0" sz="3600" spc="60">
                <a:latin typeface="Century Gothic"/>
                <a:cs typeface="Century Gothic"/>
              </a:rPr>
              <a:t>=#\!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445">
                <a:latin typeface="Century Gothic"/>
                <a:cs typeface="Century Gothic"/>
              </a:rPr>
              <a:t>a</a:t>
            </a:r>
            <a:r>
              <a:rPr dirty="0" sz="3600" spc="-409">
                <a:latin typeface="Century Gothic"/>
                <a:cs typeface="Century Gothic"/>
              </a:rPr>
              <a:t>n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-125">
                <a:latin typeface="Century Gothic"/>
                <a:cs typeface="Century Gothic"/>
              </a:rPr>
              <a:t>/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15">
                <a:latin typeface="Century Gothic"/>
                <a:cs typeface="Century Gothic"/>
              </a:rPr>
              <a:t>g</a:t>
            </a:r>
            <a:r>
              <a:rPr dirty="0" sz="3600" spc="-160">
                <a:latin typeface="Century Gothic"/>
                <a:cs typeface="Century Gothic"/>
              </a:rPr>
              <a:t>r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-320">
                <a:latin typeface="Century Gothic"/>
                <a:cs typeface="Century Gothic"/>
              </a:rPr>
              <a:t>q</a:t>
            </a:r>
            <a:r>
              <a:rPr dirty="0" sz="3600" spc="-105">
                <a:latin typeface="Century Gothic"/>
                <a:cs typeface="Century Gothic"/>
              </a:rPr>
              <a:t>l</a:t>
            </a:r>
            <a:r>
              <a:rPr dirty="0" sz="3600" spc="-125">
                <a:latin typeface="Century Gothic"/>
                <a:cs typeface="Century Gothic"/>
              </a:rPr>
              <a:t>/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ba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25">
                <a:latin typeface="Century Gothic"/>
                <a:cs typeface="Century Gothic"/>
              </a:rPr>
              <a:t>.</a:t>
            </a:r>
            <a:r>
              <a:rPr dirty="0" sz="3600" spc="-700">
                <a:latin typeface="Century Gothic"/>
                <a:cs typeface="Century Gothic"/>
              </a:rPr>
              <a:t>c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459">
                <a:latin typeface="Century Gothic"/>
                <a:cs typeface="Century Gothic"/>
              </a:rPr>
              <a:t>v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3850">
              <a:latin typeface="Times New Roman"/>
              <a:cs typeface="Times New Roman"/>
            </a:endParaRPr>
          </a:p>
          <a:p>
            <a:pPr marL="12700" marR="521970">
              <a:lnSpc>
                <a:spcPts val="4300"/>
              </a:lnSpc>
            </a:pPr>
            <a:r>
              <a:rPr dirty="0" sz="3600" spc="-445">
                <a:latin typeface="Century Gothic"/>
                <a:cs typeface="Century Gothic"/>
              </a:rPr>
              <a:t>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195">
                <a:latin typeface="Century Gothic"/>
                <a:cs typeface="Century Gothic"/>
              </a:rPr>
              <a:t>re</a:t>
            </a:r>
            <a:r>
              <a:rPr dirty="0" sz="3600" spc="-155">
                <a:latin typeface="Century Gothic"/>
                <a:cs typeface="Century Gothic"/>
              </a:rPr>
              <a:t>s</a:t>
            </a:r>
            <a:r>
              <a:rPr dirty="0" sz="3600" spc="475">
                <a:latin typeface="Century Gothic"/>
                <a:cs typeface="Century Gothic"/>
              </a:rPr>
              <a:t>=#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59">
                <a:latin typeface="Century Gothic"/>
                <a:cs typeface="Century Gothic"/>
              </a:rPr>
              <a:t>crea</a:t>
            </a:r>
            <a:r>
              <a:rPr dirty="0" sz="3600" spc="-290">
                <a:latin typeface="Century Gothic"/>
                <a:cs typeface="Century Gothic"/>
              </a:rPr>
              <a:t>t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80">
                <a:latin typeface="Century Gothic"/>
                <a:cs typeface="Century Gothic"/>
              </a:rPr>
              <a:t>em</a:t>
            </a:r>
            <a:r>
              <a:rPr dirty="0" sz="3600" spc="-495">
                <a:latin typeface="Century Gothic"/>
                <a:cs typeface="Century Gothic"/>
              </a:rPr>
              <a:t>p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20">
                <a:latin typeface="Century Gothic"/>
                <a:cs typeface="Century Gothic"/>
              </a:rPr>
              <a:t>b</a:t>
            </a:r>
            <a:r>
              <a:rPr dirty="0" sz="3600" spc="-105">
                <a:latin typeface="Century Gothic"/>
                <a:cs typeface="Century Gothic"/>
              </a:rPr>
              <a:t>l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45">
                <a:latin typeface="Century Gothic"/>
                <a:cs typeface="Century Gothic"/>
              </a:rPr>
              <a:t>e</a:t>
            </a:r>
            <a:r>
              <a:rPr dirty="0" sz="3600" spc="-580">
                <a:latin typeface="Century Gothic"/>
                <a:cs typeface="Century Gothic"/>
              </a:rPr>
              <a:t>d</a:t>
            </a:r>
            <a:r>
              <a:rPr dirty="0" sz="3600" spc="-535">
                <a:latin typeface="Century Gothic"/>
                <a:cs typeface="Century Gothic"/>
              </a:rPr>
              <a:t>ed</a:t>
            </a:r>
            <a:r>
              <a:rPr dirty="0" sz="3600" spc="-555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20">
                <a:latin typeface="Century Gothic"/>
                <a:cs typeface="Century Gothic"/>
              </a:rPr>
              <a:t> </a:t>
            </a:r>
            <a:r>
              <a:rPr dirty="0" sz="3600" spc="-360">
                <a:latin typeface="Century Gothic"/>
                <a:cs typeface="Century Gothic"/>
              </a:rPr>
              <a:t>(</a:t>
            </a:r>
            <a:r>
              <a:rPr dirty="0" sz="3600" spc="90">
                <a:latin typeface="Century Gothic"/>
                <a:cs typeface="Century Gothic"/>
              </a:rPr>
              <a:t>l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375">
                <a:latin typeface="Century Gothic"/>
                <a:cs typeface="Century Gothic"/>
              </a:rPr>
              <a:t>ke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345">
                <a:latin typeface="Century Gothic"/>
                <a:cs typeface="Century Gothic"/>
              </a:rPr>
              <a:t>_d</a:t>
            </a:r>
            <a:r>
              <a:rPr dirty="0" sz="3600" spc="-405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270">
                <a:latin typeface="Century Gothic"/>
                <a:cs typeface="Century Gothic"/>
              </a:rPr>
              <a:t>e);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1559" y="484081"/>
            <a:ext cx="2894330" cy="431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110" b="1">
                <a:latin typeface="Tahoma"/>
                <a:cs typeface="Tahoma"/>
              </a:rPr>
              <a:t>Eje</a:t>
            </a:r>
            <a:r>
              <a:rPr dirty="0" sz="3200" spc="-35" b="1">
                <a:latin typeface="Tahoma"/>
                <a:cs typeface="Tahoma"/>
              </a:rPr>
              <a:t>m</a:t>
            </a:r>
            <a:r>
              <a:rPr dirty="0" sz="3200" spc="75" b="1">
                <a:latin typeface="Tahoma"/>
                <a:cs typeface="Tahoma"/>
              </a:rPr>
              <a:t>p</a:t>
            </a:r>
            <a:r>
              <a:rPr dirty="0" sz="3200" spc="10" b="1">
                <a:latin typeface="Tahoma"/>
                <a:cs typeface="Tahoma"/>
              </a:rPr>
              <a:t>lo</a:t>
            </a:r>
            <a:r>
              <a:rPr dirty="0" sz="3200" spc="55" b="1">
                <a:latin typeface="Tahoma"/>
                <a:cs typeface="Tahoma"/>
              </a:rPr>
              <a:t> </a:t>
            </a:r>
            <a:r>
              <a:rPr dirty="0" sz="3200" spc="-125" b="1">
                <a:latin typeface="Tahoma"/>
                <a:cs typeface="Tahoma"/>
              </a:rPr>
              <a:t>C</a:t>
            </a:r>
            <a:r>
              <a:rPr dirty="0" sz="3200" spc="275" b="1">
                <a:latin typeface="Tahoma"/>
                <a:cs typeface="Tahoma"/>
              </a:rPr>
              <a:t>O</a:t>
            </a:r>
            <a:r>
              <a:rPr dirty="0" sz="3200" spc="-175" b="1">
                <a:latin typeface="Tahoma"/>
                <a:cs typeface="Tahoma"/>
              </a:rPr>
              <a:t>PY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0090" y="1224280"/>
            <a:ext cx="8639810" cy="5707380"/>
          </a:xfrm>
          <a:custGeom>
            <a:avLst/>
            <a:gdLst/>
            <a:ahLst/>
            <a:cxnLst/>
            <a:rect l="l" t="t" r="r" b="b"/>
            <a:pathLst>
              <a:path w="8639810" h="5707380">
                <a:moveTo>
                  <a:pt x="8639810" y="0"/>
                </a:moveTo>
                <a:lnTo>
                  <a:pt x="0" y="0"/>
                </a:lnTo>
                <a:lnTo>
                  <a:pt x="0" y="5707380"/>
                </a:lnTo>
                <a:lnTo>
                  <a:pt x="8639810" y="5707380"/>
                </a:lnTo>
                <a:lnTo>
                  <a:pt x="8639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07390" y="1282480"/>
            <a:ext cx="4558665" cy="482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320">
                <a:latin typeface="Century Gothic"/>
                <a:cs typeface="Century Gothic"/>
              </a:rPr>
              <a:t>Im</a:t>
            </a:r>
            <a:r>
              <a:rPr dirty="0" sz="3600" spc="-380">
                <a:latin typeface="Century Gothic"/>
                <a:cs typeface="Century Gothic"/>
              </a:rPr>
              <a:t>p</a:t>
            </a:r>
            <a:r>
              <a:rPr dirty="0" sz="3600" spc="-250">
                <a:latin typeface="Century Gothic"/>
                <a:cs typeface="Century Gothic"/>
              </a:rPr>
              <a:t>or</a:t>
            </a:r>
            <a:r>
              <a:rPr dirty="0" sz="3600" spc="-195">
                <a:latin typeface="Century Gothic"/>
                <a:cs typeface="Century Gothic"/>
              </a:rPr>
              <a:t>t</a:t>
            </a:r>
            <a:r>
              <a:rPr dirty="0" sz="3600" spc="-350">
                <a:latin typeface="Century Gothic"/>
                <a:cs typeface="Century Gothic"/>
              </a:rPr>
              <a:t>a</a:t>
            </a:r>
            <a:r>
              <a:rPr dirty="0" sz="3600" spc="-155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70">
                <a:latin typeface="Century Gothic"/>
                <a:cs typeface="Century Gothic"/>
              </a:rPr>
              <a:t>a</a:t>
            </a:r>
            <a:r>
              <a:rPr dirty="0" sz="3600" spc="-300">
                <a:latin typeface="Century Gothic"/>
                <a:cs typeface="Century Gothic"/>
              </a:rPr>
              <a:t>t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e</a:t>
            </a:r>
            <a:r>
              <a:rPr dirty="0" sz="3600" spc="-440">
                <a:latin typeface="Century Gothic"/>
                <a:cs typeface="Century Gothic"/>
              </a:rPr>
              <a:t>n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195">
                <a:latin typeface="Century Gothic"/>
                <a:cs typeface="Century Gothic"/>
              </a:rPr>
              <a:t>CS</a:t>
            </a:r>
            <a:r>
              <a:rPr dirty="0" sz="3600" spc="-560">
                <a:latin typeface="Century Gothic"/>
                <a:cs typeface="Century Gothic"/>
              </a:rPr>
              <a:t>V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390" y="5102640"/>
            <a:ext cx="7911465" cy="1028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4300"/>
              </a:lnSpc>
            </a:pP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170">
                <a:latin typeface="Century Gothic"/>
                <a:cs typeface="Century Gothic"/>
              </a:rPr>
              <a:t>r</a:t>
            </a:r>
            <a:r>
              <a:rPr dirty="0" sz="3600" spc="-370">
                <a:latin typeface="Century Gothic"/>
                <a:cs typeface="Century Gothic"/>
              </a:rPr>
              <a:t>e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810">
                <a:latin typeface="Century Gothic"/>
                <a:cs typeface="Century Gothic"/>
              </a:rPr>
              <a:t>=</a:t>
            </a:r>
            <a:r>
              <a:rPr dirty="0" sz="3600" spc="155">
                <a:latin typeface="Century Gothic"/>
                <a:cs typeface="Century Gothic"/>
              </a:rPr>
              <a:t>#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25">
                <a:latin typeface="Century Gothic"/>
                <a:cs typeface="Century Gothic"/>
              </a:rPr>
              <a:t>co</a:t>
            </a:r>
            <a:r>
              <a:rPr dirty="0" sz="3600" spc="-555">
                <a:latin typeface="Century Gothic"/>
                <a:cs typeface="Century Gothic"/>
              </a:rPr>
              <a:t>p</a:t>
            </a:r>
            <a:r>
              <a:rPr dirty="0" sz="3600" spc="-484">
                <a:latin typeface="Century Gothic"/>
                <a:cs typeface="Century Gothic"/>
              </a:rPr>
              <a:t>y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ba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60">
                <a:latin typeface="Century Gothic"/>
                <a:cs typeface="Century Gothic"/>
              </a:rPr>
              <a:t>ed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130">
                <a:latin typeface="Century Gothic"/>
                <a:cs typeface="Century Gothic"/>
              </a:rPr>
              <a:t>fr</a:t>
            </a:r>
            <a:r>
              <a:rPr dirty="0" sz="3600" spc="-270">
                <a:latin typeface="Century Gothic"/>
                <a:cs typeface="Century Gothic"/>
              </a:rPr>
              <a:t>o</a:t>
            </a:r>
            <a:r>
              <a:rPr dirty="0" sz="3600" spc="-545">
                <a:latin typeface="Century Gothic"/>
                <a:cs typeface="Century Gothic"/>
              </a:rPr>
              <a:t>m</a:t>
            </a:r>
            <a:r>
              <a:rPr dirty="0" sz="3600" spc="-160">
                <a:latin typeface="Century Gothic"/>
                <a:cs typeface="Century Gothic"/>
              </a:rPr>
              <a:t> </a:t>
            </a:r>
            <a:r>
              <a:rPr dirty="0" sz="3600" spc="-114">
                <a:latin typeface="Century Gothic"/>
                <a:cs typeface="Century Gothic"/>
              </a:rPr>
              <a:t>'</a:t>
            </a:r>
            <a:r>
              <a:rPr dirty="0" sz="3600" spc="-235">
                <a:latin typeface="Century Gothic"/>
                <a:cs typeface="Century Gothic"/>
              </a:rPr>
              <a:t>/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15">
                <a:latin typeface="Century Gothic"/>
                <a:cs typeface="Century Gothic"/>
              </a:rPr>
              <a:t>g</a:t>
            </a:r>
            <a:r>
              <a:rPr dirty="0" sz="3600" spc="-160">
                <a:latin typeface="Century Gothic"/>
                <a:cs typeface="Century Gothic"/>
              </a:rPr>
              <a:t>r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-320">
                <a:latin typeface="Century Gothic"/>
                <a:cs typeface="Century Gothic"/>
              </a:rPr>
              <a:t>q</a:t>
            </a:r>
            <a:r>
              <a:rPr dirty="0" sz="3600" spc="-105">
                <a:latin typeface="Century Gothic"/>
                <a:cs typeface="Century Gothic"/>
              </a:rPr>
              <a:t>l</a:t>
            </a:r>
            <a:r>
              <a:rPr dirty="0" sz="3600" spc="-395">
                <a:latin typeface="Century Gothic"/>
                <a:cs typeface="Century Gothic"/>
              </a:rPr>
              <a:t>/da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ba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25">
                <a:latin typeface="Century Gothic"/>
                <a:cs typeface="Century Gothic"/>
              </a:rPr>
              <a:t>.</a:t>
            </a:r>
            <a:r>
              <a:rPr dirty="0" sz="3600" spc="-700">
                <a:latin typeface="Century Gothic"/>
                <a:cs typeface="Century Gothic"/>
              </a:rPr>
              <a:t>c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470">
                <a:latin typeface="Century Gothic"/>
                <a:cs typeface="Century Gothic"/>
              </a:rPr>
              <a:t>v</a:t>
            </a:r>
            <a:r>
              <a:rPr dirty="0" sz="3600" spc="-215">
                <a:latin typeface="Century Gothic"/>
                <a:cs typeface="Century Gothic"/>
              </a:rPr>
              <a:t>'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240">
                <a:latin typeface="Century Gothic"/>
                <a:cs typeface="Century Gothic"/>
              </a:rPr>
              <a:t>C</a:t>
            </a:r>
            <a:r>
              <a:rPr dirty="0" sz="3600" spc="-160">
                <a:latin typeface="Century Gothic"/>
                <a:cs typeface="Century Gothic"/>
              </a:rPr>
              <a:t>S</a:t>
            </a:r>
            <a:r>
              <a:rPr dirty="0" sz="3600" spc="-560">
                <a:latin typeface="Century Gothic"/>
                <a:cs typeface="Century Gothic"/>
              </a:rPr>
              <a:t>V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H</a:t>
            </a:r>
            <a:r>
              <a:rPr dirty="0" sz="3600" spc="-30">
                <a:latin typeface="Century Gothic"/>
                <a:cs typeface="Century Gothic"/>
              </a:rPr>
              <a:t>E</a:t>
            </a:r>
            <a:r>
              <a:rPr dirty="0" sz="3600" spc="-300">
                <a:latin typeface="Century Gothic"/>
                <a:cs typeface="Century Gothic"/>
              </a:rPr>
              <a:t>ADE</a:t>
            </a:r>
            <a:r>
              <a:rPr dirty="0" sz="3600" spc="-280">
                <a:latin typeface="Century Gothic"/>
                <a:cs typeface="Century Gothic"/>
              </a:rPr>
              <a:t>R</a:t>
            </a:r>
            <a:r>
              <a:rPr dirty="0" sz="3600" spc="105">
                <a:latin typeface="Century Gothic"/>
                <a:cs typeface="Century Gothic"/>
              </a:rPr>
              <a:t>;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9619" y="2087879"/>
            <a:ext cx="8539480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4550" y="2641414"/>
            <a:ext cx="5841365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-180" b="1">
                <a:latin typeface="Tahoma"/>
                <a:cs typeface="Tahoma"/>
              </a:rPr>
              <a:t>F</a:t>
            </a:r>
            <a:r>
              <a:rPr dirty="0" sz="4400" spc="-180" b="1">
                <a:latin typeface="Tahoma"/>
                <a:cs typeface="Tahoma"/>
              </a:rPr>
              <a:t>o</a:t>
            </a:r>
            <a:r>
              <a:rPr dirty="0" sz="4400" spc="25" b="1">
                <a:latin typeface="Tahoma"/>
                <a:cs typeface="Tahoma"/>
              </a:rPr>
              <a:t>r</a:t>
            </a:r>
            <a:r>
              <a:rPr dirty="0" sz="4400" spc="-45" b="1">
                <a:latin typeface="Tahoma"/>
                <a:cs typeface="Tahoma"/>
              </a:rPr>
              <a:t>m</a:t>
            </a:r>
            <a:r>
              <a:rPr dirty="0" sz="4400" spc="-30" b="1">
                <a:latin typeface="Tahoma"/>
                <a:cs typeface="Tahoma"/>
              </a:rPr>
              <a:t>at</a:t>
            </a:r>
            <a:r>
              <a:rPr dirty="0" sz="4400" b="1">
                <a:latin typeface="Tahoma"/>
                <a:cs typeface="Tahoma"/>
              </a:rPr>
              <a:t>o</a:t>
            </a:r>
            <a:r>
              <a:rPr dirty="0" sz="4400" spc="-160" b="1">
                <a:latin typeface="Tahoma"/>
                <a:cs typeface="Tahoma"/>
              </a:rPr>
              <a:t>s</a:t>
            </a:r>
            <a:r>
              <a:rPr dirty="0" sz="4400" spc="90" b="1">
                <a:latin typeface="Tahoma"/>
                <a:cs typeface="Tahoma"/>
              </a:rPr>
              <a:t> </a:t>
            </a:r>
            <a:r>
              <a:rPr dirty="0" sz="4400" spc="105" b="1">
                <a:latin typeface="Tahoma"/>
                <a:cs typeface="Tahoma"/>
              </a:rPr>
              <a:t>p</a:t>
            </a:r>
            <a:r>
              <a:rPr dirty="0" sz="4400" spc="45" b="1">
                <a:latin typeface="Tahoma"/>
                <a:cs typeface="Tahoma"/>
              </a:rPr>
              <a:t>e</a:t>
            </a:r>
            <a:r>
              <a:rPr dirty="0" sz="4400" spc="35" b="1">
                <a:latin typeface="Tahoma"/>
                <a:cs typeface="Tahoma"/>
              </a:rPr>
              <a:t>r</a:t>
            </a:r>
            <a:r>
              <a:rPr dirty="0" sz="4400" spc="-5" b="1">
                <a:latin typeface="Tahoma"/>
                <a:cs typeface="Tahoma"/>
              </a:rPr>
              <a:t>m</a:t>
            </a:r>
            <a:r>
              <a:rPr dirty="0" sz="4400" spc="10" b="1">
                <a:latin typeface="Tahoma"/>
                <a:cs typeface="Tahoma"/>
              </a:rPr>
              <a:t>i</a:t>
            </a:r>
            <a:r>
              <a:rPr dirty="0" sz="4400" spc="-295" b="1">
                <a:latin typeface="Tahoma"/>
                <a:cs typeface="Tahoma"/>
              </a:rPr>
              <a:t>t</a:t>
            </a:r>
            <a:r>
              <a:rPr dirty="0" sz="4400" spc="30" b="1">
                <a:latin typeface="Tahoma"/>
                <a:cs typeface="Tahoma"/>
              </a:rPr>
              <a:t>i</a:t>
            </a:r>
            <a:r>
              <a:rPr dirty="0" sz="4400" spc="50" b="1">
                <a:latin typeface="Tahoma"/>
                <a:cs typeface="Tahoma"/>
              </a:rPr>
              <a:t>d</a:t>
            </a:r>
            <a:r>
              <a:rPr dirty="0" sz="4400" spc="50" b="1">
                <a:latin typeface="Tahoma"/>
                <a:cs typeface="Tahoma"/>
              </a:rPr>
              <a:t>o</a:t>
            </a:r>
            <a:r>
              <a:rPr dirty="0" sz="4400" spc="-160" b="1">
                <a:latin typeface="Tahoma"/>
                <a:cs typeface="Tahoma"/>
              </a:rPr>
              <a:t>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719" y="484081"/>
            <a:ext cx="6966584" cy="27546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25775">
              <a:lnSpc>
                <a:spcPct val="100000"/>
              </a:lnSpc>
            </a:pPr>
            <a:r>
              <a:rPr dirty="0" sz="3200" spc="-65" b="1">
                <a:latin typeface="Tahoma"/>
                <a:cs typeface="Tahoma"/>
              </a:rPr>
              <a:t>F</a:t>
            </a:r>
            <a:r>
              <a:rPr dirty="0" sz="3200" spc="-60" b="1">
                <a:latin typeface="Tahoma"/>
                <a:cs typeface="Tahoma"/>
              </a:rPr>
              <a:t>o</a:t>
            </a:r>
            <a:r>
              <a:rPr dirty="0" sz="3200" spc="15" b="1">
                <a:latin typeface="Tahoma"/>
                <a:cs typeface="Tahoma"/>
              </a:rPr>
              <a:t>r</a:t>
            </a:r>
            <a:r>
              <a:rPr dirty="0" sz="3200" spc="-35" b="1">
                <a:latin typeface="Tahoma"/>
                <a:cs typeface="Tahoma"/>
              </a:rPr>
              <a:t>m</a:t>
            </a:r>
            <a:r>
              <a:rPr dirty="0" sz="3200" spc="185" b="1">
                <a:latin typeface="Tahoma"/>
                <a:cs typeface="Tahoma"/>
              </a:rPr>
              <a:t>a</a:t>
            </a:r>
            <a:r>
              <a:rPr dirty="0" sz="3200" spc="-100" b="1">
                <a:latin typeface="Tahoma"/>
                <a:cs typeface="Tahoma"/>
              </a:rPr>
              <a:t>to</a:t>
            </a:r>
            <a:r>
              <a:rPr dirty="0" sz="3200" spc="65" b="1">
                <a:latin typeface="Tahoma"/>
                <a:cs typeface="Tahoma"/>
              </a:rPr>
              <a:t> </a:t>
            </a:r>
            <a:r>
              <a:rPr dirty="0" sz="3200" spc="-85" b="1">
                <a:latin typeface="Tahoma"/>
                <a:cs typeface="Tahoma"/>
              </a:rPr>
              <a:t>T</a:t>
            </a:r>
            <a:r>
              <a:rPr dirty="0" sz="3200" spc="-80" b="1">
                <a:latin typeface="Tahoma"/>
                <a:cs typeface="Tahoma"/>
              </a:rPr>
              <a:t>e</a:t>
            </a:r>
            <a:r>
              <a:rPr dirty="0" sz="3200" spc="-265" b="1">
                <a:latin typeface="Tahoma"/>
                <a:cs typeface="Tahoma"/>
              </a:rPr>
              <a:t>x</a:t>
            </a:r>
            <a:r>
              <a:rPr dirty="0" sz="3200" spc="-100" b="1">
                <a:latin typeface="Tahoma"/>
                <a:cs typeface="Tahoma"/>
              </a:rPr>
              <a:t>to</a:t>
            </a:r>
            <a:endParaRPr sz="3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550">
              <a:latin typeface="Times New Roman"/>
              <a:cs typeface="Times New Roman"/>
            </a:endParaRPr>
          </a:p>
          <a:p>
            <a:pPr marL="229870" indent="-217170">
              <a:lnSpc>
                <a:spcPts val="3835"/>
              </a:lnSpc>
              <a:buSzPct val="45312"/>
              <a:buFont typeface="MS Gothic"/>
              <a:buChar char="●"/>
              <a:tabLst>
                <a:tab pos="229870" algn="l"/>
              </a:tabLst>
            </a:pPr>
            <a:r>
              <a:rPr dirty="0" sz="3200" spc="-110">
                <a:latin typeface="Century Gothic"/>
                <a:cs typeface="Century Gothic"/>
              </a:rPr>
              <a:t>U</a:t>
            </a:r>
            <a:r>
              <a:rPr dirty="0" sz="3200" spc="-100">
                <a:latin typeface="Century Gothic"/>
                <a:cs typeface="Century Gothic"/>
              </a:rPr>
              <a:t>n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85">
                <a:latin typeface="Century Gothic"/>
                <a:cs typeface="Century Gothic"/>
              </a:rPr>
              <a:t>l</a:t>
            </a:r>
            <a:r>
              <a:rPr dirty="0" sz="3200" spc="75">
                <a:latin typeface="Century Gothic"/>
                <a:cs typeface="Century Gothic"/>
              </a:rPr>
              <a:t>í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484">
                <a:latin typeface="Century Gothic"/>
                <a:cs typeface="Century Gothic"/>
              </a:rPr>
              <a:t>e</a:t>
            </a:r>
            <a:r>
              <a:rPr dirty="0" sz="3200" spc="-505">
                <a:latin typeface="Century Gothic"/>
                <a:cs typeface="Century Gothic"/>
              </a:rPr>
              <a:t>a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p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285">
                <a:latin typeface="Century Gothic"/>
                <a:cs typeface="Century Gothic"/>
              </a:rPr>
              <a:t>p</a:t>
            </a:r>
            <a:r>
              <a:rPr dirty="0" sz="3200" spc="-9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endParaRPr sz="3200">
              <a:latin typeface="Century Gothic"/>
              <a:cs typeface="Century Gothic"/>
            </a:endParaRPr>
          </a:p>
          <a:p>
            <a:pPr marL="229870" indent="-217170">
              <a:lnSpc>
                <a:spcPts val="3829"/>
              </a:lnSpc>
              <a:buSzPct val="45312"/>
              <a:buFont typeface="MS Gothic"/>
              <a:buChar char="●"/>
              <a:tabLst>
                <a:tab pos="229870" algn="l"/>
              </a:tabLst>
            </a:pPr>
            <a:r>
              <a:rPr dirty="0" sz="3200" spc="-340">
                <a:latin typeface="Century Gothic"/>
                <a:cs typeface="Century Gothic"/>
              </a:rPr>
              <a:t>C</a:t>
            </a:r>
            <a:r>
              <a:rPr dirty="0" sz="3200" spc="-325">
                <a:latin typeface="Century Gothic"/>
                <a:cs typeface="Century Gothic"/>
              </a:rPr>
              <a:t>o</a:t>
            </a:r>
            <a:r>
              <a:rPr dirty="0" sz="3200" spc="85">
                <a:latin typeface="Century Gothic"/>
                <a:cs typeface="Century Gothic"/>
              </a:rPr>
              <a:t>l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315">
                <a:latin typeface="Century Gothic"/>
                <a:cs typeface="Century Gothic"/>
              </a:rPr>
              <a:t>a</a:t>
            </a:r>
            <a:r>
              <a:rPr dirty="0" sz="3200" spc="-175">
                <a:latin typeface="Century Gothic"/>
                <a:cs typeface="Century Gothic"/>
              </a:rPr>
              <a:t>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315">
                <a:latin typeface="Century Gothic"/>
                <a:cs typeface="Century Gothic"/>
              </a:rPr>
              <a:t>sepa</a:t>
            </a:r>
            <a:r>
              <a:rPr dirty="0" sz="3200" spc="-150">
                <a:latin typeface="Century Gothic"/>
                <a:cs typeface="Century Gothic"/>
              </a:rPr>
              <a:t>r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-480">
                <a:latin typeface="Century Gothic"/>
                <a:cs typeface="Century Gothic"/>
              </a:rPr>
              <a:t>d</a:t>
            </a:r>
            <a:r>
              <a:rPr dirty="0" sz="3200" spc="-240">
                <a:latin typeface="Century Gothic"/>
                <a:cs typeface="Century Gothic"/>
              </a:rPr>
              <a:t>as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245">
                <a:latin typeface="Century Gothic"/>
                <a:cs typeface="Century Gothic"/>
              </a:rPr>
              <a:t>por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85">
                <a:latin typeface="Century Gothic"/>
                <a:cs typeface="Century Gothic"/>
              </a:rPr>
              <a:t>l</a:t>
            </a:r>
            <a:r>
              <a:rPr dirty="0" sz="3200" spc="25">
                <a:latin typeface="Century Gothic"/>
                <a:cs typeface="Century Gothic"/>
              </a:rPr>
              <a:t> </a:t>
            </a:r>
            <a:r>
              <a:rPr dirty="0" sz="3200" spc="-505">
                <a:latin typeface="Century Gothic"/>
                <a:cs typeface="Century Gothic"/>
              </a:rPr>
              <a:t>d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75">
                <a:latin typeface="Century Gothic"/>
                <a:cs typeface="Century Gothic"/>
              </a:rPr>
              <a:t>i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-245">
                <a:latin typeface="Century Gothic"/>
                <a:cs typeface="Century Gothic"/>
              </a:rPr>
              <a:t>dor</a:t>
            </a:r>
            <a:endParaRPr sz="3200">
              <a:latin typeface="Century Gothic"/>
              <a:cs typeface="Century Gothic"/>
            </a:endParaRPr>
          </a:p>
          <a:p>
            <a:pPr marL="229870" indent="-217170">
              <a:lnSpc>
                <a:spcPts val="3825"/>
              </a:lnSpc>
              <a:buSzPct val="45312"/>
              <a:buFont typeface="MS Gothic"/>
              <a:buChar char="●"/>
              <a:tabLst>
                <a:tab pos="229870" algn="l"/>
              </a:tabLst>
            </a:pPr>
            <a:r>
              <a:rPr dirty="0" sz="3200" spc="-100">
                <a:latin typeface="Century Gothic"/>
                <a:cs typeface="Century Gothic"/>
              </a:rPr>
              <a:t>Fo</a:t>
            </a:r>
            <a:r>
              <a:rPr dirty="0" sz="3200" spc="-50">
                <a:latin typeface="Century Gothic"/>
                <a:cs typeface="Century Gothic"/>
              </a:rPr>
              <a:t>r</a:t>
            </a:r>
            <a:r>
              <a:rPr dirty="0" sz="3200" spc="-484">
                <a:latin typeface="Century Gothic"/>
                <a:cs typeface="Century Gothic"/>
              </a:rPr>
              <a:t>m</a:t>
            </a:r>
            <a:r>
              <a:rPr dirty="0" sz="3200" spc="-505">
                <a:latin typeface="Century Gothic"/>
                <a:cs typeface="Century Gothic"/>
              </a:rPr>
              <a:t>a</a:t>
            </a:r>
            <a:r>
              <a:rPr dirty="0" sz="3200" spc="-254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45">
                <a:latin typeface="Century Gothic"/>
                <a:cs typeface="Century Gothic"/>
              </a:rPr>
              <a:t>por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05">
                <a:latin typeface="Century Gothic"/>
                <a:cs typeface="Century Gothic"/>
              </a:rPr>
              <a:t>defe</a:t>
            </a:r>
            <a:r>
              <a:rPr dirty="0" sz="3200" spc="-465">
                <a:latin typeface="Century Gothic"/>
                <a:cs typeface="Century Gothic"/>
              </a:rPr>
              <a:t>ct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endParaRPr sz="3200">
              <a:latin typeface="Century Gothic"/>
              <a:cs typeface="Century Gothic"/>
            </a:endParaRPr>
          </a:p>
          <a:p>
            <a:pPr marL="229870" indent="-217170">
              <a:lnSpc>
                <a:spcPts val="3829"/>
              </a:lnSpc>
              <a:buSzPct val="45312"/>
              <a:buFont typeface="MS Gothic"/>
              <a:buChar char="●"/>
              <a:tabLst>
                <a:tab pos="229870" algn="l"/>
              </a:tabLst>
            </a:pPr>
            <a:r>
              <a:rPr dirty="0" sz="3200" spc="-300">
                <a:latin typeface="Century Gothic"/>
                <a:cs typeface="Century Gothic"/>
              </a:rPr>
              <a:t>\</a:t>
            </a:r>
            <a:r>
              <a:rPr dirty="0" sz="3200" spc="-360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409">
                <a:latin typeface="Century Gothic"/>
                <a:cs typeface="Century Gothic"/>
              </a:rPr>
              <a:t>v</a:t>
            </a:r>
            <a:r>
              <a:rPr dirty="0" sz="3200" spc="-285">
                <a:latin typeface="Century Gothic"/>
                <a:cs typeface="Century Gothic"/>
              </a:rPr>
              <a:t>a</a:t>
            </a:r>
            <a:r>
              <a:rPr dirty="0" sz="3200" spc="-95">
                <a:latin typeface="Century Gothic"/>
                <a:cs typeface="Century Gothic"/>
              </a:rPr>
              <a:t>l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95">
                <a:latin typeface="Century Gothic"/>
                <a:cs typeface="Century Gothic"/>
              </a:rPr>
              <a:t>n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75">
                <a:latin typeface="Century Gothic"/>
                <a:cs typeface="Century Gothic"/>
              </a:rPr>
              <a:t>p</a:t>
            </a:r>
            <a:r>
              <a:rPr dirty="0" sz="3200" spc="-195">
                <a:latin typeface="Century Gothic"/>
                <a:cs typeface="Century Gothic"/>
              </a:rPr>
              <a:t>o</a:t>
            </a:r>
            <a:r>
              <a:rPr dirty="0" sz="3200" spc="-90">
                <a:latin typeface="Century Gothic"/>
                <a:cs typeface="Century Gothic"/>
              </a:rPr>
              <a:t>r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505">
                <a:latin typeface="Century Gothic"/>
                <a:cs typeface="Century Gothic"/>
              </a:rPr>
              <a:t>d</a:t>
            </a:r>
            <a:r>
              <a:rPr dirty="0" sz="3200" spc="-475">
                <a:latin typeface="Century Gothic"/>
                <a:cs typeface="Century Gothic"/>
              </a:rPr>
              <a:t>e</a:t>
            </a:r>
            <a:r>
              <a:rPr dirty="0" sz="3200" spc="-195">
                <a:latin typeface="Century Gothic"/>
                <a:cs typeface="Century Gothic"/>
              </a:rPr>
              <a:t>f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620">
                <a:latin typeface="Century Gothic"/>
                <a:cs typeface="Century Gothic"/>
              </a:rPr>
              <a:t>c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315">
                <a:latin typeface="Century Gothic"/>
                <a:cs typeface="Century Gothic"/>
              </a:rPr>
              <a:t>o</a:t>
            </a:r>
            <a:endParaRPr sz="320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4450" y="3611879"/>
            <a:ext cx="9991090" cy="308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9829" y="484081"/>
            <a:ext cx="2638425" cy="431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65" b="1">
                <a:latin typeface="Tahoma"/>
                <a:cs typeface="Tahoma"/>
              </a:rPr>
              <a:t>Fo</a:t>
            </a:r>
            <a:r>
              <a:rPr dirty="0" sz="3200" spc="-5" b="1">
                <a:latin typeface="Tahoma"/>
                <a:cs typeface="Tahoma"/>
              </a:rPr>
              <a:t>rm</a:t>
            </a:r>
            <a:r>
              <a:rPr dirty="0" sz="3200" spc="185" b="1">
                <a:latin typeface="Tahoma"/>
                <a:cs typeface="Tahoma"/>
              </a:rPr>
              <a:t>a</a:t>
            </a:r>
            <a:r>
              <a:rPr dirty="0" sz="3200" spc="-100" b="1">
                <a:latin typeface="Tahoma"/>
                <a:cs typeface="Tahoma"/>
              </a:rPr>
              <a:t>to</a:t>
            </a:r>
            <a:r>
              <a:rPr dirty="0" sz="3200" spc="65" b="1">
                <a:latin typeface="Tahoma"/>
                <a:cs typeface="Tahoma"/>
              </a:rPr>
              <a:t> </a:t>
            </a:r>
            <a:r>
              <a:rPr dirty="0" sz="3200" spc="-125" b="1">
                <a:latin typeface="Tahoma"/>
                <a:cs typeface="Tahoma"/>
              </a:rPr>
              <a:t>C</a:t>
            </a:r>
            <a:r>
              <a:rPr dirty="0" sz="3200" spc="-50" b="1">
                <a:latin typeface="Tahoma"/>
                <a:cs typeface="Tahoma"/>
              </a:rPr>
              <a:t>SV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04619" y="1583689"/>
            <a:ext cx="7270750" cy="5327650"/>
          </a:xfrm>
          <a:custGeom>
            <a:avLst/>
            <a:gdLst/>
            <a:ahLst/>
            <a:cxnLst/>
            <a:rect l="l" t="t" r="r" b="b"/>
            <a:pathLst>
              <a:path w="7270750" h="5327650">
                <a:moveTo>
                  <a:pt x="7270750" y="0"/>
                </a:moveTo>
                <a:lnTo>
                  <a:pt x="0" y="0"/>
                </a:lnTo>
                <a:lnTo>
                  <a:pt x="0" y="5327650"/>
                </a:lnTo>
                <a:lnTo>
                  <a:pt x="7270750" y="5327650"/>
                </a:lnTo>
                <a:lnTo>
                  <a:pt x="7270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91919" y="1643160"/>
            <a:ext cx="7259955" cy="37566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marR="1026794" indent="-215900">
              <a:lnSpc>
                <a:spcPts val="43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370">
                <a:latin typeface="Century Gothic"/>
                <a:cs typeface="Century Gothic"/>
              </a:rPr>
              <a:t>M</a:t>
            </a:r>
            <a:r>
              <a:rPr dirty="0" sz="3600" spc="-254">
                <a:latin typeface="Century Gothic"/>
                <a:cs typeface="Century Gothic"/>
              </a:rPr>
              <a:t>u</a:t>
            </a:r>
            <a:r>
              <a:rPr dirty="0" sz="3600" spc="-484">
                <a:latin typeface="Century Gothic"/>
                <a:cs typeface="Century Gothic"/>
              </a:rPr>
              <a:t>y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345">
                <a:latin typeface="Century Gothic"/>
                <a:cs typeface="Century Gothic"/>
              </a:rPr>
              <a:t>t</a:t>
            </a:r>
            <a:r>
              <a:rPr dirty="0" sz="3600" spc="100">
                <a:latin typeface="Century Gothic"/>
                <a:cs typeface="Century Gothic"/>
              </a:rPr>
              <a:t>ili</a:t>
            </a:r>
            <a:r>
              <a:rPr dirty="0" sz="3600" spc="-185">
                <a:latin typeface="Century Gothic"/>
                <a:cs typeface="Century Gothic"/>
              </a:rPr>
              <a:t>z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d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45">
                <a:latin typeface="Century Gothic"/>
                <a:cs typeface="Century Gothic"/>
              </a:rPr>
              <a:t>a</a:t>
            </a:r>
            <a:r>
              <a:rPr dirty="0" sz="3600" spc="-170">
                <a:latin typeface="Century Gothic"/>
                <a:cs typeface="Century Gothic"/>
              </a:rPr>
              <a:t>r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160">
                <a:latin typeface="Century Gothic"/>
                <a:cs typeface="Century Gothic"/>
              </a:rPr>
              <a:t>r</a:t>
            </a:r>
            <a:r>
              <a:rPr dirty="0" sz="3600" spc="-355">
                <a:latin typeface="Century Gothic"/>
                <a:cs typeface="Century Gothic"/>
              </a:rPr>
              <a:t>a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95">
                <a:latin typeface="Century Gothic"/>
                <a:cs typeface="Century Gothic"/>
              </a:rPr>
              <a:t>j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465">
                <a:latin typeface="Century Gothic"/>
                <a:cs typeface="Century Gothic"/>
              </a:rPr>
              <a:t>con</a:t>
            </a:r>
            <a:r>
              <a:rPr dirty="0" sz="3600" spc="-204">
                <a:latin typeface="Century Gothic"/>
                <a:cs typeface="Century Gothic"/>
              </a:rPr>
              <a:t> </a:t>
            </a:r>
            <a:r>
              <a:rPr dirty="0" sz="3600" spc="-340">
                <a:latin typeface="Century Gothic"/>
                <a:cs typeface="Century Gothic"/>
              </a:rPr>
              <a:t>h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95">
                <a:latin typeface="Century Gothic"/>
                <a:cs typeface="Century Gothic"/>
              </a:rPr>
              <a:t>j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84">
                <a:latin typeface="Century Gothic"/>
                <a:cs typeface="Century Gothic"/>
              </a:rPr>
              <a:t>cá</a:t>
            </a:r>
            <a:r>
              <a:rPr dirty="0" sz="3600" spc="-145">
                <a:latin typeface="Century Gothic"/>
                <a:cs typeface="Century Gothic"/>
              </a:rPr>
              <a:t>l</a:t>
            </a:r>
            <a:r>
              <a:rPr dirty="0" sz="3600" spc="-520">
                <a:latin typeface="Century Gothic"/>
                <a:cs typeface="Century Gothic"/>
              </a:rPr>
              <a:t>c</a:t>
            </a:r>
            <a:r>
              <a:rPr dirty="0" sz="3600" spc="-484">
                <a:latin typeface="Century Gothic"/>
                <a:cs typeface="Century Gothic"/>
              </a:rPr>
              <a:t>u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Font typeface="MS Gothic"/>
              <a:buChar char="●"/>
            </a:pPr>
            <a:endParaRPr sz="35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400">
                <a:latin typeface="Century Gothic"/>
                <a:cs typeface="Century Gothic"/>
              </a:rPr>
              <a:t>C</a:t>
            </a:r>
            <a:r>
              <a:rPr dirty="0" sz="3600" spc="-5">
                <a:latin typeface="Century Gothic"/>
                <a:cs typeface="Century Gothic"/>
              </a:rPr>
              <a:t>S</a:t>
            </a:r>
            <a:r>
              <a:rPr dirty="0" sz="3600" spc="-340">
                <a:latin typeface="Century Gothic"/>
                <a:cs typeface="Century Gothic"/>
              </a:rPr>
              <a:t>V</a:t>
            </a:r>
            <a:r>
              <a:rPr dirty="0" sz="3600" spc="-130">
                <a:latin typeface="Century Gothic"/>
                <a:cs typeface="Century Gothic"/>
              </a:rPr>
              <a:t>: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565">
                <a:latin typeface="Century Gothic"/>
                <a:cs typeface="Century Gothic"/>
              </a:rPr>
              <a:t>V</a:t>
            </a:r>
            <a:r>
              <a:rPr dirty="0" sz="3600" spc="-555">
                <a:latin typeface="Century Gothic"/>
                <a:cs typeface="Century Gothic"/>
              </a:rPr>
              <a:t>a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195">
                <a:latin typeface="Century Gothic"/>
                <a:cs typeface="Century Gothic"/>
              </a:rPr>
              <a:t>re</a:t>
            </a:r>
            <a:r>
              <a:rPr dirty="0" sz="3600" spc="-155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45">
                <a:latin typeface="Century Gothic"/>
                <a:cs typeface="Century Gothic"/>
              </a:rPr>
              <a:t>e</a:t>
            </a:r>
            <a:r>
              <a:rPr dirty="0" sz="3600" spc="-575">
                <a:latin typeface="Century Gothic"/>
                <a:cs typeface="Century Gothic"/>
              </a:rPr>
              <a:t>p</a:t>
            </a:r>
            <a:r>
              <a:rPr dirty="0" sz="3600" spc="-305">
                <a:latin typeface="Century Gothic"/>
                <a:cs typeface="Century Gothic"/>
              </a:rPr>
              <a:t>ar</a:t>
            </a:r>
            <a:r>
              <a:rPr dirty="0" sz="3600" spc="-434">
                <a:latin typeface="Century Gothic"/>
                <a:cs typeface="Century Gothic"/>
              </a:rPr>
              <a:t>a</a:t>
            </a:r>
            <a:r>
              <a:rPr dirty="0" sz="3600" spc="-445">
                <a:latin typeface="Century Gothic"/>
                <a:cs typeface="Century Gothic"/>
              </a:rPr>
              <a:t>d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220">
                <a:latin typeface="Century Gothic"/>
                <a:cs typeface="Century Gothic"/>
              </a:rPr>
              <a:t>o</a:t>
            </a:r>
            <a:r>
              <a:rPr dirty="0" sz="3600" spc="-10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45">
                <a:latin typeface="Century Gothic"/>
                <a:cs typeface="Century Gothic"/>
              </a:rPr>
              <a:t>com</a:t>
            </a:r>
            <a:r>
              <a:rPr dirty="0" sz="3600" spc="-505">
                <a:latin typeface="Century Gothic"/>
                <a:cs typeface="Century Gothic"/>
              </a:rPr>
              <a:t>a</a:t>
            </a:r>
            <a:r>
              <a:rPr dirty="0" sz="3600" spc="-20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Font typeface="MS Gothic"/>
              <a:buChar char="●"/>
            </a:pPr>
            <a:endParaRPr sz="3850">
              <a:latin typeface="Times New Roman"/>
              <a:cs typeface="Times New Roman"/>
            </a:endParaRPr>
          </a:p>
          <a:p>
            <a:pPr marL="228600" marR="5080" indent="-215900">
              <a:lnSpc>
                <a:spcPts val="43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565">
                <a:latin typeface="Century Gothic"/>
                <a:cs typeface="Century Gothic"/>
              </a:rPr>
              <a:t>V</a:t>
            </a:r>
            <a:r>
              <a:rPr dirty="0" sz="3600" spc="-555">
                <a:latin typeface="Century Gothic"/>
                <a:cs typeface="Century Gothic"/>
              </a:rPr>
              <a:t>a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195">
                <a:latin typeface="Century Gothic"/>
                <a:cs typeface="Century Gothic"/>
              </a:rPr>
              <a:t>re</a:t>
            </a:r>
            <a:r>
              <a:rPr dirty="0" sz="3600" spc="-155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45">
                <a:latin typeface="Century Gothic"/>
                <a:cs typeface="Century Gothic"/>
              </a:rPr>
              <a:t>e</a:t>
            </a:r>
            <a:r>
              <a:rPr dirty="0" sz="3600" spc="-575">
                <a:latin typeface="Century Gothic"/>
                <a:cs typeface="Century Gothic"/>
              </a:rPr>
              <a:t>p</a:t>
            </a:r>
            <a:r>
              <a:rPr dirty="0" sz="3600" spc="-345">
                <a:latin typeface="Century Gothic"/>
                <a:cs typeface="Century Gothic"/>
              </a:rPr>
              <a:t>a</a:t>
            </a:r>
            <a:r>
              <a:rPr dirty="0" sz="3600" spc="-170">
                <a:latin typeface="Century Gothic"/>
                <a:cs typeface="Century Gothic"/>
              </a:rPr>
              <a:t>r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d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360">
                <a:latin typeface="Century Gothic"/>
                <a:cs typeface="Century Gothic"/>
              </a:rPr>
              <a:t>e</a:t>
            </a:r>
            <a:r>
              <a:rPr dirty="0" sz="3600" spc="-110">
                <a:latin typeface="Century Gothic"/>
                <a:cs typeface="Century Gothic"/>
              </a:rPr>
              <a:t>l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34">
                <a:latin typeface="Century Gothic"/>
                <a:cs typeface="Century Gothic"/>
              </a:rPr>
              <a:t>de</a:t>
            </a:r>
            <a:r>
              <a:rPr dirty="0" sz="3600" spc="-140">
                <a:latin typeface="Century Gothic"/>
                <a:cs typeface="Century Gothic"/>
              </a:rPr>
              <a:t>l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380">
                <a:latin typeface="Century Gothic"/>
                <a:cs typeface="Century Gothic"/>
              </a:rPr>
              <a:t>m</a:t>
            </a:r>
            <a:r>
              <a:rPr dirty="0" sz="3600" spc="-80">
                <a:latin typeface="Century Gothic"/>
                <a:cs typeface="Century Gothic"/>
              </a:rPr>
              <a:t>i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d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90">
                <a:latin typeface="Century Gothic"/>
                <a:cs typeface="Century Gothic"/>
              </a:rPr>
              <a:t>i</a:t>
            </a:r>
            <a:r>
              <a:rPr dirty="0" sz="3600" spc="-330">
                <a:latin typeface="Century Gothic"/>
                <a:cs typeface="Century Gothic"/>
              </a:rPr>
              <a:t>n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80">
                <a:latin typeface="Century Gothic"/>
                <a:cs typeface="Century Gothic"/>
              </a:rPr>
              <a:t>ca</a:t>
            </a:r>
            <a:r>
              <a:rPr dirty="0" sz="3600" spc="-605">
                <a:latin typeface="Century Gothic"/>
                <a:cs typeface="Century Gothic"/>
              </a:rPr>
              <a:t>d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1690" y="484081"/>
            <a:ext cx="3354070" cy="431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3200" spc="-65" b="1">
                <a:latin typeface="Tahoma"/>
                <a:cs typeface="Tahoma"/>
              </a:rPr>
              <a:t>F</a:t>
            </a:r>
            <a:r>
              <a:rPr dirty="0" sz="3200" spc="-60" b="1">
                <a:latin typeface="Tahoma"/>
                <a:cs typeface="Tahoma"/>
              </a:rPr>
              <a:t>o</a:t>
            </a:r>
            <a:r>
              <a:rPr dirty="0" sz="3200" spc="15" b="1">
                <a:latin typeface="Tahoma"/>
                <a:cs typeface="Tahoma"/>
              </a:rPr>
              <a:t>r</a:t>
            </a:r>
            <a:r>
              <a:rPr dirty="0" sz="3200" spc="-35" b="1">
                <a:latin typeface="Tahoma"/>
                <a:cs typeface="Tahoma"/>
              </a:rPr>
              <a:t>m</a:t>
            </a:r>
            <a:r>
              <a:rPr dirty="0" sz="3200" spc="185" b="1">
                <a:latin typeface="Tahoma"/>
                <a:cs typeface="Tahoma"/>
              </a:rPr>
              <a:t>a</a:t>
            </a:r>
            <a:r>
              <a:rPr dirty="0" sz="3200" spc="-100" b="1">
                <a:latin typeface="Tahoma"/>
                <a:cs typeface="Tahoma"/>
              </a:rPr>
              <a:t>to</a:t>
            </a:r>
            <a:r>
              <a:rPr dirty="0" sz="3200" spc="65" b="1">
                <a:latin typeface="Tahoma"/>
                <a:cs typeface="Tahoma"/>
              </a:rPr>
              <a:t> </a:t>
            </a:r>
            <a:r>
              <a:rPr dirty="0" sz="3200" spc="-5" b="1">
                <a:latin typeface="Tahoma"/>
                <a:cs typeface="Tahoma"/>
              </a:rPr>
              <a:t>Bi</a:t>
            </a:r>
            <a:r>
              <a:rPr dirty="0" sz="3200" spc="-10" b="1">
                <a:latin typeface="Tahoma"/>
                <a:cs typeface="Tahoma"/>
              </a:rPr>
              <a:t>n</a:t>
            </a:r>
            <a:r>
              <a:rPr dirty="0" sz="3200" spc="195" b="1">
                <a:latin typeface="Tahoma"/>
                <a:cs typeface="Tahoma"/>
              </a:rPr>
              <a:t>a</a:t>
            </a:r>
            <a:r>
              <a:rPr dirty="0" sz="3200" spc="15" b="1">
                <a:latin typeface="Tahoma"/>
                <a:cs typeface="Tahoma"/>
              </a:rPr>
              <a:t>r</a:t>
            </a:r>
            <a:r>
              <a:rPr dirty="0" sz="3200" spc="10" b="1">
                <a:latin typeface="Tahoma"/>
                <a:cs typeface="Tahoma"/>
              </a:rPr>
              <a:t>io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4059" y="1427260"/>
            <a:ext cx="8145780" cy="4848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marR="1270635" indent="-215900">
              <a:lnSpc>
                <a:spcPts val="429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195">
                <a:latin typeface="Century Gothic"/>
                <a:cs typeface="Century Gothic"/>
              </a:rPr>
              <a:t>Pr</a:t>
            </a:r>
            <a:r>
              <a:rPr dirty="0" sz="3600" spc="-300">
                <a:latin typeface="Century Gothic"/>
                <a:cs typeface="Century Gothic"/>
              </a:rPr>
              <a:t>o</a:t>
            </a:r>
            <a:r>
              <a:rPr dirty="0" sz="3600" spc="-210">
                <a:latin typeface="Century Gothic"/>
                <a:cs typeface="Century Gothic"/>
              </a:rPr>
              <a:t>bl</a:t>
            </a:r>
            <a:r>
              <a:rPr dirty="0" sz="3600" spc="-580">
                <a:latin typeface="Century Gothic"/>
                <a:cs typeface="Century Gothic"/>
              </a:rPr>
              <a:t>em</a:t>
            </a:r>
            <a:r>
              <a:rPr dirty="0" sz="3600" spc="-505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45">
                <a:latin typeface="Century Gothic"/>
                <a:cs typeface="Century Gothic"/>
              </a:rPr>
              <a:t>com</a:t>
            </a:r>
            <a:r>
              <a:rPr dirty="0" sz="3600" spc="-505">
                <a:latin typeface="Century Gothic"/>
                <a:cs typeface="Century Gothic"/>
              </a:rPr>
              <a:t>p</a:t>
            </a:r>
            <a:r>
              <a:rPr dirty="0" sz="3600" spc="-570">
                <a:latin typeface="Century Gothic"/>
                <a:cs typeface="Century Gothic"/>
              </a:rPr>
              <a:t>a</a:t>
            </a:r>
            <a:r>
              <a:rPr dirty="0" sz="3600" spc="-290">
                <a:latin typeface="Century Gothic"/>
                <a:cs typeface="Century Gothic"/>
              </a:rPr>
              <a:t>t</a:t>
            </a:r>
            <a:r>
              <a:rPr dirty="0" sz="3600" spc="90">
                <a:latin typeface="Century Gothic"/>
                <a:cs typeface="Century Gothic"/>
              </a:rPr>
              <a:t>i</a:t>
            </a:r>
            <a:r>
              <a:rPr dirty="0" sz="3600" spc="-210">
                <a:latin typeface="Century Gothic"/>
                <a:cs typeface="Century Gothic"/>
              </a:rPr>
              <a:t>bi</a:t>
            </a:r>
            <a:r>
              <a:rPr dirty="0" sz="3600" spc="90">
                <a:latin typeface="Century Gothic"/>
                <a:cs typeface="Century Gothic"/>
              </a:rPr>
              <a:t>l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545">
                <a:latin typeface="Century Gothic"/>
                <a:cs typeface="Century Gothic"/>
              </a:rPr>
              <a:t>d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e</a:t>
            </a:r>
            <a:r>
              <a:rPr dirty="0" sz="3600" spc="-450">
                <a:latin typeface="Century Gothic"/>
                <a:cs typeface="Century Gothic"/>
              </a:rPr>
              <a:t>n</a:t>
            </a:r>
            <a:r>
              <a:rPr dirty="0" sz="3600" spc="-345">
                <a:latin typeface="Century Gothic"/>
                <a:cs typeface="Century Gothic"/>
              </a:rPr>
              <a:t>t</a:t>
            </a:r>
            <a:r>
              <a:rPr dirty="0" sz="3600" spc="-270">
                <a:latin typeface="Century Gothic"/>
                <a:cs typeface="Century Gothic"/>
              </a:rPr>
              <a:t>re</a:t>
            </a:r>
            <a:r>
              <a:rPr dirty="0" sz="3600" spc="-160">
                <a:latin typeface="Century Gothic"/>
                <a:cs typeface="Century Gothic"/>
              </a:rPr>
              <a:t> </a:t>
            </a:r>
            <a:r>
              <a:rPr dirty="0" sz="3600" spc="-459">
                <a:latin typeface="Century Gothic"/>
                <a:cs typeface="Century Gothic"/>
              </a:rPr>
              <a:t>v</a:t>
            </a:r>
            <a:r>
              <a:rPr dirty="0" sz="3600" spc="-135">
                <a:latin typeface="Century Gothic"/>
                <a:cs typeface="Century Gothic"/>
              </a:rPr>
              <a:t>ers</a:t>
            </a:r>
            <a:r>
              <a:rPr dirty="0" sz="3600" spc="-70">
                <a:latin typeface="Century Gothic"/>
                <a:cs typeface="Century Gothic"/>
              </a:rPr>
              <a:t>i</a:t>
            </a:r>
            <a:r>
              <a:rPr dirty="0" sz="3600" spc="-360">
                <a:latin typeface="Century Gothic"/>
                <a:cs typeface="Century Gothic"/>
              </a:rPr>
              <a:t>o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Font typeface="MS Gothic"/>
              <a:buChar char="●"/>
            </a:pPr>
            <a:endParaRPr sz="360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330">
                <a:latin typeface="Century Gothic"/>
                <a:cs typeface="Century Gothic"/>
              </a:rPr>
              <a:t>M</a:t>
            </a:r>
            <a:r>
              <a:rPr dirty="0" sz="3600" spc="-530">
                <a:latin typeface="Century Gothic"/>
                <a:cs typeface="Century Gothic"/>
              </a:rPr>
              <a:t>á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160">
                <a:latin typeface="Century Gothic"/>
                <a:cs typeface="Century Gothic"/>
              </a:rPr>
              <a:t>r</a:t>
            </a:r>
            <a:r>
              <a:rPr dirty="0" sz="3600" spc="-355">
                <a:latin typeface="Century Gothic"/>
                <a:cs typeface="Century Gothic"/>
              </a:rPr>
              <a:t>á</a:t>
            </a:r>
            <a:r>
              <a:rPr dirty="0" sz="3600" spc="-320">
                <a:latin typeface="Century Gothic"/>
                <a:cs typeface="Century Gothic"/>
              </a:rPr>
              <a:t>p</a:t>
            </a:r>
            <a:r>
              <a:rPr dirty="0" sz="3600" spc="-105">
                <a:latin typeface="Century Gothic"/>
                <a:cs typeface="Century Gothic"/>
              </a:rPr>
              <a:t>i</a:t>
            </a:r>
            <a:r>
              <a:rPr dirty="0" sz="3600" spc="-434">
                <a:latin typeface="Century Gothic"/>
                <a:cs typeface="Century Gothic"/>
              </a:rPr>
              <a:t>do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q</a:t>
            </a:r>
            <a:r>
              <a:rPr dirty="0" sz="3600" spc="-320">
                <a:latin typeface="Century Gothic"/>
                <a:cs typeface="Century Gothic"/>
              </a:rPr>
              <a:t>u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105">
                <a:latin typeface="Century Gothic"/>
                <a:cs typeface="Century Gothic"/>
              </a:rPr>
              <a:t>r</a:t>
            </a:r>
            <a:r>
              <a:rPr dirty="0" sz="3600" spc="-22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204">
                <a:latin typeface="Century Gothic"/>
                <a:cs typeface="Century Gothic"/>
              </a:rPr>
              <a:t>f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125">
                <a:latin typeface="Century Gothic"/>
                <a:cs typeface="Century Gothic"/>
              </a:rPr>
              <a:t>r</a:t>
            </a:r>
            <a:r>
              <a:rPr dirty="0" sz="3600" spc="-370">
                <a:latin typeface="Century Gothic"/>
                <a:cs typeface="Century Gothic"/>
              </a:rPr>
              <a:t>m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Font typeface="MS Gothic"/>
              <a:buChar char="●"/>
            </a:pPr>
            <a:endParaRPr sz="3850">
              <a:latin typeface="Times New Roman"/>
              <a:cs typeface="Times New Roman"/>
            </a:endParaRPr>
          </a:p>
          <a:p>
            <a:pPr marL="228600" marR="1411605" indent="-215900">
              <a:lnSpc>
                <a:spcPts val="43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355">
                <a:latin typeface="Century Gothic"/>
                <a:cs typeface="Century Gothic"/>
              </a:rPr>
              <a:t>Ha</a:t>
            </a:r>
            <a:r>
              <a:rPr dirty="0" sz="3600" spc="-275">
                <a:latin typeface="Century Gothic"/>
                <a:cs typeface="Century Gothic"/>
              </a:rPr>
              <a:t>y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q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80">
                <a:latin typeface="Century Gothic"/>
                <a:cs typeface="Century Gothic"/>
              </a:rPr>
              <a:t>e</a:t>
            </a:r>
            <a:r>
              <a:rPr dirty="0" sz="3600" spc="-330">
                <a:latin typeface="Century Gothic"/>
                <a:cs typeface="Century Gothic"/>
              </a:rPr>
              <a:t>n</a:t>
            </a:r>
            <a:r>
              <a:rPr dirty="0" sz="3600" spc="-360">
                <a:latin typeface="Century Gothic"/>
                <a:cs typeface="Century Gothic"/>
              </a:rPr>
              <a:t>e</a:t>
            </a:r>
            <a:r>
              <a:rPr dirty="0" sz="3600" spc="-165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c</a:t>
            </a:r>
            <a:r>
              <a:rPr dirty="0" sz="3600" spc="-495">
                <a:latin typeface="Century Gothic"/>
                <a:cs typeface="Century Gothic"/>
              </a:rPr>
              <a:t>u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co</a:t>
            </a:r>
            <a:r>
              <a:rPr dirty="0" sz="3600" spc="-440">
                <a:latin typeface="Century Gothic"/>
                <a:cs typeface="Century Gothic"/>
              </a:rPr>
              <a:t>n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360">
                <a:latin typeface="Century Gothic"/>
                <a:cs typeface="Century Gothic"/>
              </a:rPr>
              <a:t>e</a:t>
            </a:r>
            <a:r>
              <a:rPr dirty="0" sz="3600" spc="-110">
                <a:latin typeface="Century Gothic"/>
                <a:cs typeface="Century Gothic"/>
              </a:rPr>
              <a:t>l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-150">
                <a:latin typeface="Century Gothic"/>
                <a:cs typeface="Century Gothic"/>
              </a:rPr>
              <a:t> 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640">
                <a:latin typeface="Century Gothic"/>
                <a:cs typeface="Century Gothic"/>
              </a:rPr>
              <a:t>e</a:t>
            </a:r>
            <a:r>
              <a:rPr dirty="0" sz="3600" spc="-630">
                <a:latin typeface="Century Gothic"/>
                <a:cs typeface="Century Gothic"/>
              </a:rPr>
              <a:t>c</a:t>
            </a:r>
            <a:r>
              <a:rPr dirty="0" sz="3600" spc="90">
                <a:latin typeface="Century Gothic"/>
                <a:cs typeface="Century Gothic"/>
              </a:rPr>
              <a:t>í</a:t>
            </a:r>
            <a:r>
              <a:rPr dirty="0" sz="3600" spc="-204">
                <a:latin typeface="Century Gothic"/>
                <a:cs typeface="Century Gothic"/>
              </a:rPr>
              <a:t>f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45">
                <a:latin typeface="Century Gothic"/>
                <a:cs typeface="Century Gothic"/>
              </a:rPr>
              <a:t>c</a:t>
            </a:r>
            <a:r>
              <a:rPr dirty="0" sz="3600" spc="-545">
                <a:latin typeface="Century Gothic"/>
                <a:cs typeface="Century Gothic"/>
              </a:rPr>
              <a:t>o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.</a:t>
            </a:r>
            <a:endParaRPr sz="3600">
              <a:latin typeface="Century Gothic"/>
              <a:cs typeface="Century Gothic"/>
            </a:endParaRPr>
          </a:p>
          <a:p>
            <a:pPr lvl="1" marL="676910" marR="5080" indent="-215900">
              <a:lnSpc>
                <a:spcPts val="4300"/>
              </a:lnSpc>
              <a:buSzPct val="44444"/>
              <a:buFont typeface="MS Gothic"/>
              <a:buChar char="●"/>
              <a:tabLst>
                <a:tab pos="676910" algn="l"/>
              </a:tabLst>
            </a:pPr>
            <a:r>
              <a:rPr dirty="0" sz="3600" spc="-5">
                <a:latin typeface="Century Gothic"/>
                <a:cs typeface="Century Gothic"/>
              </a:rPr>
              <a:t>S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e</a:t>
            </a:r>
            <a:r>
              <a:rPr dirty="0" sz="3600" spc="-395">
                <a:latin typeface="Century Gothic"/>
                <a:cs typeface="Century Gothic"/>
              </a:rPr>
              <a:t>x</a:t>
            </a:r>
            <a:r>
              <a:rPr dirty="0" sz="3600" spc="-445">
                <a:latin typeface="Century Gothic"/>
                <a:cs typeface="Century Gothic"/>
              </a:rPr>
              <a:t>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155">
                <a:latin typeface="Century Gothic"/>
                <a:cs typeface="Century Gothic"/>
              </a:rPr>
              <a:t>rt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80">
                <a:latin typeface="Century Gothic"/>
                <a:cs typeface="Century Gothic"/>
              </a:rPr>
              <a:t>mo</a:t>
            </a:r>
            <a:r>
              <a:rPr dirty="0" sz="3600" spc="-185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70">
                <a:latin typeface="Century Gothic"/>
                <a:cs typeface="Century Gothic"/>
              </a:rPr>
              <a:t>d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-20">
                <a:latin typeface="Century Gothic"/>
                <a:cs typeface="Century Gothic"/>
              </a:rPr>
              <a:t>s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445">
                <a:latin typeface="Century Gothic"/>
                <a:cs typeface="Century Gothic"/>
              </a:rPr>
              <a:t>ma</a:t>
            </a:r>
            <a:r>
              <a:rPr dirty="0" sz="3600" spc="-120">
                <a:latin typeface="Century Gothic"/>
                <a:cs typeface="Century Gothic"/>
              </a:rPr>
              <a:t>l</a:t>
            </a:r>
            <a:r>
              <a:rPr dirty="0" sz="3600" spc="100">
                <a:latin typeface="Century Gothic"/>
                <a:cs typeface="Century Gothic"/>
              </a:rPr>
              <a:t>li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35">
                <a:latin typeface="Century Gothic"/>
                <a:cs typeface="Century Gothic"/>
              </a:rPr>
              <a:t>,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520">
                <a:latin typeface="Century Gothic"/>
                <a:cs typeface="Century Gothic"/>
              </a:rPr>
              <a:t>e</a:t>
            </a:r>
            <a:r>
              <a:rPr dirty="0" sz="3600" spc="-545">
                <a:latin typeface="Century Gothic"/>
                <a:cs typeface="Century Gothic"/>
              </a:rPr>
              <a:t>g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-150">
                <a:latin typeface="Century Gothic"/>
                <a:cs typeface="Century Gothic"/>
              </a:rPr>
              <a:t> </a:t>
            </a:r>
            <a:r>
              <a:rPr dirty="0" sz="3600" spc="-445">
                <a:latin typeface="Century Gothic"/>
                <a:cs typeface="Century Gothic"/>
              </a:rPr>
              <a:t>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570">
                <a:latin typeface="Century Gothic"/>
                <a:cs typeface="Century Gothic"/>
              </a:rPr>
              <a:t>d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-540">
                <a:latin typeface="Century Gothic"/>
                <a:cs typeface="Century Gothic"/>
              </a:rPr>
              <a:t>m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30">
                <a:latin typeface="Century Gothic"/>
                <a:cs typeface="Century Gothic"/>
              </a:rPr>
              <a:t>mp</a:t>
            </a:r>
            <a:r>
              <a:rPr dirty="0" sz="3600" spc="-434">
                <a:latin typeface="Century Gothic"/>
                <a:cs typeface="Century Gothic"/>
              </a:rPr>
              <a:t>o</a:t>
            </a:r>
            <a:r>
              <a:rPr dirty="0" sz="3600" spc="-155">
                <a:latin typeface="Century Gothic"/>
                <a:cs typeface="Century Gothic"/>
              </a:rPr>
              <a:t>rt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e</a:t>
            </a:r>
            <a:r>
              <a:rPr dirty="0" sz="3600" spc="-440">
                <a:latin typeface="Century Gothic"/>
                <a:cs typeface="Century Gothic"/>
              </a:rPr>
              <a:t>n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330">
                <a:latin typeface="Century Gothic"/>
                <a:cs typeface="Century Gothic"/>
              </a:rPr>
              <a:t>n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55">
                <a:latin typeface="Century Gothic"/>
                <a:cs typeface="Century Gothic"/>
              </a:rPr>
              <a:t>eg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35">
                <a:latin typeface="Century Gothic"/>
                <a:cs typeface="Century Gothic"/>
              </a:rPr>
              <a:t>r.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1559" y="2569024"/>
            <a:ext cx="2893060" cy="584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400" spc="105" b="1">
                <a:latin typeface="Tahoma"/>
                <a:cs typeface="Tahoma"/>
              </a:rPr>
              <a:t>p</a:t>
            </a:r>
            <a:r>
              <a:rPr dirty="0" sz="4400" spc="-200" b="1">
                <a:latin typeface="Tahoma"/>
                <a:cs typeface="Tahoma"/>
              </a:rPr>
              <a:t>g_</a:t>
            </a:r>
            <a:r>
              <a:rPr dirty="0" sz="4400" spc="-90" b="1">
                <a:latin typeface="Tahoma"/>
                <a:cs typeface="Tahoma"/>
              </a:rPr>
              <a:t>l</a:t>
            </a:r>
            <a:r>
              <a:rPr dirty="0" sz="4400" b="1">
                <a:latin typeface="Tahoma"/>
                <a:cs typeface="Tahoma"/>
              </a:rPr>
              <a:t>o</a:t>
            </a:r>
            <a:r>
              <a:rPr dirty="0" sz="4400" spc="180" b="1">
                <a:latin typeface="Tahoma"/>
                <a:cs typeface="Tahoma"/>
              </a:rPr>
              <a:t>ad</a:t>
            </a:r>
            <a:r>
              <a:rPr dirty="0" sz="4400" spc="40" b="1">
                <a:latin typeface="Tahoma"/>
                <a:cs typeface="Tahoma"/>
              </a:rPr>
              <a:t>er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69060">
              <a:lnSpc>
                <a:spcPts val="3829"/>
              </a:lnSpc>
            </a:pPr>
            <a:r>
              <a:rPr dirty="0" spc="75"/>
              <a:t>p</a:t>
            </a:r>
            <a:r>
              <a:rPr dirty="0" spc="85"/>
              <a:t>g</a:t>
            </a:r>
            <a:r>
              <a:rPr dirty="0" spc="15"/>
              <a:t>l</a:t>
            </a:r>
            <a:r>
              <a:rPr dirty="0" spc="-5"/>
              <a:t>o</a:t>
            </a:r>
            <a:r>
              <a:rPr dirty="0" spc="195"/>
              <a:t>a</a:t>
            </a:r>
            <a:r>
              <a:rPr dirty="0" spc="75"/>
              <a:t>d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55118"/>
            <a:ext cx="9303385" cy="5392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marR="996315" indent="-215900">
              <a:lnSpc>
                <a:spcPts val="3579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20">
                <a:latin typeface="Century Gothic"/>
                <a:cs typeface="Century Gothic"/>
              </a:rPr>
              <a:t>P</a:t>
            </a:r>
            <a:r>
              <a:rPr dirty="0" sz="3000" spc="-370">
                <a:latin typeface="Century Gothic"/>
                <a:cs typeface="Century Gothic"/>
              </a:rPr>
              <a:t>g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00">
                <a:latin typeface="Century Gothic"/>
                <a:cs typeface="Century Gothic"/>
              </a:rPr>
              <a:t>(</a:t>
            </a:r>
            <a:r>
              <a:rPr dirty="0" sz="3000" spc="-28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ht</a:t>
            </a:r>
            <a:r>
              <a:rPr dirty="0" sz="3000" spc="-27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t</a:t>
            </a:r>
            <a:r>
              <a:rPr dirty="0" sz="3000" spc="-434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p</a:t>
            </a:r>
            <a:r>
              <a:rPr dirty="0" sz="3000" spc="-3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3000" spc="-1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:</a:t>
            </a:r>
            <a:r>
              <a:rPr dirty="0" sz="3000" spc="-1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/</a:t>
            </a:r>
            <a:r>
              <a:rPr dirty="0" sz="3000" spc="-27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/p</a:t>
            </a:r>
            <a:r>
              <a:rPr dirty="0" sz="3000" spc="-409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g</a:t>
            </a:r>
            <a:r>
              <a:rPr dirty="0" sz="3000" spc="7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l</a:t>
            </a:r>
            <a:r>
              <a:rPr dirty="0" sz="3000" spc="-29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3000" spc="-44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a</a:t>
            </a:r>
            <a:r>
              <a:rPr dirty="0" sz="3000" spc="-459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d</a:t>
            </a:r>
            <a:r>
              <a:rPr dirty="0" sz="3000" spc="-30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e</a:t>
            </a:r>
            <a:r>
              <a:rPr dirty="0" sz="3000" spc="-14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r</a:t>
            </a:r>
            <a:r>
              <a:rPr dirty="0" sz="3000" spc="2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.</a:t>
            </a:r>
            <a:r>
              <a:rPr dirty="0" sz="3000" spc="-11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io</a:t>
            </a:r>
            <a:r>
              <a:rPr dirty="0" sz="3000" spc="-8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/</a:t>
            </a:r>
            <a:r>
              <a:rPr dirty="0" sz="3000" spc="-300">
                <a:latin typeface="Century Gothic"/>
                <a:cs typeface="Century Gothic"/>
              </a:rPr>
              <a:t>)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un</a:t>
            </a:r>
            <a:r>
              <a:rPr dirty="0" sz="3000" spc="-350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40">
                <a:latin typeface="Century Gothic"/>
                <a:cs typeface="Century Gothic"/>
              </a:rPr>
              <a:t>her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405">
                <a:latin typeface="Century Gothic"/>
                <a:cs typeface="Century Gothic"/>
              </a:rPr>
              <a:t>en</a:t>
            </a:r>
            <a:r>
              <a:rPr dirty="0" sz="3000" spc="-22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ó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45">
                <a:latin typeface="Century Gothic"/>
                <a:cs typeface="Century Gothic"/>
              </a:rPr>
              <a:t>mp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370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00">
                <a:latin typeface="Century Gothic"/>
                <a:cs typeface="Century Gothic"/>
              </a:rPr>
              <a:t>Po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e</a:t>
            </a:r>
            <a:r>
              <a:rPr dirty="0" sz="3000" spc="-210">
                <a:latin typeface="Century Gothic"/>
                <a:cs typeface="Century Gothic"/>
              </a:rPr>
              <a:t>S</a:t>
            </a:r>
            <a:r>
              <a:rPr dirty="0" sz="3000">
                <a:latin typeface="Century Gothic"/>
                <a:cs typeface="Century Gothic"/>
              </a:rPr>
              <a:t>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buFont typeface="MS Gothic"/>
              <a:buChar char="●"/>
            </a:pPr>
            <a:endParaRPr sz="2950">
              <a:latin typeface="Times New Roman"/>
              <a:cs typeface="Times New Roman"/>
            </a:endParaRPr>
          </a:p>
          <a:p>
            <a:pPr marL="228600" indent="-215900">
              <a:lnSpc>
                <a:spcPts val="3585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32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5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d</a:t>
            </a:r>
            <a:r>
              <a:rPr dirty="0" sz="3000" spc="-190">
                <a:latin typeface="Century Gothic"/>
                <a:cs typeface="Century Gothic"/>
              </a:rPr>
              <a:t>e: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ts val="3575"/>
              </a:lnSpc>
            </a:pPr>
            <a:r>
              <a:rPr dirty="0" baseline="30864" sz="2025" spc="120">
                <a:latin typeface="MS Gothic"/>
                <a:cs typeface="MS Gothic"/>
              </a:rPr>
              <a:t>➔</a:t>
            </a:r>
            <a:r>
              <a:rPr dirty="0" baseline="30864" sz="2025" spc="-630">
                <a:latin typeface="MS Gothic"/>
                <a:cs typeface="MS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465">
                <a:latin typeface="Century Gothic"/>
                <a:cs typeface="Century Gothic"/>
              </a:rPr>
              <a:t>V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10">
                <a:latin typeface="Century Gothic"/>
                <a:cs typeface="Century Gothic"/>
              </a:rPr>
              <a:t>(</a:t>
            </a:r>
            <a:r>
              <a:rPr dirty="0" sz="3000" spc="-250">
                <a:latin typeface="Century Gothic"/>
                <a:cs typeface="Century Gothic"/>
              </a:rPr>
              <a:t>múl</a:t>
            </a:r>
            <a:r>
              <a:rPr dirty="0" sz="3000" spc="-155">
                <a:latin typeface="Century Gothic"/>
                <a:cs typeface="Century Gothic"/>
              </a:rPr>
              <a:t>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95">
                <a:latin typeface="Century Gothic"/>
                <a:cs typeface="Century Gothic"/>
              </a:rPr>
              <a:t>l</a:t>
            </a:r>
            <a:r>
              <a:rPr dirty="0" sz="3000" spc="-310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0">
                <a:latin typeface="Century Gothic"/>
                <a:cs typeface="Century Gothic"/>
              </a:rPr>
              <a:t>s</a:t>
            </a:r>
            <a:r>
              <a:rPr dirty="0" sz="3000" spc="-300">
                <a:latin typeface="Century Gothic"/>
                <a:cs typeface="Century Gothic"/>
              </a:rPr>
              <a:t>)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ts val="3590"/>
              </a:lnSpc>
            </a:pPr>
            <a:r>
              <a:rPr dirty="0" baseline="32921" sz="2025" spc="120">
                <a:latin typeface="MS Gothic"/>
                <a:cs typeface="MS Gothic"/>
              </a:rPr>
              <a:t>➔</a:t>
            </a:r>
            <a:r>
              <a:rPr dirty="0" baseline="32921" sz="2025" spc="-630">
                <a:latin typeface="MS Gothic"/>
                <a:cs typeface="MS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e</a:t>
            </a:r>
            <a:r>
              <a:rPr dirty="0" sz="3000" spc="-315">
                <a:latin typeface="Century Gothic"/>
                <a:cs typeface="Century Gothic"/>
              </a:rPr>
              <a:t>x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55">
                <a:latin typeface="Century Gothic"/>
                <a:cs typeface="Century Gothic"/>
              </a:rPr>
              <a:t>ng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335">
                <a:latin typeface="Century Gothic"/>
                <a:cs typeface="Century Gothic"/>
              </a:rPr>
              <a:t>u</a:t>
            </a:r>
            <a:r>
              <a:rPr dirty="0" sz="3000" spc="-370">
                <a:latin typeface="Century Gothic"/>
                <a:cs typeface="Century Gothic"/>
              </a:rPr>
              <a:t>d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180">
                <a:latin typeface="Century Gothic"/>
                <a:cs typeface="Century Gothic"/>
              </a:rPr>
              <a:t>ja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4"/>
              </a:spcBef>
            </a:pPr>
            <a:endParaRPr sz="3200">
              <a:latin typeface="Times New Roman"/>
              <a:cs typeface="Times New Roman"/>
            </a:endParaRPr>
          </a:p>
          <a:p>
            <a:pPr marL="228600" marR="5080" indent="-215900">
              <a:lnSpc>
                <a:spcPts val="3570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125">
                <a:latin typeface="Century Gothic"/>
                <a:cs typeface="Century Gothic"/>
              </a:rPr>
              <a:t>Ta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395">
                <a:latin typeface="Century Gothic"/>
                <a:cs typeface="Century Gothic"/>
              </a:rPr>
              <a:t>é</a:t>
            </a:r>
            <a:r>
              <a:rPr dirty="0" sz="3000" spc="-370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50">
                <a:latin typeface="Century Gothic"/>
                <a:cs typeface="Century Gothic"/>
              </a:rPr>
              <a:t>r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515">
                <a:latin typeface="Century Gothic"/>
                <a:cs typeface="Century Gothic"/>
              </a:rPr>
              <a:t>m</a:t>
            </a:r>
            <a:r>
              <a:rPr dirty="0" sz="3000" spc="-385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5">
                <a:latin typeface="Century Gothic"/>
                <a:cs typeface="Century Gothic"/>
              </a:rPr>
              <a:t>b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15">
                <a:latin typeface="Century Gothic"/>
                <a:cs typeface="Century Gothic"/>
              </a:rPr>
              <a:t>nclus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80">
                <a:latin typeface="Century Gothic"/>
                <a:cs typeface="Century Gothic"/>
              </a:rPr>
              <a:t>id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385">
                <a:latin typeface="Century Gothic"/>
                <a:cs typeface="Century Gothic"/>
              </a:rPr>
              <a:t>n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60">
                <a:latin typeface="Century Gothic"/>
                <a:cs typeface="Century Gothic"/>
              </a:rPr>
              <a:t>ic</a:t>
            </a:r>
            <a:r>
              <a:rPr dirty="0" sz="3000" spc="-420">
                <a:latin typeface="Century Gothic"/>
                <a:cs typeface="Century Gothic"/>
              </a:rPr>
              <a:t>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-470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4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40">
                <a:latin typeface="Century Gothic"/>
                <a:cs typeface="Century Gothic"/>
              </a:rPr>
              <a:t>á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315">
                <a:latin typeface="Century Gothic"/>
                <a:cs typeface="Century Gothic"/>
              </a:rPr>
              <a:t>ica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05">
                <a:latin typeface="Century Gothic"/>
                <a:cs typeface="Century Gothic"/>
              </a:rPr>
              <a:t>en</a:t>
            </a:r>
            <a:r>
              <a:rPr dirty="0" sz="3000" spc="-22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09">
                <a:latin typeface="Century Gothic"/>
                <a:cs typeface="Century Gothic"/>
              </a:rPr>
              <a:t>che</a:t>
            </a:r>
            <a:r>
              <a:rPr dirty="0" sz="3000" spc="-605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285">
                <a:latin typeface="Century Gothic"/>
                <a:cs typeface="Century Gothic"/>
              </a:rPr>
              <a:t>o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165">
                <a:latin typeface="Century Gothic"/>
                <a:cs typeface="Century Gothic"/>
              </a:rPr>
              <a:t>ig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100">
                <a:latin typeface="Century Gothic"/>
                <a:cs typeface="Century Gothic"/>
              </a:rPr>
              <a:t>n: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ts val="3454"/>
              </a:lnSpc>
            </a:pPr>
            <a:r>
              <a:rPr dirty="0" baseline="32921" sz="2025" spc="120">
                <a:latin typeface="MS Gothic"/>
                <a:cs typeface="MS Gothic"/>
              </a:rPr>
              <a:t>➔</a:t>
            </a:r>
            <a:r>
              <a:rPr dirty="0" baseline="32921" sz="2025" spc="-630">
                <a:latin typeface="MS Gothic"/>
                <a:cs typeface="MS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-215">
                <a:latin typeface="Century Gothic"/>
                <a:cs typeface="Century Gothic"/>
              </a:rPr>
              <a:t>y</a:t>
            </a:r>
            <a:r>
              <a:rPr dirty="0" sz="3000" spc="-195">
                <a:latin typeface="Century Gothic"/>
                <a:cs typeface="Century Gothic"/>
              </a:rPr>
              <a:t>S</a:t>
            </a:r>
            <a:r>
              <a:rPr dirty="0" sz="3000">
                <a:latin typeface="Century Gothic"/>
                <a:cs typeface="Century Gothic"/>
              </a:rPr>
              <a:t>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ts val="3579"/>
              </a:lnSpc>
            </a:pPr>
            <a:r>
              <a:rPr dirty="0" baseline="32921" sz="2025" spc="120">
                <a:latin typeface="MS Gothic"/>
                <a:cs typeface="MS Gothic"/>
              </a:rPr>
              <a:t>➔</a:t>
            </a:r>
            <a:r>
              <a:rPr dirty="0" baseline="32921" sz="2025" spc="-630">
                <a:latin typeface="MS Gothic"/>
                <a:cs typeface="MS Gothic"/>
              </a:rPr>
              <a:t> </a:t>
            </a:r>
            <a:r>
              <a:rPr dirty="0" sz="3000">
                <a:latin typeface="Century Gothic"/>
                <a:cs typeface="Century Gothic"/>
              </a:rPr>
              <a:t>SQ</a:t>
            </a:r>
            <a:r>
              <a:rPr dirty="0" sz="3000" spc="-165">
                <a:latin typeface="Century Gothic"/>
                <a:cs typeface="Century Gothic"/>
              </a:rPr>
              <a:t>L</a:t>
            </a:r>
            <a:r>
              <a:rPr dirty="0" sz="3000" spc="-105">
                <a:latin typeface="Century Gothic"/>
                <a:cs typeface="Century Gothic"/>
              </a:rPr>
              <a:t>it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endParaRPr sz="3000">
              <a:latin typeface="Century Gothic"/>
              <a:cs typeface="Century Gothic"/>
            </a:endParaRPr>
          </a:p>
          <a:p>
            <a:pPr marL="228600">
              <a:lnSpc>
                <a:spcPts val="3590"/>
              </a:lnSpc>
            </a:pPr>
            <a:r>
              <a:rPr dirty="0" baseline="32921" sz="2025" spc="120">
                <a:latin typeface="MS Gothic"/>
                <a:cs typeface="MS Gothic"/>
              </a:rPr>
              <a:t>➔</a:t>
            </a:r>
            <a:r>
              <a:rPr dirty="0" baseline="32921" sz="2025" spc="-630">
                <a:latin typeface="MS Gothic"/>
                <a:cs typeface="MS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254">
                <a:latin typeface="Century Gothic"/>
                <a:cs typeface="Century Gothic"/>
              </a:rPr>
              <a:t>Ba</a:t>
            </a:r>
            <a:r>
              <a:rPr dirty="0" sz="3000" spc="-40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383030">
              <a:lnSpc>
                <a:spcPts val="3829"/>
              </a:lnSpc>
            </a:pPr>
            <a:r>
              <a:rPr dirty="0" spc="75"/>
              <a:t>p</a:t>
            </a:r>
            <a:r>
              <a:rPr dirty="0" spc="85"/>
              <a:t>g</a:t>
            </a:r>
            <a:r>
              <a:rPr dirty="0" spc="15"/>
              <a:t>l</a:t>
            </a:r>
            <a:r>
              <a:rPr dirty="0" spc="-5"/>
              <a:t>o</a:t>
            </a:r>
            <a:r>
              <a:rPr dirty="0" spc="195"/>
              <a:t>a</a:t>
            </a:r>
            <a:r>
              <a:rPr dirty="0" spc="75"/>
              <a:t>d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7219" y="1283998"/>
            <a:ext cx="8903970" cy="1290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marR="5080" indent="-215900">
              <a:lnSpc>
                <a:spcPts val="3579"/>
              </a:lnSpc>
              <a:buSzPct val="45000"/>
              <a:buFont typeface="MS Gothic"/>
              <a:buChar char="●"/>
              <a:tabLst>
                <a:tab pos="228600" algn="l"/>
              </a:tabLst>
            </a:pPr>
            <a:r>
              <a:rPr dirty="0" sz="3000" spc="-320">
                <a:latin typeface="Century Gothic"/>
                <a:cs typeface="Century Gothic"/>
              </a:rPr>
              <a:t>P</a:t>
            </a:r>
            <a:r>
              <a:rPr dirty="0" sz="3000" spc="-370">
                <a:latin typeface="Century Gothic"/>
                <a:cs typeface="Century Gothic"/>
              </a:rPr>
              <a:t>g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105">
                <a:latin typeface="Century Gothic"/>
                <a:cs typeface="Century Gothic"/>
              </a:rPr>
              <a:t>it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95">
                <a:latin typeface="Century Gothic"/>
                <a:cs typeface="Century Gothic"/>
              </a:rPr>
              <a:t>e</a:t>
            </a:r>
            <a:r>
              <a:rPr dirty="0" sz="3000" spc="-575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á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90">
                <a:latin typeface="Century Gothic"/>
                <a:cs typeface="Century Gothic"/>
              </a:rPr>
              <a:t>za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190">
                <a:latin typeface="Century Gothic"/>
                <a:cs typeface="Century Gothic"/>
              </a:rPr>
              <a:t>n</a:t>
            </a:r>
            <a:r>
              <a:rPr dirty="0" sz="3000" spc="-130">
                <a:latin typeface="Century Gothic"/>
                <a:cs typeface="Century Gothic"/>
              </a:rPr>
              <a:t>s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45">
                <a:latin typeface="Century Gothic"/>
                <a:cs typeface="Century Gothic"/>
              </a:rPr>
              <a:t>ma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30">
                <a:latin typeface="Century Gothic"/>
                <a:cs typeface="Century Gothic"/>
              </a:rPr>
              <a:t>i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10">
                <a:latin typeface="Century Gothic"/>
                <a:cs typeface="Century Gothic"/>
              </a:rPr>
              <a:t>ne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229">
                <a:latin typeface="Century Gothic"/>
                <a:cs typeface="Century Gothic"/>
              </a:rPr>
              <a:t>“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80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265">
                <a:latin typeface="Century Gothic"/>
                <a:cs typeface="Century Gothic"/>
              </a:rPr>
              <a:t>vuel</a:t>
            </a:r>
            <a:r>
              <a:rPr dirty="0" sz="3000" spc="-335">
                <a:latin typeface="Century Gothic"/>
                <a:cs typeface="Century Gothic"/>
              </a:rPr>
              <a:t>o</a:t>
            </a:r>
            <a:r>
              <a:rPr dirty="0" sz="3000" spc="-180">
                <a:latin typeface="Century Gothic"/>
                <a:cs typeface="Century Gothic"/>
              </a:rPr>
              <a:t>”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55">
                <a:latin typeface="Century Gothic"/>
                <a:cs typeface="Century Gothic"/>
              </a:rPr>
              <a:t>l</a:t>
            </a:r>
            <a:r>
              <a:rPr dirty="0" sz="3000" spc="-160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70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80">
                <a:latin typeface="Century Gothic"/>
                <a:cs typeface="Century Gothic"/>
              </a:rPr>
              <a:t>n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10">
                <a:latin typeface="Century Gothic"/>
                <a:cs typeface="Century Gothic"/>
              </a:rPr>
              <a:t>(</a:t>
            </a:r>
            <a:r>
              <a:rPr dirty="0" sz="3000" spc="-409">
                <a:latin typeface="Century Gothic"/>
                <a:cs typeface="Century Gothic"/>
              </a:rPr>
              <a:t>nece</a:t>
            </a:r>
            <a:r>
              <a:rPr dirty="0" sz="3000" spc="-245">
                <a:latin typeface="Century Gothic"/>
                <a:cs typeface="Century Gothic"/>
              </a:rPr>
              <a:t>s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55">
                <a:latin typeface="Century Gothic"/>
                <a:cs typeface="Century Gothic"/>
              </a:rPr>
              <a:t>i</a:t>
            </a:r>
            <a:r>
              <a:rPr dirty="0" sz="3000" spc="-160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45">
                <a:latin typeface="Century Gothic"/>
                <a:cs typeface="Century Gothic"/>
              </a:rPr>
              <a:t>mp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en</a:t>
            </a:r>
            <a:r>
              <a:rPr dirty="0" sz="3000" spc="-215">
                <a:latin typeface="Century Gothic"/>
                <a:cs typeface="Century Gothic"/>
              </a:rPr>
              <a:t>t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300">
                <a:latin typeface="Century Gothic"/>
                <a:cs typeface="Century Gothic"/>
              </a:rPr>
              <a:t>)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219" y="3164898"/>
            <a:ext cx="16192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85">
                <a:latin typeface="MS Gothic"/>
                <a:cs typeface="MS Gothic"/>
              </a:rPr>
              <a:t>●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119" y="3088668"/>
            <a:ext cx="8029575" cy="1314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109220">
              <a:lnSpc>
                <a:spcPct val="99300"/>
              </a:lnSpc>
            </a:pPr>
            <a:r>
              <a:rPr dirty="0" sz="3000" spc="-445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70">
                <a:latin typeface="Century Gothic"/>
                <a:cs typeface="Century Gothic"/>
              </a:rPr>
              <a:t>d</a:t>
            </a:r>
            <a:r>
              <a:rPr dirty="0" sz="3000" spc="-35">
                <a:latin typeface="Century Gothic"/>
                <a:cs typeface="Century Gothic"/>
              </a:rPr>
              <a:t>i</a:t>
            </a:r>
            <a:r>
              <a:rPr dirty="0" sz="3000" spc="-50">
                <a:latin typeface="Century Gothic"/>
                <a:cs typeface="Century Gothic"/>
              </a:rPr>
              <a:t>f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345">
                <a:latin typeface="Century Gothic"/>
                <a:cs typeface="Century Gothic"/>
              </a:rPr>
              <a:t>nc</a:t>
            </a:r>
            <a:r>
              <a:rPr dirty="0" sz="3000" spc="-120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>
                <a:latin typeface="Century Gothic"/>
                <a:cs typeface="Century Gothic"/>
              </a:rPr>
              <a:t>O</a:t>
            </a:r>
            <a:r>
              <a:rPr dirty="0" sz="3000" spc="-215">
                <a:latin typeface="Century Gothic"/>
                <a:cs typeface="Century Gothic"/>
              </a:rPr>
              <a:t>P</a:t>
            </a:r>
            <a:r>
              <a:rPr dirty="0" sz="3000" spc="-225">
                <a:latin typeface="Century Gothic"/>
                <a:cs typeface="Century Gothic"/>
              </a:rPr>
              <a:t>Y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15">
                <a:latin typeface="Century Gothic"/>
                <a:cs typeface="Century Gothic"/>
              </a:rPr>
              <a:t>m</a:t>
            </a:r>
            <a:r>
              <a:rPr dirty="0" sz="3000" spc="-80">
                <a:latin typeface="Century Gothic"/>
                <a:cs typeface="Century Gothic"/>
              </a:rPr>
              <a:t>i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c</a:t>
            </a:r>
            <a:r>
              <a:rPr dirty="0" sz="3000" spc="-455">
                <a:latin typeface="Century Gothic"/>
                <a:cs typeface="Century Gothic"/>
              </a:rPr>
              <a:t>o</a:t>
            </a:r>
            <a:r>
              <a:rPr dirty="0" sz="3000" spc="-280">
                <a:latin typeface="Century Gothic"/>
                <a:cs typeface="Century Gothic"/>
              </a:rPr>
              <a:t>nt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65">
                <a:latin typeface="Century Gothic"/>
                <a:cs typeface="Century Gothic"/>
              </a:rPr>
              <a:t>n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-175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-450">
                <a:latin typeface="Century Gothic"/>
                <a:cs typeface="Century Gothic"/>
              </a:rPr>
              <a:t>a</a:t>
            </a:r>
            <a:r>
              <a:rPr dirty="0" sz="3000" spc="-235">
                <a:latin typeface="Century Gothic"/>
                <a:cs typeface="Century Gothic"/>
              </a:rPr>
              <a:t>ci</a:t>
            </a:r>
            <a:r>
              <a:rPr dirty="0" sz="3000" spc="-355">
                <a:latin typeface="Century Gothic"/>
                <a:cs typeface="Century Gothic"/>
              </a:rPr>
              <a:t>ó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80">
                <a:latin typeface="Century Gothic"/>
                <a:cs typeface="Century Gothic"/>
              </a:rPr>
              <a:t>i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55">
                <a:latin typeface="Century Gothic"/>
                <a:cs typeface="Century Gothic"/>
              </a:rPr>
              <a:t>ha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75">
                <a:latin typeface="Century Gothic"/>
                <a:cs typeface="Century Gothic"/>
              </a:rPr>
              <a:t>l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-350">
                <a:latin typeface="Century Gothic"/>
                <a:cs typeface="Century Gothic"/>
              </a:rPr>
              <a:t>ene</a:t>
            </a:r>
            <a:r>
              <a:rPr dirty="0" sz="3000" spc="-16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0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15">
                <a:latin typeface="Century Gothic"/>
                <a:cs typeface="Century Gothic"/>
              </a:rPr>
              <a:t>i</a:t>
            </a:r>
            <a:r>
              <a:rPr dirty="0" sz="3000" spc="3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180">
                <a:latin typeface="Century Gothic"/>
                <a:cs typeface="Century Gothic"/>
              </a:rPr>
              <a:t>la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-2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180">
                <a:latin typeface="Century Gothic"/>
                <a:cs typeface="Century Gothic"/>
              </a:rPr>
              <a:t>la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q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n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55">
                <a:latin typeface="Century Gothic"/>
                <a:cs typeface="Century Gothic"/>
              </a:rPr>
              <a:t>ha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0">
                <a:latin typeface="Century Gothic"/>
                <a:cs typeface="Century Gothic"/>
              </a:rPr>
              <a:t>p</a:t>
            </a:r>
            <a:r>
              <a:rPr dirty="0" sz="3000" spc="-300">
                <a:latin typeface="Century Gothic"/>
                <a:cs typeface="Century Gothic"/>
              </a:rPr>
              <a:t>o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32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29">
                <a:latin typeface="Century Gothic"/>
                <a:cs typeface="Century Gothic"/>
              </a:rPr>
              <a:t>e.</a:t>
            </a:r>
            <a:endParaRPr sz="3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19" y="4982268"/>
            <a:ext cx="161925" cy="1968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350" spc="-285">
                <a:latin typeface="MS Gothic"/>
                <a:cs typeface="MS Gothic"/>
              </a:rPr>
              <a:t>●</a:t>
            </a:r>
            <a:endParaRPr sz="1350">
              <a:latin typeface="MS Gothic"/>
              <a:cs typeface="MS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119" y="4906038"/>
            <a:ext cx="8425815" cy="1769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109220">
              <a:lnSpc>
                <a:spcPct val="99400"/>
              </a:lnSpc>
            </a:pPr>
            <a:r>
              <a:rPr dirty="0" sz="3000" spc="-235">
                <a:latin typeface="Century Gothic"/>
                <a:cs typeface="Century Gothic"/>
              </a:rPr>
              <a:t>Per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105">
                <a:latin typeface="Century Gothic"/>
                <a:cs typeface="Century Gothic"/>
              </a:rPr>
              <a:t>it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425">
                <a:latin typeface="Century Gothic"/>
                <a:cs typeface="Century Gothic"/>
              </a:rPr>
              <a:t>pec</a:t>
            </a:r>
            <a:r>
              <a:rPr dirty="0" sz="3000" spc="-140">
                <a:latin typeface="Century Gothic"/>
                <a:cs typeface="Century Gothic"/>
              </a:rPr>
              <a:t>i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125">
                <a:latin typeface="Century Gothic"/>
                <a:cs typeface="Century Gothic"/>
              </a:rPr>
              <a:t>i</a:t>
            </a:r>
            <a:r>
              <a:rPr dirty="0" sz="3000" spc="-400">
                <a:latin typeface="Century Gothic"/>
                <a:cs typeface="Century Gothic"/>
              </a:rPr>
              <a:t>c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25">
                <a:latin typeface="Century Gothic"/>
                <a:cs typeface="Century Gothic"/>
              </a:rPr>
              <a:t>ca</a:t>
            </a:r>
            <a:r>
              <a:rPr dirty="0" sz="3000" spc="-445">
                <a:latin typeface="Century Gothic"/>
                <a:cs typeface="Century Gothic"/>
              </a:rPr>
              <a:t>mp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90">
                <a:latin typeface="Century Gothic"/>
                <a:cs typeface="Century Gothic"/>
              </a:rPr>
              <a:t>n</a:t>
            </a:r>
            <a:r>
              <a:rPr dirty="0" sz="3000" spc="-130">
                <a:latin typeface="Century Gothic"/>
                <a:cs typeface="Century Gothic"/>
              </a:rPr>
              <a:t>s</a:t>
            </a:r>
            <a:r>
              <a:rPr dirty="0" sz="3000" spc="-180">
                <a:latin typeface="Century Gothic"/>
                <a:cs typeface="Century Gothic"/>
              </a:rPr>
              <a:t>id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0">
                <a:latin typeface="Century Gothic"/>
                <a:cs typeface="Century Gothic"/>
              </a:rPr>
              <a:t>r,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525">
                <a:latin typeface="Century Gothic"/>
                <a:cs typeface="Century Gothic"/>
              </a:rPr>
              <a:t>ca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á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380">
                <a:latin typeface="Century Gothic"/>
                <a:cs typeface="Century Gothic"/>
              </a:rPr>
              <a:t>et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300">
                <a:latin typeface="Century Gothic"/>
                <a:cs typeface="Century Gothic"/>
              </a:rPr>
              <a:t>Po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e</a:t>
            </a:r>
            <a:r>
              <a:rPr dirty="0" sz="3000" spc="-210">
                <a:latin typeface="Century Gothic"/>
                <a:cs typeface="Century Gothic"/>
              </a:rPr>
              <a:t>S</a:t>
            </a:r>
            <a:r>
              <a:rPr dirty="0" sz="3000" spc="-10">
                <a:latin typeface="Century Gothic"/>
                <a:cs typeface="Century Gothic"/>
              </a:rPr>
              <a:t>Q</a:t>
            </a:r>
            <a:r>
              <a:rPr dirty="0" sz="3000" spc="-155">
                <a:latin typeface="Century Gothic"/>
                <a:cs typeface="Century Gothic"/>
              </a:rPr>
              <a:t>L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55">
                <a:latin typeface="Century Gothic"/>
                <a:cs typeface="Century Gothic"/>
              </a:rPr>
              <a:t>d</a:t>
            </a:r>
            <a:r>
              <a:rPr dirty="0" sz="3000" spc="-155">
                <a:latin typeface="Century Gothic"/>
                <a:cs typeface="Century Gothic"/>
              </a:rPr>
              <a:t>u</a:t>
            </a:r>
            <a:r>
              <a:rPr dirty="0" sz="3000" spc="-75">
                <a:latin typeface="Century Gothic"/>
                <a:cs typeface="Century Gothic"/>
              </a:rPr>
              <a:t>r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80">
                <a:latin typeface="Century Gothic"/>
                <a:cs typeface="Century Gothic"/>
              </a:rPr>
              <a:t>nt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75">
                <a:latin typeface="Century Gothic"/>
                <a:cs typeface="Century Gothic"/>
              </a:rPr>
              <a:t>i</a:t>
            </a:r>
            <a:r>
              <a:rPr dirty="0" sz="3000" spc="-320">
                <a:latin typeface="Century Gothic"/>
                <a:cs typeface="Century Gothic"/>
              </a:rPr>
              <a:t>m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30">
                <a:latin typeface="Century Gothic"/>
                <a:cs typeface="Century Gothic"/>
              </a:rPr>
              <a:t>i</a:t>
            </a:r>
            <a:r>
              <a:rPr dirty="0" sz="3000" spc="-295">
                <a:latin typeface="Century Gothic"/>
                <a:cs typeface="Century Gothic"/>
              </a:rPr>
              <a:t>ó</a:t>
            </a:r>
            <a:r>
              <a:rPr dirty="0" sz="3000" spc="-125">
                <a:latin typeface="Century Gothic"/>
                <a:cs typeface="Century Gothic"/>
              </a:rPr>
              <a:t>n,</a:t>
            </a:r>
            <a:r>
              <a:rPr dirty="0" sz="3000" spc="-80">
                <a:latin typeface="Century Gothic"/>
                <a:cs typeface="Century Gothic"/>
              </a:rPr>
              <a:t> 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05">
                <a:latin typeface="Century Gothic"/>
                <a:cs typeface="Century Gothic"/>
              </a:rPr>
              <a:t>j</a:t>
            </a:r>
            <a:r>
              <a:rPr dirty="0" sz="3000" spc="-445">
                <a:latin typeface="Century Gothic"/>
                <a:cs typeface="Century Gothic"/>
              </a:rPr>
              <a:t>ecu</a:t>
            </a:r>
            <a:r>
              <a:rPr dirty="0" sz="3000" spc="-24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355">
                <a:latin typeface="Century Gothic"/>
                <a:cs typeface="Century Gothic"/>
              </a:rPr>
              <a:t>n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390">
                <a:latin typeface="Century Gothic"/>
                <a:cs typeface="Century Gothic"/>
              </a:rPr>
              <a:t>enc</a:t>
            </a:r>
            <a:r>
              <a:rPr dirty="0" sz="3000" spc="-135">
                <a:latin typeface="Century Gothic"/>
                <a:cs typeface="Century Gothic"/>
              </a:rPr>
              <a:t>i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290">
                <a:latin typeface="Century Gothic"/>
                <a:cs typeface="Century Gothic"/>
              </a:rPr>
              <a:t>/de</a:t>
            </a:r>
            <a:r>
              <a:rPr dirty="0" sz="3000" spc="-204">
                <a:latin typeface="Century Gothic"/>
                <a:cs typeface="Century Gothic"/>
              </a:rPr>
              <a:t>s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320">
                <a:latin typeface="Century Gothic"/>
                <a:cs typeface="Century Gothic"/>
              </a:rPr>
              <a:t>é</a:t>
            </a:r>
            <a:r>
              <a:rPr dirty="0" sz="3000" spc="-190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405">
                <a:latin typeface="Century Gothic"/>
                <a:cs typeface="Century Gothic"/>
              </a:rPr>
              <a:t>y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595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u</a:t>
            </a:r>
            <a:r>
              <a:rPr dirty="0" sz="3000" spc="-195">
                <a:latin typeface="Century Gothic"/>
                <a:cs typeface="Century Gothic"/>
              </a:rPr>
              <a:t>t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40">
                <a:latin typeface="Century Gothic"/>
                <a:cs typeface="Century Gothic"/>
              </a:rPr>
              <a:t>á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315">
                <a:latin typeface="Century Gothic"/>
                <a:cs typeface="Century Gothic"/>
              </a:rPr>
              <a:t>ica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05">
                <a:latin typeface="Century Gothic"/>
                <a:cs typeface="Century Gothic"/>
              </a:rPr>
              <a:t>en</a:t>
            </a:r>
            <a:r>
              <a:rPr dirty="0" sz="3000" spc="-225">
                <a:latin typeface="Century Gothic"/>
                <a:cs typeface="Century Gothic"/>
              </a:rPr>
              <a:t>t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180">
                <a:latin typeface="Century Gothic"/>
                <a:cs typeface="Century Gothic"/>
              </a:rPr>
              <a:t>la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34">
                <a:latin typeface="Century Gothic"/>
                <a:cs typeface="Century Gothic"/>
              </a:rPr>
              <a:t>ab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25">
                <a:latin typeface="Century Gothic"/>
                <a:cs typeface="Century Gothic"/>
              </a:rPr>
              <a:t>s</a:t>
            </a:r>
            <a:r>
              <a:rPr dirty="0" sz="3000" spc="2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n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0">
                <a:latin typeface="Century Gothic"/>
                <a:cs typeface="Century Gothic"/>
              </a:rPr>
              <a:t>,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395">
                <a:latin typeface="Century Gothic"/>
                <a:cs typeface="Century Gothic"/>
              </a:rPr>
              <a:t>c</a:t>
            </a:r>
            <a:r>
              <a:rPr dirty="0" sz="3000" spc="-170">
                <a:latin typeface="Century Gothic"/>
                <a:cs typeface="Century Gothic"/>
              </a:rPr>
              <a:t>.</a:t>
            </a:r>
            <a:r>
              <a:rPr dirty="0" sz="3000" spc="50">
                <a:latin typeface="Century Gothic"/>
                <a:cs typeface="Century Gothic"/>
              </a:rPr>
              <a:t> </a:t>
            </a:r>
            <a:r>
              <a:rPr dirty="0" sz="3000" spc="-70">
                <a:latin typeface="Century Gothic"/>
                <a:cs typeface="Century Gothic"/>
              </a:rPr>
              <a:t>E</a:t>
            </a:r>
            <a:r>
              <a:rPr dirty="0" sz="3000" spc="-50">
                <a:latin typeface="Century Gothic"/>
                <a:cs typeface="Century Gothic"/>
              </a:rPr>
              <a:t>s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360">
                <a:latin typeface="Century Gothic"/>
                <a:cs typeface="Century Gothic"/>
              </a:rPr>
              <a:t>u</a:t>
            </a:r>
            <a:r>
              <a:rPr dirty="0" sz="3000" spc="-310">
                <a:latin typeface="Century Gothic"/>
                <a:cs typeface="Century Gothic"/>
              </a:rPr>
              <a:t>y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434">
                <a:latin typeface="Century Gothic"/>
                <a:cs typeface="Century Gothic"/>
              </a:rPr>
              <a:t>e</a:t>
            </a:r>
            <a:r>
              <a:rPr dirty="0" sz="3000" spc="-315">
                <a:latin typeface="Century Gothic"/>
                <a:cs typeface="Century Gothic"/>
              </a:rPr>
              <a:t>x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-200">
                <a:latin typeface="Century Gothic"/>
                <a:cs typeface="Century Gothic"/>
              </a:rPr>
              <a:t>le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9250">
              <a:lnSpc>
                <a:spcPts val="3829"/>
              </a:lnSpc>
            </a:pPr>
            <a:r>
              <a:rPr dirty="0" spc="-95"/>
              <a:t>P</a:t>
            </a:r>
            <a:r>
              <a:rPr dirty="0" spc="85"/>
              <a:t>g</a:t>
            </a:r>
            <a:r>
              <a:rPr dirty="0" spc="15"/>
              <a:t>l</a:t>
            </a:r>
            <a:r>
              <a:rPr dirty="0" spc="-5"/>
              <a:t>o</a:t>
            </a:r>
            <a:r>
              <a:rPr dirty="0" spc="195"/>
              <a:t>a</a:t>
            </a:r>
            <a:r>
              <a:rPr dirty="0" spc="75"/>
              <a:t>d</a:t>
            </a:r>
            <a:r>
              <a:rPr dirty="0" spc="25"/>
              <a:t>e</a:t>
            </a:r>
            <a:r>
              <a:rPr dirty="0" spc="25"/>
              <a:t>r</a:t>
            </a:r>
            <a:r>
              <a:rPr dirty="0" spc="65"/>
              <a:t> </a:t>
            </a:r>
            <a:r>
              <a:rPr dirty="0" spc="65"/>
              <a:t>-</a:t>
            </a:r>
            <a:r>
              <a:rPr dirty="0" spc="70"/>
              <a:t> </a:t>
            </a:r>
            <a:r>
              <a:rPr dirty="0" spc="-100"/>
              <a:t>Ej</a:t>
            </a:r>
            <a:r>
              <a:rPr dirty="0" spc="-110"/>
              <a:t>e</a:t>
            </a:r>
            <a:r>
              <a:rPr dirty="0" spc="-40"/>
              <a:t>m</a:t>
            </a:r>
            <a:r>
              <a:rPr dirty="0" spc="75"/>
              <a:t>p</a:t>
            </a:r>
            <a:r>
              <a:rPr dirty="0" spc="10"/>
              <a:t>lo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810" y="1304401"/>
            <a:ext cx="7679055" cy="16395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buSzPct val="44642"/>
              <a:buFont typeface="MS Gothic"/>
              <a:buChar char="●"/>
              <a:tabLst>
                <a:tab pos="228600" algn="l"/>
              </a:tabLst>
            </a:pPr>
            <a:r>
              <a:rPr dirty="0" sz="2800" spc="-265">
                <a:latin typeface="Century Gothic"/>
                <a:cs typeface="Century Gothic"/>
              </a:rPr>
              <a:t>P</a:t>
            </a:r>
            <a:r>
              <a:rPr dirty="0" sz="2800" spc="-445">
                <a:latin typeface="Century Gothic"/>
                <a:cs typeface="Century Gothic"/>
              </a:rPr>
              <a:t>e</a:t>
            </a:r>
            <a:r>
              <a:rPr dirty="0" sz="2800" spc="-100">
                <a:latin typeface="Century Gothic"/>
                <a:cs typeface="Century Gothic"/>
              </a:rPr>
              <a:t>r</a:t>
            </a:r>
            <a:r>
              <a:rPr dirty="0" sz="2800" spc="-300">
                <a:latin typeface="Century Gothic"/>
                <a:cs typeface="Century Gothic"/>
              </a:rPr>
              <a:t>m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260">
                <a:latin typeface="Century Gothic"/>
                <a:cs typeface="Century Gothic"/>
              </a:rPr>
              <a:t>t</a:t>
            </a:r>
            <a:r>
              <a:rPr dirty="0" sz="2800" spc="-440">
                <a:latin typeface="Century Gothic"/>
                <a:cs typeface="Century Gothic"/>
              </a:rPr>
              <a:t>e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165">
                <a:latin typeface="Century Gothic"/>
                <a:cs typeface="Century Gothic"/>
              </a:rPr>
              <a:t>f</a:t>
            </a:r>
            <a:r>
              <a:rPr dirty="0" sz="2800" spc="-240">
                <a:latin typeface="Century Gothic"/>
                <a:cs typeface="Century Gothic"/>
              </a:rPr>
              <a:t>u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-220">
                <a:latin typeface="Century Gothic"/>
                <a:cs typeface="Century Gothic"/>
              </a:rPr>
              <a:t>ci</a:t>
            </a:r>
            <a:r>
              <a:rPr dirty="0" sz="2800" spc="-345">
                <a:latin typeface="Century Gothic"/>
                <a:cs typeface="Century Gothic"/>
              </a:rPr>
              <a:t>o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30">
                <a:latin typeface="Century Gothic"/>
                <a:cs typeface="Century Gothic"/>
              </a:rPr>
              <a:t>r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380">
                <a:latin typeface="Century Gothic"/>
                <a:cs typeface="Century Gothic"/>
              </a:rPr>
              <a:t>v</a:t>
            </a:r>
            <a:r>
              <a:rPr dirty="0" sz="2800" spc="75">
                <a:latin typeface="Century Gothic"/>
                <a:cs typeface="Century Gothic"/>
              </a:rPr>
              <a:t>í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75">
                <a:latin typeface="Century Gothic"/>
                <a:cs typeface="Century Gothic"/>
              </a:rPr>
              <a:t>l</a:t>
            </a:r>
            <a:r>
              <a:rPr dirty="0" sz="2800" spc="-210">
                <a:latin typeface="Century Gothic"/>
                <a:cs typeface="Century Gothic"/>
              </a:rPr>
              <a:t>íne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425">
                <a:latin typeface="Century Gothic"/>
                <a:cs typeface="Century Gothic"/>
              </a:rPr>
              <a:t>d</a:t>
            </a:r>
            <a:r>
              <a:rPr dirty="0" sz="2800" spc="-440">
                <a:latin typeface="Century Gothic"/>
                <a:cs typeface="Century Gothic"/>
              </a:rPr>
              <a:t>e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555">
                <a:latin typeface="Century Gothic"/>
                <a:cs typeface="Century Gothic"/>
              </a:rPr>
              <a:t>c</a:t>
            </a:r>
            <a:r>
              <a:rPr dirty="0" sz="2800" spc="-275">
                <a:latin typeface="Century Gothic"/>
                <a:cs typeface="Century Gothic"/>
              </a:rPr>
              <a:t>o</a:t>
            </a:r>
            <a:r>
              <a:rPr dirty="0" sz="2800" spc="-434">
                <a:latin typeface="Century Gothic"/>
                <a:cs typeface="Century Gothic"/>
              </a:rPr>
              <a:t>m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-434">
                <a:latin typeface="Century Gothic"/>
                <a:cs typeface="Century Gothic"/>
              </a:rPr>
              <a:t>d</a:t>
            </a:r>
            <a:r>
              <a:rPr dirty="0" sz="2800" spc="-285">
                <a:latin typeface="Century Gothic"/>
                <a:cs typeface="Century Gothic"/>
              </a:rPr>
              <a:t>o</a:t>
            </a:r>
            <a:r>
              <a:rPr dirty="0" sz="2800" spc="30">
                <a:latin typeface="Century Gothic"/>
                <a:cs typeface="Century Gothic"/>
              </a:rPr>
              <a:t>s:</a:t>
            </a:r>
            <a:endParaRPr sz="28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295">
                <a:latin typeface="Century Gothic"/>
                <a:cs typeface="Century Gothic"/>
              </a:rPr>
              <a:t>C</a:t>
            </a:r>
            <a:r>
              <a:rPr dirty="0" sz="2800" spc="-415">
                <a:latin typeface="Century Gothic"/>
                <a:cs typeface="Century Gothic"/>
              </a:rPr>
              <a:t>a</a:t>
            </a:r>
            <a:r>
              <a:rPr dirty="0" sz="2800" spc="15">
                <a:latin typeface="Century Gothic"/>
                <a:cs typeface="Century Gothic"/>
              </a:rPr>
              <a:t>r</a:t>
            </a:r>
            <a:r>
              <a:rPr dirty="0" sz="2800" spc="-380">
                <a:latin typeface="Century Gothic"/>
                <a:cs typeface="Century Gothic"/>
              </a:rPr>
              <a:t>g</a:t>
            </a:r>
            <a:r>
              <a:rPr dirty="0" sz="2800" spc="-415">
                <a:latin typeface="Century Gothic"/>
                <a:cs typeface="Century Gothic"/>
              </a:rPr>
              <a:t>a</a:t>
            </a:r>
            <a:r>
              <a:rPr dirty="0" sz="2800" spc="30">
                <a:latin typeface="Century Gothic"/>
                <a:cs typeface="Century Gothic"/>
              </a:rPr>
              <a:t>r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240">
                <a:latin typeface="Century Gothic"/>
                <a:cs typeface="Century Gothic"/>
              </a:rPr>
              <a:t>u</a:t>
            </a:r>
            <a:r>
              <a:rPr dirty="0" sz="2800" spc="-260">
                <a:latin typeface="Century Gothic"/>
                <a:cs typeface="Century Gothic"/>
              </a:rPr>
              <a:t>n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415">
                <a:latin typeface="Century Gothic"/>
                <a:cs typeface="Century Gothic"/>
              </a:rPr>
              <a:t>a</a:t>
            </a:r>
            <a:r>
              <a:rPr dirty="0" sz="2800" spc="-170">
                <a:latin typeface="Century Gothic"/>
                <a:cs typeface="Century Gothic"/>
              </a:rPr>
              <a:t>r</a:t>
            </a:r>
            <a:r>
              <a:rPr dirty="0" sz="2800" spc="-355">
                <a:latin typeface="Century Gothic"/>
                <a:cs typeface="Century Gothic"/>
              </a:rPr>
              <a:t>c</a:t>
            </a:r>
            <a:r>
              <a:rPr dirty="0" sz="2800" spc="-270">
                <a:latin typeface="Century Gothic"/>
                <a:cs typeface="Century Gothic"/>
              </a:rPr>
              <a:t>h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365">
                <a:latin typeface="Century Gothic"/>
                <a:cs typeface="Century Gothic"/>
              </a:rPr>
              <a:t>v</a:t>
            </a:r>
            <a:r>
              <a:rPr dirty="0" sz="2800" spc="-280">
                <a:latin typeface="Century Gothic"/>
                <a:cs typeface="Century Gothic"/>
              </a:rPr>
              <a:t>o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-190">
                <a:latin typeface="Century Gothic"/>
                <a:cs typeface="Century Gothic"/>
              </a:rPr>
              <a:t>C</a:t>
            </a:r>
            <a:r>
              <a:rPr dirty="0" sz="2800" spc="-125">
                <a:latin typeface="Century Gothic"/>
                <a:cs typeface="Century Gothic"/>
              </a:rPr>
              <a:t>S</a:t>
            </a:r>
            <a:r>
              <a:rPr dirty="0" sz="2800" spc="-434">
                <a:latin typeface="Century Gothic"/>
                <a:cs typeface="Century Gothic"/>
              </a:rPr>
              <a:t>V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434">
                <a:latin typeface="Century Gothic"/>
                <a:cs typeface="Century Gothic"/>
              </a:rPr>
              <a:t>d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160">
                <a:latin typeface="Century Gothic"/>
                <a:cs typeface="Century Gothic"/>
              </a:rPr>
              <a:t>s</a:t>
            </a:r>
            <a:r>
              <a:rPr dirty="0" sz="2800" spc="-280">
                <a:latin typeface="Century Gothic"/>
                <a:cs typeface="Century Gothic"/>
              </a:rPr>
              <a:t>p</a:t>
            </a:r>
            <a:r>
              <a:rPr dirty="0" sz="2800" spc="-285">
                <a:latin typeface="Century Gothic"/>
                <a:cs typeface="Century Gothic"/>
              </a:rPr>
              <a:t>o</a:t>
            </a:r>
            <a:r>
              <a:rPr dirty="0" sz="2800" spc="-270">
                <a:latin typeface="Century Gothic"/>
                <a:cs typeface="Century Gothic"/>
              </a:rPr>
              <a:t>n</a:t>
            </a:r>
            <a:r>
              <a:rPr dirty="0" sz="2800" spc="75">
                <a:latin typeface="Century Gothic"/>
                <a:cs typeface="Century Gothic"/>
              </a:rPr>
              <a:t>i</a:t>
            </a:r>
            <a:r>
              <a:rPr dirty="0" sz="2800" spc="-415">
                <a:latin typeface="Century Gothic"/>
                <a:cs typeface="Century Gothic"/>
              </a:rPr>
              <a:t>b</a:t>
            </a:r>
            <a:r>
              <a:rPr dirty="0" sz="2800" spc="75">
                <a:latin typeface="Century Gothic"/>
                <a:cs typeface="Century Gothic"/>
              </a:rPr>
              <a:t>l</a:t>
            </a:r>
            <a:r>
              <a:rPr dirty="0" sz="2800" spc="-440">
                <a:latin typeface="Century Gothic"/>
                <a:cs typeface="Century Gothic"/>
              </a:rPr>
              <a:t>e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15">
                <a:latin typeface="Century Gothic"/>
                <a:cs typeface="Century Gothic"/>
              </a:rPr>
              <a:t> </a:t>
            </a:r>
            <a:r>
              <a:rPr dirty="0" sz="2800" spc="-260">
                <a:latin typeface="Century Gothic"/>
                <a:cs typeface="Century Gothic"/>
              </a:rPr>
              <a:t>t</a:t>
            </a:r>
            <a:r>
              <a:rPr dirty="0" sz="2800" spc="15">
                <a:latin typeface="Century Gothic"/>
                <a:cs typeface="Century Gothic"/>
              </a:rPr>
              <a:t>r</a:t>
            </a:r>
            <a:r>
              <a:rPr dirty="0" sz="2800" spc="-405">
                <a:latin typeface="Century Gothic"/>
                <a:cs typeface="Century Gothic"/>
              </a:rPr>
              <a:t>a</a:t>
            </a:r>
            <a:r>
              <a:rPr dirty="0" sz="2800" spc="-380">
                <a:latin typeface="Century Gothic"/>
                <a:cs typeface="Century Gothic"/>
              </a:rPr>
              <a:t>v</a:t>
            </a:r>
            <a:r>
              <a:rPr dirty="0" sz="2800" spc="-434">
                <a:latin typeface="Century Gothic"/>
                <a:cs typeface="Century Gothic"/>
              </a:rPr>
              <a:t>é</a:t>
            </a:r>
            <a:r>
              <a:rPr dirty="0" sz="2800" spc="-25">
                <a:latin typeface="Century Gothic"/>
                <a:cs typeface="Century Gothic"/>
              </a:rPr>
              <a:t>s</a:t>
            </a:r>
            <a:r>
              <a:rPr dirty="0" sz="2800" spc="20">
                <a:latin typeface="Century Gothic"/>
                <a:cs typeface="Century Gothic"/>
              </a:rPr>
              <a:t> </a:t>
            </a:r>
            <a:r>
              <a:rPr dirty="0" sz="2800" spc="-434">
                <a:latin typeface="Century Gothic"/>
                <a:cs typeface="Century Gothic"/>
              </a:rPr>
              <a:t>d</a:t>
            </a:r>
            <a:r>
              <a:rPr dirty="0" sz="2800" spc="-440">
                <a:latin typeface="Century Gothic"/>
                <a:cs typeface="Century Gothic"/>
              </a:rPr>
              <a:t>e</a:t>
            </a:r>
            <a:r>
              <a:rPr dirty="0" sz="2800" spc="25">
                <a:latin typeface="Century Gothic"/>
                <a:cs typeface="Century Gothic"/>
              </a:rPr>
              <a:t> </a:t>
            </a:r>
            <a:r>
              <a:rPr dirty="0" sz="2800" spc="20">
                <a:latin typeface="Century Gothic"/>
                <a:cs typeface="Century Gothic"/>
              </a:rPr>
              <a:t>H</a:t>
            </a:r>
            <a:r>
              <a:rPr dirty="0" sz="2800" spc="185">
                <a:latin typeface="Century Gothic"/>
                <a:cs typeface="Century Gothic"/>
              </a:rPr>
              <a:t>TT</a:t>
            </a:r>
            <a:r>
              <a:rPr dirty="0" sz="2800" spc="-270">
                <a:latin typeface="Century Gothic"/>
                <a:cs typeface="Century Gothic"/>
              </a:rPr>
              <a:t>P</a:t>
            </a:r>
            <a:endParaRPr sz="28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810" y="3308709"/>
            <a:ext cx="225298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240">
                <a:latin typeface="Century Gothic"/>
                <a:cs typeface="Century Gothic"/>
              </a:rPr>
              <a:t>pg</a:t>
            </a:r>
            <a:r>
              <a:rPr dirty="0" sz="2200" spc="-85">
                <a:latin typeface="Century Gothic"/>
                <a:cs typeface="Century Gothic"/>
              </a:rPr>
              <a:t>l</a:t>
            </a:r>
            <a:r>
              <a:rPr dirty="0" sz="2200" spc="-285">
                <a:latin typeface="Century Gothic"/>
                <a:cs typeface="Century Gothic"/>
              </a:rPr>
              <a:t>oa</a:t>
            </a:r>
            <a:r>
              <a:rPr dirty="0" sz="2200" spc="-305">
                <a:latin typeface="Century Gothic"/>
                <a:cs typeface="Century Gothic"/>
              </a:rPr>
              <a:t>d</a:t>
            </a:r>
            <a:r>
              <a:rPr dirty="0" sz="2200" spc="-345">
                <a:latin typeface="Century Gothic"/>
                <a:cs typeface="Century Gothic"/>
              </a:rPr>
              <a:t>e</a:t>
            </a:r>
            <a:r>
              <a:rPr dirty="0" sz="2200" spc="25">
                <a:latin typeface="Century Gothic"/>
                <a:cs typeface="Century Gothic"/>
              </a:rPr>
              <a:t>r</a:t>
            </a:r>
            <a:r>
              <a:rPr dirty="0" sz="2200" spc="25">
                <a:latin typeface="Century Gothic"/>
                <a:cs typeface="Century Gothic"/>
              </a:rPr>
              <a:t> </a:t>
            </a:r>
            <a:r>
              <a:rPr dirty="0" sz="2200" spc="25">
                <a:latin typeface="Century Gothic"/>
                <a:cs typeface="Century Gothic"/>
              </a:rPr>
              <a:t>-</a:t>
            </a:r>
            <a:r>
              <a:rPr dirty="0" sz="2200" spc="20">
                <a:latin typeface="Century Gothic"/>
                <a:cs typeface="Century Gothic"/>
              </a:rPr>
              <a:t>-</a:t>
            </a:r>
            <a:r>
              <a:rPr dirty="0" sz="2200" spc="-204">
                <a:latin typeface="Century Gothic"/>
                <a:cs typeface="Century Gothic"/>
              </a:rPr>
              <a:t>t</a:t>
            </a:r>
            <a:r>
              <a:rPr dirty="0" sz="2200" spc="-305">
                <a:latin typeface="Century Gothic"/>
                <a:cs typeface="Century Gothic"/>
              </a:rPr>
              <a:t>y</a:t>
            </a:r>
            <a:r>
              <a:rPr dirty="0" sz="2200" spc="-340">
                <a:latin typeface="Century Gothic"/>
                <a:cs typeface="Century Gothic"/>
              </a:rPr>
              <a:t>pe</a:t>
            </a:r>
            <a:r>
              <a:rPr dirty="0" sz="2200" spc="20">
                <a:latin typeface="Century Gothic"/>
                <a:cs typeface="Century Gothic"/>
              </a:rPr>
              <a:t> </a:t>
            </a:r>
            <a:r>
              <a:rPr dirty="0" sz="2200" spc="-445">
                <a:latin typeface="Century Gothic"/>
                <a:cs typeface="Century Gothic"/>
              </a:rPr>
              <a:t>c</a:t>
            </a:r>
            <a:r>
              <a:rPr dirty="0" sz="2200" spc="-165">
                <a:latin typeface="Century Gothic"/>
                <a:cs typeface="Century Gothic"/>
              </a:rPr>
              <a:t>sv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10573" y="3308709"/>
            <a:ext cx="13843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-455">
                <a:latin typeface="Century Gothic"/>
                <a:cs typeface="Century Gothic"/>
              </a:rPr>
              <a:t>\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519" y="3641449"/>
            <a:ext cx="8896350" cy="304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2200" spc="25">
                <a:latin typeface="Century Gothic"/>
                <a:cs typeface="Century Gothic"/>
              </a:rPr>
              <a:t>-</a:t>
            </a:r>
            <a:r>
              <a:rPr dirty="0" sz="2200" spc="20">
                <a:latin typeface="Century Gothic"/>
                <a:cs typeface="Century Gothic"/>
              </a:rPr>
              <a:t>-</a:t>
            </a:r>
            <a:r>
              <a:rPr dirty="0" sz="2200" spc="-40">
                <a:latin typeface="Century Gothic"/>
                <a:cs typeface="Century Gothic"/>
              </a:rPr>
              <a:t>f</a:t>
            </a:r>
            <a:r>
              <a:rPr dirty="0" sz="2200" spc="-35">
                <a:latin typeface="Century Gothic"/>
                <a:cs typeface="Century Gothic"/>
              </a:rPr>
              <a:t>i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60">
                <a:latin typeface="Century Gothic"/>
                <a:cs typeface="Century Gothic"/>
              </a:rPr>
              <a:t>l</a:t>
            </a:r>
            <a:r>
              <a:rPr dirty="0" sz="2200" spc="-335">
                <a:latin typeface="Century Gothic"/>
                <a:cs typeface="Century Gothic"/>
              </a:rPr>
              <a:t>d</a:t>
            </a:r>
            <a:r>
              <a:rPr dirty="0" sz="2200" spc="15">
                <a:latin typeface="Century Gothic"/>
                <a:cs typeface="Century Gothic"/>
              </a:rPr>
              <a:t> </a:t>
            </a:r>
            <a:r>
              <a:rPr dirty="0" sz="2200" spc="-95">
                <a:latin typeface="Century Gothic"/>
                <a:cs typeface="Century Gothic"/>
              </a:rPr>
              <a:t>"</a:t>
            </a:r>
            <a:r>
              <a:rPr dirty="0" sz="2200" spc="-200">
                <a:latin typeface="Century Gothic"/>
                <a:cs typeface="Century Gothic"/>
              </a:rPr>
              <a:t>u</a:t>
            </a:r>
            <a:r>
              <a:rPr dirty="0" sz="2200" spc="-95">
                <a:latin typeface="Century Gothic"/>
                <a:cs typeface="Century Gothic"/>
              </a:rPr>
              <a:t>sps,</a:t>
            </a:r>
            <a:r>
              <a:rPr dirty="0" sz="2200" spc="-330">
                <a:latin typeface="Century Gothic"/>
                <a:cs typeface="Century Gothic"/>
              </a:rPr>
              <a:t>g</a:t>
            </a:r>
            <a:r>
              <a:rPr dirty="0" sz="2200" spc="-320">
                <a:latin typeface="Century Gothic"/>
                <a:cs typeface="Century Gothic"/>
              </a:rPr>
              <a:t>e</a:t>
            </a:r>
            <a:r>
              <a:rPr dirty="0" sz="2200" spc="-125">
                <a:latin typeface="Century Gothic"/>
                <a:cs typeface="Century Gothic"/>
              </a:rPr>
              <a:t>o</a:t>
            </a:r>
            <a:r>
              <a:rPr dirty="0" sz="2200" spc="-50">
                <a:latin typeface="Century Gothic"/>
                <a:cs typeface="Century Gothic"/>
              </a:rPr>
              <a:t>i</a:t>
            </a:r>
            <a:r>
              <a:rPr dirty="0" sz="2200" spc="-150">
                <a:latin typeface="Century Gothic"/>
                <a:cs typeface="Century Gothic"/>
              </a:rPr>
              <a:t>d,</a:t>
            </a:r>
            <a:r>
              <a:rPr dirty="0" sz="2200" spc="-200">
                <a:latin typeface="Century Gothic"/>
                <a:cs typeface="Century Gothic"/>
              </a:rPr>
              <a:t>a</a:t>
            </a:r>
            <a:r>
              <a:rPr dirty="0" sz="2200" spc="-70">
                <a:latin typeface="Century Gothic"/>
                <a:cs typeface="Century Gothic"/>
              </a:rPr>
              <a:t>l</a:t>
            </a:r>
            <a:r>
              <a:rPr dirty="0" sz="2200" spc="-275">
                <a:latin typeface="Century Gothic"/>
                <a:cs typeface="Century Gothic"/>
              </a:rPr>
              <a:t>a</a:t>
            </a:r>
            <a:r>
              <a:rPr dirty="0" sz="2200" spc="-254">
                <a:latin typeface="Century Gothic"/>
                <a:cs typeface="Century Gothic"/>
              </a:rPr>
              <a:t>n</a:t>
            </a:r>
            <a:r>
              <a:rPr dirty="0" sz="2200" spc="-215">
                <a:latin typeface="Century Gothic"/>
                <a:cs typeface="Century Gothic"/>
              </a:rPr>
              <a:t>d</a:t>
            </a:r>
            <a:r>
              <a:rPr dirty="0" sz="2200" spc="-95">
                <a:latin typeface="Century Gothic"/>
                <a:cs typeface="Century Gothic"/>
              </a:rPr>
              <a:t>,</a:t>
            </a:r>
            <a:r>
              <a:rPr dirty="0" sz="2200" spc="-370">
                <a:latin typeface="Century Gothic"/>
                <a:cs typeface="Century Gothic"/>
              </a:rPr>
              <a:t>aw</a:t>
            </a:r>
            <a:r>
              <a:rPr dirty="0" sz="2200" spc="-335">
                <a:latin typeface="Century Gothic"/>
                <a:cs typeface="Century Gothic"/>
              </a:rPr>
              <a:t>a</a:t>
            </a:r>
            <a:r>
              <a:rPr dirty="0" sz="2200" spc="-204">
                <a:latin typeface="Century Gothic"/>
                <a:cs typeface="Century Gothic"/>
              </a:rPr>
              <a:t>t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20">
                <a:latin typeface="Century Gothic"/>
                <a:cs typeface="Century Gothic"/>
              </a:rPr>
              <a:t>r</a:t>
            </a:r>
            <a:r>
              <a:rPr dirty="0" sz="2200" spc="20">
                <a:latin typeface="Century Gothic"/>
                <a:cs typeface="Century Gothic"/>
              </a:rPr>
              <a:t>,</a:t>
            </a:r>
            <a:r>
              <a:rPr dirty="0" sz="2200" spc="-200">
                <a:latin typeface="Century Gothic"/>
                <a:cs typeface="Century Gothic"/>
              </a:rPr>
              <a:t>a</a:t>
            </a:r>
            <a:r>
              <a:rPr dirty="0" sz="2200" spc="-70">
                <a:latin typeface="Century Gothic"/>
                <a:cs typeface="Century Gothic"/>
              </a:rPr>
              <a:t>l</a:t>
            </a:r>
            <a:r>
              <a:rPr dirty="0" sz="2200" spc="-275">
                <a:latin typeface="Century Gothic"/>
                <a:cs typeface="Century Gothic"/>
              </a:rPr>
              <a:t>a</a:t>
            </a:r>
            <a:r>
              <a:rPr dirty="0" sz="2200" spc="-254">
                <a:latin typeface="Century Gothic"/>
                <a:cs typeface="Century Gothic"/>
              </a:rPr>
              <a:t>n</a:t>
            </a:r>
            <a:r>
              <a:rPr dirty="0" sz="2200" spc="-175">
                <a:latin typeface="Century Gothic"/>
                <a:cs typeface="Century Gothic"/>
              </a:rPr>
              <a:t>d_sq</a:t>
            </a:r>
            <a:r>
              <a:rPr dirty="0" sz="2200" spc="-300">
                <a:latin typeface="Century Gothic"/>
                <a:cs typeface="Century Gothic"/>
              </a:rPr>
              <a:t>m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20">
                <a:latin typeface="Century Gothic"/>
                <a:cs typeface="Century Gothic"/>
              </a:rPr>
              <a:t>,</a:t>
            </a:r>
            <a:r>
              <a:rPr dirty="0" sz="2200" spc="-335">
                <a:latin typeface="Century Gothic"/>
                <a:cs typeface="Century Gothic"/>
              </a:rPr>
              <a:t>a</a:t>
            </a:r>
            <a:r>
              <a:rPr dirty="0" sz="2200" spc="-415">
                <a:latin typeface="Century Gothic"/>
                <a:cs typeface="Century Gothic"/>
              </a:rPr>
              <a:t>w</a:t>
            </a:r>
            <a:r>
              <a:rPr dirty="0" sz="2200" spc="-350">
                <a:latin typeface="Century Gothic"/>
                <a:cs typeface="Century Gothic"/>
              </a:rPr>
              <a:t>a</a:t>
            </a:r>
            <a:r>
              <a:rPr dirty="0" sz="2200" spc="-185">
                <a:latin typeface="Century Gothic"/>
                <a:cs typeface="Century Gothic"/>
              </a:rPr>
              <a:t>t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25">
                <a:latin typeface="Century Gothic"/>
                <a:cs typeface="Century Gothic"/>
              </a:rPr>
              <a:t>r</a:t>
            </a:r>
            <a:r>
              <a:rPr dirty="0" sz="2200" spc="-140">
                <a:latin typeface="Century Gothic"/>
                <a:cs typeface="Century Gothic"/>
              </a:rPr>
              <a:t>_sq</a:t>
            </a:r>
            <a:r>
              <a:rPr dirty="0" sz="2200" spc="-260">
                <a:latin typeface="Century Gothic"/>
                <a:cs typeface="Century Gothic"/>
              </a:rPr>
              <a:t>m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20">
                <a:latin typeface="Century Gothic"/>
                <a:cs typeface="Century Gothic"/>
              </a:rPr>
              <a:t>,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-215">
                <a:latin typeface="Century Gothic"/>
                <a:cs typeface="Century Gothic"/>
              </a:rPr>
              <a:t>n</a:t>
            </a:r>
            <a:r>
              <a:rPr dirty="0" sz="2200" spc="-215">
                <a:latin typeface="Century Gothic"/>
                <a:cs typeface="Century Gothic"/>
              </a:rPr>
              <a:t>t</a:t>
            </a:r>
            <a:r>
              <a:rPr dirty="0" sz="2200" spc="-345">
                <a:latin typeface="Century Gothic"/>
                <a:cs typeface="Century Gothic"/>
              </a:rPr>
              <a:t>p</a:t>
            </a:r>
            <a:r>
              <a:rPr dirty="0" sz="2200" spc="-185">
                <a:latin typeface="Century Gothic"/>
                <a:cs typeface="Century Gothic"/>
              </a:rPr>
              <a:t>t</a:t>
            </a:r>
            <a:r>
              <a:rPr dirty="0" sz="2200" spc="50">
                <a:latin typeface="Century Gothic"/>
                <a:cs typeface="Century Gothic"/>
              </a:rPr>
              <a:t>l</a:t>
            </a:r>
            <a:r>
              <a:rPr dirty="0" sz="2200" spc="-350">
                <a:latin typeface="Century Gothic"/>
                <a:cs typeface="Century Gothic"/>
              </a:rPr>
              <a:t>a</a:t>
            </a:r>
            <a:r>
              <a:rPr dirty="0" sz="2200" spc="-185">
                <a:latin typeface="Century Gothic"/>
                <a:cs typeface="Century Gothic"/>
              </a:rPr>
              <a:t>t</a:t>
            </a:r>
            <a:r>
              <a:rPr dirty="0" sz="2200" spc="20">
                <a:latin typeface="Century Gothic"/>
                <a:cs typeface="Century Gothic"/>
              </a:rPr>
              <a:t>,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-215">
                <a:latin typeface="Century Gothic"/>
                <a:cs typeface="Century Gothic"/>
              </a:rPr>
              <a:t>n</a:t>
            </a:r>
            <a:r>
              <a:rPr dirty="0" sz="2200" spc="-215">
                <a:latin typeface="Century Gothic"/>
                <a:cs typeface="Century Gothic"/>
              </a:rPr>
              <a:t>t</a:t>
            </a:r>
            <a:r>
              <a:rPr dirty="0" sz="2200" spc="-345">
                <a:latin typeface="Century Gothic"/>
                <a:cs typeface="Century Gothic"/>
              </a:rPr>
              <a:t>p</a:t>
            </a:r>
            <a:r>
              <a:rPr dirty="0" sz="2200" spc="-185">
                <a:latin typeface="Century Gothic"/>
                <a:cs typeface="Century Gothic"/>
              </a:rPr>
              <a:t>t</a:t>
            </a:r>
            <a:r>
              <a:rPr dirty="0" sz="2200" spc="50">
                <a:latin typeface="Century Gothic"/>
                <a:cs typeface="Century Gothic"/>
              </a:rPr>
              <a:t>l</a:t>
            </a:r>
            <a:r>
              <a:rPr dirty="0" sz="2200" spc="-225">
                <a:latin typeface="Century Gothic"/>
                <a:cs typeface="Century Gothic"/>
              </a:rPr>
              <a:t>o</a:t>
            </a:r>
            <a:r>
              <a:rPr dirty="0" sz="2200" spc="-215">
                <a:latin typeface="Century Gothic"/>
                <a:cs typeface="Century Gothic"/>
              </a:rPr>
              <a:t>n</a:t>
            </a:r>
            <a:r>
              <a:rPr dirty="0" sz="2200" spc="-195">
                <a:latin typeface="Century Gothic"/>
                <a:cs typeface="Century Gothic"/>
              </a:rPr>
              <a:t>g"</a:t>
            </a:r>
            <a:r>
              <a:rPr dirty="0" sz="2200" spc="15">
                <a:latin typeface="Century Gothic"/>
                <a:cs typeface="Century Gothic"/>
              </a:rPr>
              <a:t> </a:t>
            </a:r>
            <a:r>
              <a:rPr dirty="0" sz="2200" spc="-455">
                <a:latin typeface="Century Gothic"/>
                <a:cs typeface="Century Gothic"/>
              </a:rPr>
              <a:t>\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8519" y="3975459"/>
            <a:ext cx="7503159" cy="1305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635"/>
              </a:lnSpc>
            </a:pPr>
            <a:r>
              <a:rPr dirty="0" sz="2200" spc="25">
                <a:latin typeface="Century Gothic"/>
                <a:cs typeface="Century Gothic"/>
              </a:rPr>
              <a:t>-</a:t>
            </a:r>
            <a:r>
              <a:rPr dirty="0" sz="2200" spc="20">
                <a:latin typeface="Century Gothic"/>
                <a:cs typeface="Century Gothic"/>
              </a:rPr>
              <a:t>-</a:t>
            </a:r>
            <a:r>
              <a:rPr dirty="0" sz="2200" spc="-425">
                <a:latin typeface="Century Gothic"/>
                <a:cs typeface="Century Gothic"/>
              </a:rPr>
              <a:t>w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-204">
                <a:latin typeface="Century Gothic"/>
                <a:cs typeface="Century Gothic"/>
              </a:rPr>
              <a:t>t</a:t>
            </a:r>
            <a:r>
              <a:rPr dirty="0" sz="2200" spc="-204">
                <a:latin typeface="Century Gothic"/>
                <a:cs typeface="Century Gothic"/>
              </a:rPr>
              <a:t>h</a:t>
            </a:r>
            <a:r>
              <a:rPr dirty="0" sz="2200" spc="10">
                <a:latin typeface="Century Gothic"/>
                <a:cs typeface="Century Gothic"/>
              </a:rPr>
              <a:t> </a:t>
            </a:r>
            <a:r>
              <a:rPr dirty="0" sz="2200" spc="-95">
                <a:latin typeface="Century Gothic"/>
                <a:cs typeface="Century Gothic"/>
              </a:rPr>
              <a:t>"</a:t>
            </a:r>
            <a:r>
              <a:rPr dirty="0" sz="2200" spc="-25">
                <a:latin typeface="Century Gothic"/>
                <a:cs typeface="Century Gothic"/>
              </a:rPr>
              <a:t>ski</a:t>
            </a:r>
            <a:r>
              <a:rPr dirty="0" sz="2200" spc="-315">
                <a:latin typeface="Century Gothic"/>
                <a:cs typeface="Century Gothic"/>
              </a:rPr>
              <a:t>p</a:t>
            </a:r>
            <a:r>
              <a:rPr dirty="0" sz="2200" spc="15">
                <a:latin typeface="Century Gothic"/>
                <a:cs typeface="Century Gothic"/>
              </a:rPr>
              <a:t> </a:t>
            </a:r>
            <a:r>
              <a:rPr dirty="0" sz="2200" spc="-215">
                <a:latin typeface="Century Gothic"/>
                <a:cs typeface="Century Gothic"/>
              </a:rPr>
              <a:t>h</a:t>
            </a:r>
            <a:r>
              <a:rPr dirty="0" sz="2200" spc="-345">
                <a:latin typeface="Century Gothic"/>
                <a:cs typeface="Century Gothic"/>
              </a:rPr>
              <a:t>e</a:t>
            </a:r>
            <a:r>
              <a:rPr dirty="0" sz="2200" spc="-320">
                <a:latin typeface="Century Gothic"/>
                <a:cs typeface="Century Gothic"/>
              </a:rPr>
              <a:t>a</a:t>
            </a:r>
            <a:r>
              <a:rPr dirty="0" sz="2200" spc="-335">
                <a:latin typeface="Century Gothic"/>
                <a:cs typeface="Century Gothic"/>
              </a:rPr>
              <a:t>d</a:t>
            </a:r>
            <a:r>
              <a:rPr dirty="0" sz="2200" spc="-345">
                <a:latin typeface="Century Gothic"/>
                <a:cs typeface="Century Gothic"/>
              </a:rPr>
              <a:t>e</a:t>
            </a:r>
            <a:r>
              <a:rPr dirty="0" sz="2200" spc="25">
                <a:latin typeface="Century Gothic"/>
                <a:cs typeface="Century Gothic"/>
              </a:rPr>
              <a:t>r</a:t>
            </a:r>
            <a:r>
              <a:rPr dirty="0" sz="2200" spc="25">
                <a:latin typeface="Century Gothic"/>
                <a:cs typeface="Century Gothic"/>
              </a:rPr>
              <a:t> </a:t>
            </a:r>
            <a:r>
              <a:rPr dirty="0" sz="2200" spc="490">
                <a:latin typeface="Century Gothic"/>
                <a:cs typeface="Century Gothic"/>
              </a:rPr>
              <a:t>=</a:t>
            </a:r>
            <a:r>
              <a:rPr dirty="0" sz="2200" spc="15">
                <a:latin typeface="Century Gothic"/>
                <a:cs typeface="Century Gothic"/>
              </a:rPr>
              <a:t> </a:t>
            </a:r>
            <a:r>
              <a:rPr dirty="0" sz="2200" spc="35">
                <a:latin typeface="Century Gothic"/>
                <a:cs typeface="Century Gothic"/>
              </a:rPr>
              <a:t>1</a:t>
            </a:r>
            <a:r>
              <a:rPr dirty="0" sz="2200" spc="-90">
                <a:latin typeface="Century Gothic"/>
                <a:cs typeface="Century Gothic"/>
              </a:rPr>
              <a:t>"</a:t>
            </a:r>
            <a:endParaRPr sz="2200">
              <a:latin typeface="Century Gothic"/>
              <a:cs typeface="Century Gothic"/>
            </a:endParaRPr>
          </a:p>
          <a:p>
            <a:pPr marL="12700" marR="5080">
              <a:lnSpc>
                <a:spcPct val="99400"/>
              </a:lnSpc>
              <a:spcBef>
                <a:spcPts val="10"/>
              </a:spcBef>
            </a:pPr>
            <a:r>
              <a:rPr dirty="0" sz="2200" spc="25">
                <a:latin typeface="Century Gothic"/>
                <a:cs typeface="Century Gothic"/>
              </a:rPr>
              <a:t>-</a:t>
            </a:r>
            <a:r>
              <a:rPr dirty="0" sz="2200" spc="20">
                <a:latin typeface="Century Gothic"/>
                <a:cs typeface="Century Gothic"/>
              </a:rPr>
              <a:t>-</a:t>
            </a:r>
            <a:r>
              <a:rPr dirty="0" sz="2200" spc="-425">
                <a:latin typeface="Century Gothic"/>
                <a:cs typeface="Century Gothic"/>
              </a:rPr>
              <a:t>w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-204">
                <a:latin typeface="Century Gothic"/>
                <a:cs typeface="Century Gothic"/>
              </a:rPr>
              <a:t>t</a:t>
            </a:r>
            <a:r>
              <a:rPr dirty="0" sz="2200" spc="-204">
                <a:latin typeface="Century Gothic"/>
                <a:cs typeface="Century Gothic"/>
              </a:rPr>
              <a:t>h</a:t>
            </a:r>
            <a:r>
              <a:rPr dirty="0" sz="2200" spc="10">
                <a:latin typeface="Century Gothic"/>
                <a:cs typeface="Century Gothic"/>
              </a:rPr>
              <a:t> </a:t>
            </a:r>
            <a:r>
              <a:rPr dirty="0" sz="2200" spc="-95">
                <a:latin typeface="Century Gothic"/>
                <a:cs typeface="Century Gothic"/>
              </a:rPr>
              <a:t>"</a:t>
            </a:r>
            <a:r>
              <a:rPr dirty="0" sz="2200" spc="-135">
                <a:latin typeface="Century Gothic"/>
                <a:cs typeface="Century Gothic"/>
              </a:rPr>
              <a:t>f</a:t>
            </a:r>
            <a:r>
              <a:rPr dirty="0" sz="2200" spc="60">
                <a:latin typeface="Century Gothic"/>
                <a:cs typeface="Century Gothic"/>
              </a:rPr>
              <a:t>i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50">
                <a:latin typeface="Century Gothic"/>
                <a:cs typeface="Century Gothic"/>
              </a:rPr>
              <a:t>l</a:t>
            </a:r>
            <a:r>
              <a:rPr dirty="0" sz="2200" spc="-170">
                <a:latin typeface="Century Gothic"/>
                <a:cs typeface="Century Gothic"/>
              </a:rPr>
              <a:t>ds</a:t>
            </a:r>
            <a:r>
              <a:rPr dirty="0" sz="2200" spc="25">
                <a:latin typeface="Century Gothic"/>
                <a:cs typeface="Century Gothic"/>
              </a:rPr>
              <a:t> </a:t>
            </a:r>
            <a:r>
              <a:rPr dirty="0" sz="2200" spc="-215">
                <a:latin typeface="Century Gothic"/>
                <a:cs typeface="Century Gothic"/>
              </a:rPr>
              <a:t>t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25">
                <a:latin typeface="Century Gothic"/>
                <a:cs typeface="Century Gothic"/>
              </a:rPr>
              <a:t>r</a:t>
            </a:r>
            <a:r>
              <a:rPr dirty="0" sz="2200" spc="-355">
                <a:latin typeface="Century Gothic"/>
                <a:cs typeface="Century Gothic"/>
              </a:rPr>
              <a:t>m</a:t>
            </a:r>
            <a:r>
              <a:rPr dirty="0" sz="2200" spc="60">
                <a:latin typeface="Century Gothic"/>
                <a:cs typeface="Century Gothic"/>
              </a:rPr>
              <a:t>i</a:t>
            </a:r>
            <a:r>
              <a:rPr dirty="0" sz="2200" spc="-215">
                <a:latin typeface="Century Gothic"/>
                <a:cs typeface="Century Gothic"/>
              </a:rPr>
              <a:t>n</a:t>
            </a:r>
            <a:r>
              <a:rPr dirty="0" sz="2200" spc="-335">
                <a:latin typeface="Century Gothic"/>
                <a:cs typeface="Century Gothic"/>
              </a:rPr>
              <a:t>a</a:t>
            </a:r>
            <a:r>
              <a:rPr dirty="0" sz="2200" spc="-204">
                <a:latin typeface="Century Gothic"/>
                <a:cs typeface="Century Gothic"/>
              </a:rPr>
              <a:t>t</a:t>
            </a:r>
            <a:r>
              <a:rPr dirty="0" sz="2200" spc="-350">
                <a:latin typeface="Century Gothic"/>
                <a:cs typeface="Century Gothic"/>
              </a:rPr>
              <a:t>e</a:t>
            </a:r>
            <a:r>
              <a:rPr dirty="0" sz="2200" spc="-335">
                <a:latin typeface="Century Gothic"/>
                <a:cs typeface="Century Gothic"/>
              </a:rPr>
              <a:t>d</a:t>
            </a:r>
            <a:r>
              <a:rPr dirty="0" sz="2200" spc="15">
                <a:latin typeface="Century Gothic"/>
                <a:cs typeface="Century Gothic"/>
              </a:rPr>
              <a:t> </a:t>
            </a:r>
            <a:r>
              <a:rPr dirty="0" sz="2200" spc="-310">
                <a:latin typeface="Century Gothic"/>
                <a:cs typeface="Century Gothic"/>
              </a:rPr>
              <a:t>by</a:t>
            </a:r>
            <a:r>
              <a:rPr dirty="0" sz="2200" spc="20">
                <a:latin typeface="Century Gothic"/>
                <a:cs typeface="Century Gothic"/>
              </a:rPr>
              <a:t> </a:t>
            </a:r>
            <a:r>
              <a:rPr dirty="0" sz="2200" spc="-145">
                <a:latin typeface="Century Gothic"/>
                <a:cs typeface="Century Gothic"/>
              </a:rPr>
              <a:t>'</a:t>
            </a:r>
            <a:r>
              <a:rPr dirty="0" sz="2200" spc="-455">
                <a:latin typeface="Century Gothic"/>
                <a:cs typeface="Century Gothic"/>
              </a:rPr>
              <a:t>\</a:t>
            </a:r>
            <a:r>
              <a:rPr dirty="0" sz="2200" spc="-215">
                <a:latin typeface="Century Gothic"/>
                <a:cs typeface="Century Gothic"/>
              </a:rPr>
              <a:t>t</a:t>
            </a:r>
            <a:r>
              <a:rPr dirty="0" sz="2200" spc="-145">
                <a:latin typeface="Century Gothic"/>
                <a:cs typeface="Century Gothic"/>
              </a:rPr>
              <a:t>'</a:t>
            </a:r>
            <a:r>
              <a:rPr dirty="0" sz="2200" spc="-90">
                <a:latin typeface="Century Gothic"/>
                <a:cs typeface="Century Gothic"/>
              </a:rPr>
              <a:t>"</a:t>
            </a:r>
            <a:r>
              <a:rPr dirty="0" sz="2200" spc="-80">
                <a:latin typeface="Century Gothic"/>
                <a:cs typeface="Century Gothic"/>
              </a:rPr>
              <a:t> 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h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tt</a:t>
            </a:r>
            <a:r>
              <a:rPr dirty="0" sz="2200" spc="-330">
                <a:latin typeface="Century Gothic"/>
                <a:cs typeface="Century Gothic"/>
                <a:hlinkClick r:id="rId2"/>
              </a:rPr>
              <a:t>p</a:t>
            </a:r>
            <a:r>
              <a:rPr dirty="0" sz="2200" spc="70">
                <a:latin typeface="Century Gothic"/>
                <a:cs typeface="Century Gothic"/>
                <a:hlinkClick r:id="rId2"/>
              </a:rPr>
              <a:t>:</a:t>
            </a:r>
            <a:r>
              <a:rPr dirty="0" sz="2200" spc="-80">
                <a:latin typeface="Century Gothic"/>
                <a:cs typeface="Century Gothic"/>
                <a:hlinkClick r:id="rId2"/>
              </a:rPr>
              <a:t>/</a:t>
            </a:r>
            <a:r>
              <a:rPr dirty="0" sz="2200" spc="-90">
                <a:latin typeface="Century Gothic"/>
                <a:cs typeface="Century Gothic"/>
                <a:hlinkClick r:id="rId2"/>
              </a:rPr>
              <a:t>/</a:t>
            </a:r>
            <a:r>
              <a:rPr dirty="0" sz="2200" spc="-200">
                <a:latin typeface="Century Gothic"/>
                <a:cs typeface="Century Gothic"/>
                <a:hlinkClick r:id="rId2"/>
              </a:rPr>
              <a:t>pgsq</a:t>
            </a:r>
            <a:r>
              <a:rPr dirty="0" sz="2200" spc="-80">
                <a:latin typeface="Century Gothic"/>
                <a:cs typeface="Century Gothic"/>
                <a:hlinkClick r:id="rId2"/>
              </a:rPr>
              <a:t>l</a:t>
            </a:r>
            <a:r>
              <a:rPr dirty="0" sz="2200" spc="20">
                <a:latin typeface="Century Gothic"/>
                <a:cs typeface="Century Gothic"/>
                <a:hlinkClick r:id="rId2"/>
              </a:rPr>
              <a:t>.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t</a:t>
            </a:r>
            <a:r>
              <a:rPr dirty="0" sz="2200" spc="-290">
                <a:latin typeface="Century Gothic"/>
                <a:cs typeface="Century Gothic"/>
                <a:hlinkClick r:id="rId2"/>
              </a:rPr>
              <a:t>ap</a:t>
            </a:r>
            <a:r>
              <a:rPr dirty="0" sz="2200" spc="-285">
                <a:latin typeface="Century Gothic"/>
                <a:cs typeface="Century Gothic"/>
                <a:hlinkClick r:id="rId2"/>
              </a:rPr>
              <a:t>o</a:t>
            </a:r>
            <a:r>
              <a:rPr dirty="0" sz="2200" spc="-200">
                <a:latin typeface="Century Gothic"/>
                <a:cs typeface="Century Gothic"/>
                <a:hlinkClick r:id="rId2"/>
              </a:rPr>
              <a:t>u</a:t>
            </a:r>
            <a:r>
              <a:rPr dirty="0" sz="2200" spc="-350">
                <a:latin typeface="Century Gothic"/>
                <a:cs typeface="Century Gothic"/>
                <a:hlinkClick r:id="rId2"/>
              </a:rPr>
              <a:t>e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h</a:t>
            </a:r>
            <a:r>
              <a:rPr dirty="0" sz="2200" spc="20">
                <a:latin typeface="Century Gothic"/>
                <a:cs typeface="Century Gothic"/>
                <a:hlinkClick r:id="rId2"/>
              </a:rPr>
              <a:t>.</a:t>
            </a:r>
            <a:r>
              <a:rPr dirty="0" sz="2200" spc="-229">
                <a:latin typeface="Century Gothic"/>
                <a:cs typeface="Century Gothic"/>
                <a:hlinkClick r:id="rId2"/>
              </a:rPr>
              <a:t>o</a:t>
            </a:r>
            <a:r>
              <a:rPr dirty="0" sz="2200" spc="25">
                <a:latin typeface="Century Gothic"/>
                <a:cs typeface="Century Gothic"/>
                <a:hlinkClick r:id="rId2"/>
              </a:rPr>
              <a:t>r</a:t>
            </a:r>
            <a:r>
              <a:rPr dirty="0" sz="2200" spc="-225">
                <a:latin typeface="Century Gothic"/>
                <a:cs typeface="Century Gothic"/>
                <a:hlinkClick r:id="rId2"/>
              </a:rPr>
              <a:t>g</a:t>
            </a:r>
            <a:r>
              <a:rPr dirty="0" sz="2200" spc="-155">
                <a:latin typeface="Century Gothic"/>
                <a:cs typeface="Century Gothic"/>
                <a:hlinkClick r:id="rId2"/>
              </a:rPr>
              <a:t>/</a:t>
            </a:r>
            <a:r>
              <a:rPr dirty="0" sz="2200" spc="-204">
                <a:latin typeface="Century Gothic"/>
                <a:cs typeface="Century Gothic"/>
                <a:hlinkClick r:id="rId2"/>
              </a:rPr>
              <a:t>t</a:t>
            </a:r>
            <a:r>
              <a:rPr dirty="0" sz="2200" spc="-350">
                <a:latin typeface="Century Gothic"/>
                <a:cs typeface="Century Gothic"/>
                <a:hlinkClick r:id="rId2"/>
              </a:rPr>
              <a:t>e</a:t>
            </a:r>
            <a:r>
              <a:rPr dirty="0" sz="2200" spc="-345">
                <a:latin typeface="Century Gothic"/>
                <a:cs typeface="Century Gothic"/>
                <a:hlinkClick r:id="rId2"/>
              </a:rPr>
              <a:t>m</a:t>
            </a:r>
            <a:r>
              <a:rPr dirty="0" sz="2200" spc="-330">
                <a:latin typeface="Century Gothic"/>
                <a:cs typeface="Century Gothic"/>
                <a:hlinkClick r:id="rId2"/>
              </a:rPr>
              <a:t>p</a:t>
            </a:r>
            <a:r>
              <a:rPr dirty="0" sz="2200" spc="-80">
                <a:latin typeface="Century Gothic"/>
                <a:cs typeface="Century Gothic"/>
                <a:hlinkClick r:id="rId2"/>
              </a:rPr>
              <a:t>/</a:t>
            </a:r>
            <a:r>
              <a:rPr dirty="0" sz="2200" spc="35">
                <a:latin typeface="Century Gothic"/>
                <a:cs typeface="Century Gothic"/>
                <a:hlinkClick r:id="rId2"/>
              </a:rPr>
              <a:t>2013</a:t>
            </a:r>
            <a:r>
              <a:rPr dirty="0" sz="2200" spc="-55">
                <a:latin typeface="Century Gothic"/>
                <a:cs typeface="Century Gothic"/>
                <a:hlinkClick r:id="rId2"/>
              </a:rPr>
              <a:t>_</a:t>
            </a:r>
            <a:r>
              <a:rPr dirty="0" sz="2200" spc="-110">
                <a:latin typeface="Century Gothic"/>
                <a:cs typeface="Century Gothic"/>
                <a:hlinkClick r:id="rId2"/>
              </a:rPr>
              <a:t>G</a:t>
            </a:r>
            <a:r>
              <a:rPr dirty="0" sz="2200" spc="-210">
                <a:latin typeface="Century Gothic"/>
                <a:cs typeface="Century Gothic"/>
                <a:hlinkClick r:id="rId2"/>
              </a:rPr>
              <a:t>az</a:t>
            </a:r>
            <a:r>
              <a:rPr dirty="0" sz="2200" spc="20">
                <a:latin typeface="Century Gothic"/>
                <a:cs typeface="Century Gothic"/>
                <a:hlinkClick r:id="rId2"/>
              </a:rPr>
              <a:t>_1</a:t>
            </a:r>
            <a:r>
              <a:rPr dirty="0" sz="2200">
                <a:latin typeface="Century Gothic"/>
                <a:cs typeface="Century Gothic"/>
                <a:hlinkClick r:id="rId2"/>
              </a:rPr>
              <a:t>1</a:t>
            </a:r>
            <a:r>
              <a:rPr dirty="0" sz="2200" spc="-100">
                <a:latin typeface="Century Gothic"/>
                <a:cs typeface="Century Gothic"/>
                <a:hlinkClick r:id="rId2"/>
              </a:rPr>
              <a:t>3C</a:t>
            </a:r>
            <a:r>
              <a:rPr dirty="0" sz="2200" spc="-110">
                <a:latin typeface="Century Gothic"/>
                <a:cs typeface="Century Gothic"/>
                <a:hlinkClick r:id="rId2"/>
              </a:rPr>
              <a:t>D</a:t>
            </a:r>
            <a:r>
              <a:rPr dirty="0" sz="2200" spc="-15">
                <a:latin typeface="Century Gothic"/>
                <a:cs typeface="Century Gothic"/>
                <a:hlinkClick r:id="rId2"/>
              </a:rPr>
              <a:t>s</a:t>
            </a:r>
            <a:r>
              <a:rPr dirty="0" sz="2200" spc="-10">
                <a:latin typeface="Century Gothic"/>
                <a:cs typeface="Century Gothic"/>
                <a:hlinkClick r:id="rId2"/>
              </a:rPr>
              <a:t>_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n</a:t>
            </a:r>
            <a:r>
              <a:rPr dirty="0" sz="2200" spc="-335">
                <a:latin typeface="Century Gothic"/>
                <a:cs typeface="Century Gothic"/>
                <a:hlinkClick r:id="rId2"/>
              </a:rPr>
              <a:t>a</a:t>
            </a:r>
            <a:r>
              <a:rPr dirty="0" sz="2200" spc="-204">
                <a:latin typeface="Century Gothic"/>
                <a:cs typeface="Century Gothic"/>
                <a:hlinkClick r:id="rId2"/>
              </a:rPr>
              <a:t>t</a:t>
            </a:r>
            <a:r>
              <a:rPr dirty="0" sz="2200" spc="50">
                <a:latin typeface="Century Gothic"/>
                <a:cs typeface="Century Gothic"/>
                <a:hlinkClick r:id="rId2"/>
              </a:rPr>
              <a:t>i</a:t>
            </a:r>
            <a:r>
              <a:rPr dirty="0" sz="2200" spc="-220">
                <a:latin typeface="Century Gothic"/>
                <a:cs typeface="Century Gothic"/>
                <a:hlinkClick r:id="rId2"/>
              </a:rPr>
              <a:t>on</a:t>
            </a:r>
            <a:r>
              <a:rPr dirty="0" sz="2200" spc="-200">
                <a:latin typeface="Century Gothic"/>
                <a:cs typeface="Century Gothic"/>
                <a:hlinkClick r:id="rId2"/>
              </a:rPr>
              <a:t>a</a:t>
            </a:r>
            <a:r>
              <a:rPr dirty="0" sz="2200" spc="-70">
                <a:latin typeface="Century Gothic"/>
                <a:cs typeface="Century Gothic"/>
                <a:hlinkClick r:id="rId2"/>
              </a:rPr>
              <a:t>l</a:t>
            </a:r>
            <a:r>
              <a:rPr dirty="0" sz="2200" spc="20">
                <a:latin typeface="Century Gothic"/>
                <a:cs typeface="Century Gothic"/>
                <a:hlinkClick r:id="rId2"/>
              </a:rPr>
              <a:t>.</a:t>
            </a:r>
            <a:r>
              <a:rPr dirty="0" sz="2200" spc="-215">
                <a:latin typeface="Century Gothic"/>
                <a:cs typeface="Century Gothic"/>
                <a:hlinkClick r:id="rId2"/>
              </a:rPr>
              <a:t>t</a:t>
            </a:r>
            <a:r>
              <a:rPr dirty="0" sz="2200" spc="-200">
                <a:latin typeface="Century Gothic"/>
                <a:cs typeface="Century Gothic"/>
                <a:hlinkClick r:id="rId2"/>
              </a:rPr>
              <a:t>xt</a:t>
            </a:r>
            <a:r>
              <a:rPr dirty="0" sz="2200" spc="-135">
                <a:latin typeface="Century Gothic"/>
                <a:cs typeface="Century Gothic"/>
              </a:rPr>
              <a:t> </a:t>
            </a:r>
            <a:r>
              <a:rPr dirty="0" sz="2200" spc="-330">
                <a:latin typeface="Century Gothic"/>
                <a:cs typeface="Century Gothic"/>
              </a:rPr>
              <a:t>p</a:t>
            </a:r>
            <a:r>
              <a:rPr dirty="0" sz="2200" spc="-180">
                <a:latin typeface="Century Gothic"/>
                <a:cs typeface="Century Gothic"/>
              </a:rPr>
              <a:t>os</a:t>
            </a:r>
            <a:r>
              <a:rPr dirty="0" sz="2200" spc="-125">
                <a:latin typeface="Century Gothic"/>
                <a:cs typeface="Century Gothic"/>
              </a:rPr>
              <a:t>t</a:t>
            </a:r>
            <a:r>
              <a:rPr dirty="0" sz="2200" spc="-204">
                <a:latin typeface="Century Gothic"/>
                <a:cs typeface="Century Gothic"/>
              </a:rPr>
              <a:t>gre</a:t>
            </a:r>
            <a:r>
              <a:rPr dirty="0" sz="2200" spc="-125">
                <a:latin typeface="Century Gothic"/>
                <a:cs typeface="Century Gothic"/>
              </a:rPr>
              <a:t>s</a:t>
            </a:r>
            <a:r>
              <a:rPr dirty="0" sz="2200" spc="-225">
                <a:latin typeface="Century Gothic"/>
                <a:cs typeface="Century Gothic"/>
              </a:rPr>
              <a:t>q</a:t>
            </a:r>
            <a:r>
              <a:rPr dirty="0" sz="2200" spc="60">
                <a:latin typeface="Century Gothic"/>
                <a:cs typeface="Century Gothic"/>
              </a:rPr>
              <a:t>l</a:t>
            </a:r>
            <a:r>
              <a:rPr dirty="0" sz="2200" spc="60">
                <a:latin typeface="Century Gothic"/>
                <a:cs typeface="Century Gothic"/>
              </a:rPr>
              <a:t>:</a:t>
            </a:r>
            <a:r>
              <a:rPr dirty="0" sz="2200" spc="-80">
                <a:latin typeface="Century Gothic"/>
                <a:cs typeface="Century Gothic"/>
              </a:rPr>
              <a:t>///</a:t>
            </a:r>
            <a:r>
              <a:rPr dirty="0" sz="2200" spc="-330">
                <a:latin typeface="Century Gothic"/>
                <a:cs typeface="Century Gothic"/>
              </a:rPr>
              <a:t>p</a:t>
            </a:r>
            <a:r>
              <a:rPr dirty="0" sz="2200" spc="-120">
                <a:latin typeface="Century Gothic"/>
                <a:cs typeface="Century Gothic"/>
              </a:rPr>
              <a:t>gl</a:t>
            </a:r>
            <a:r>
              <a:rPr dirty="0" sz="2200" spc="-229">
                <a:latin typeface="Century Gothic"/>
                <a:cs typeface="Century Gothic"/>
              </a:rPr>
              <a:t>o</a:t>
            </a:r>
            <a:r>
              <a:rPr dirty="0" sz="2200" spc="-335">
                <a:latin typeface="Century Gothic"/>
                <a:cs typeface="Century Gothic"/>
              </a:rPr>
              <a:t>ad</a:t>
            </a:r>
            <a:r>
              <a:rPr dirty="0" sz="2200" spc="-320">
                <a:latin typeface="Century Gothic"/>
                <a:cs typeface="Century Gothic"/>
              </a:rPr>
              <a:t>e</a:t>
            </a:r>
            <a:r>
              <a:rPr dirty="0" sz="2200" spc="-105">
                <a:latin typeface="Century Gothic"/>
                <a:cs typeface="Century Gothic"/>
              </a:rPr>
              <a:t>r?di</a:t>
            </a:r>
            <a:r>
              <a:rPr dirty="0" sz="2200" spc="-125">
                <a:latin typeface="Century Gothic"/>
                <a:cs typeface="Century Gothic"/>
              </a:rPr>
              <a:t>s</a:t>
            </a:r>
            <a:r>
              <a:rPr dirty="0" sz="2200" spc="-114">
                <a:latin typeface="Century Gothic"/>
                <a:cs typeface="Century Gothic"/>
              </a:rPr>
              <a:t>t</a:t>
            </a:r>
            <a:r>
              <a:rPr dirty="0" sz="2200" spc="25">
                <a:latin typeface="Century Gothic"/>
                <a:cs typeface="Century Gothic"/>
              </a:rPr>
              <a:t>r</a:t>
            </a:r>
            <a:r>
              <a:rPr dirty="0" sz="2200" spc="50">
                <a:latin typeface="Century Gothic"/>
                <a:cs typeface="Century Gothic"/>
              </a:rPr>
              <a:t>i</a:t>
            </a:r>
            <a:r>
              <a:rPr dirty="0" sz="2200" spc="-434">
                <a:latin typeface="Century Gothic"/>
                <a:cs typeface="Century Gothic"/>
              </a:rPr>
              <a:t>c</a:t>
            </a:r>
            <a:r>
              <a:rPr dirty="0" sz="2200" spc="-215">
                <a:latin typeface="Century Gothic"/>
                <a:cs typeface="Century Gothic"/>
              </a:rPr>
              <a:t>t</a:t>
            </a:r>
            <a:r>
              <a:rPr dirty="0" sz="2200" spc="10">
                <a:latin typeface="Century Gothic"/>
                <a:cs typeface="Century Gothic"/>
              </a:rPr>
              <a:t>s_</a:t>
            </a:r>
            <a:r>
              <a:rPr dirty="0" sz="2200" spc="5">
                <a:latin typeface="Century Gothic"/>
                <a:cs typeface="Century Gothic"/>
              </a:rPr>
              <a:t>l</a:t>
            </a:r>
            <a:r>
              <a:rPr dirty="0" sz="2200" spc="-220">
                <a:latin typeface="Century Gothic"/>
                <a:cs typeface="Century Gothic"/>
              </a:rPr>
              <a:t>on</a:t>
            </a:r>
            <a:r>
              <a:rPr dirty="0" sz="2200" spc="-180">
                <a:latin typeface="Century Gothic"/>
                <a:cs typeface="Century Gothic"/>
              </a:rPr>
              <a:t>g</a:t>
            </a:r>
            <a:r>
              <a:rPr dirty="0" sz="2200" spc="-65">
                <a:latin typeface="Century Gothic"/>
                <a:cs typeface="Century Gothic"/>
              </a:rPr>
              <a:t>l</a:t>
            </a:r>
            <a:r>
              <a:rPr dirty="0" sz="2200" spc="-260">
                <a:latin typeface="Century Gothic"/>
                <a:cs typeface="Century Gothic"/>
              </a:rPr>
              <a:t>at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43948" y="3975459"/>
            <a:ext cx="192405" cy="9728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6040">
              <a:lnSpc>
                <a:spcPts val="2635"/>
              </a:lnSpc>
            </a:pPr>
            <a:r>
              <a:rPr dirty="0" sz="2200" spc="-455">
                <a:latin typeface="Century Gothic"/>
                <a:cs typeface="Century Gothic"/>
              </a:rPr>
              <a:t>\</a:t>
            </a:r>
            <a:endParaRPr sz="2200">
              <a:latin typeface="Century Gothic"/>
              <a:cs typeface="Century Gothic"/>
            </a:endParaRPr>
          </a:p>
          <a:p>
            <a:pPr marL="36195">
              <a:lnSpc>
                <a:spcPts val="2630"/>
              </a:lnSpc>
            </a:pPr>
            <a:r>
              <a:rPr dirty="0" sz="2200" spc="-455">
                <a:latin typeface="Century Gothic"/>
                <a:cs typeface="Century Gothic"/>
              </a:rPr>
              <a:t>\</a:t>
            </a:r>
            <a:endParaRPr sz="2200">
              <a:latin typeface="Century Gothic"/>
              <a:cs typeface="Century Gothic"/>
            </a:endParaRPr>
          </a:p>
          <a:p>
            <a:pPr marL="12700">
              <a:lnSpc>
                <a:spcPts val="2635"/>
              </a:lnSpc>
            </a:pPr>
            <a:r>
              <a:rPr dirty="0" sz="2200" spc="-455">
                <a:latin typeface="Century Gothic"/>
                <a:cs typeface="Century Gothic"/>
              </a:rPr>
              <a:t>\</a:t>
            </a:r>
            <a:endParaRPr sz="2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8290" y="1170939"/>
            <a:ext cx="9504680" cy="5924550"/>
          </a:xfrm>
          <a:custGeom>
            <a:avLst/>
            <a:gdLst/>
            <a:ahLst/>
            <a:cxnLst/>
            <a:rect l="l" t="t" r="r" b="b"/>
            <a:pathLst>
              <a:path w="9504680" h="5924550">
                <a:moveTo>
                  <a:pt x="9504680" y="0"/>
                </a:moveTo>
                <a:lnTo>
                  <a:pt x="0" y="0"/>
                </a:lnTo>
                <a:lnTo>
                  <a:pt x="0" y="5924550"/>
                </a:lnTo>
                <a:lnTo>
                  <a:pt x="9504680" y="5924550"/>
                </a:lnTo>
                <a:lnTo>
                  <a:pt x="95046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75590" y="1210504"/>
            <a:ext cx="9456420" cy="5883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115"/>
              </a:lnSpc>
            </a:pPr>
            <a:r>
              <a:rPr dirty="0" sz="2600" spc="-135">
                <a:latin typeface="Century Gothic"/>
                <a:cs typeface="Century Gothic"/>
              </a:rPr>
              <a:t>L</a:t>
            </a:r>
            <a:r>
              <a:rPr dirty="0" sz="2600" spc="-135">
                <a:latin typeface="Century Gothic"/>
                <a:cs typeface="Century Gothic"/>
              </a:rPr>
              <a:t>O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140">
                <a:latin typeface="Century Gothic"/>
                <a:cs typeface="Century Gothic"/>
              </a:rPr>
              <a:t>D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175">
                <a:latin typeface="Century Gothic"/>
                <a:cs typeface="Century Gothic"/>
              </a:rPr>
              <a:t>C</a:t>
            </a:r>
            <a:r>
              <a:rPr dirty="0" sz="2600" spc="-114">
                <a:latin typeface="Century Gothic"/>
                <a:cs typeface="Century Gothic"/>
              </a:rPr>
              <a:t>S</a:t>
            </a:r>
            <a:r>
              <a:rPr dirty="0" sz="2600" spc="-405">
                <a:latin typeface="Century Gothic"/>
                <a:cs typeface="Century Gothic"/>
              </a:rPr>
              <a:t>V</a:t>
            </a:r>
            <a:endParaRPr sz="2600">
              <a:latin typeface="Century Gothic"/>
              <a:cs typeface="Century Gothic"/>
            </a:endParaRPr>
          </a:p>
          <a:p>
            <a:pPr marL="300990" marR="641350">
              <a:lnSpc>
                <a:spcPts val="3110"/>
              </a:lnSpc>
              <a:spcBef>
                <a:spcPts val="105"/>
              </a:spcBef>
            </a:pPr>
            <a:r>
              <a:rPr dirty="0" sz="2600" spc="-85">
                <a:latin typeface="Century Gothic"/>
                <a:cs typeface="Century Gothic"/>
              </a:rPr>
              <a:t>F</a:t>
            </a:r>
            <a:r>
              <a:rPr dirty="0" sz="2600" spc="-90">
                <a:latin typeface="Century Gothic"/>
                <a:cs typeface="Century Gothic"/>
              </a:rPr>
              <a:t>R</a:t>
            </a:r>
            <a:r>
              <a:rPr dirty="0" sz="2600">
                <a:latin typeface="Century Gothic"/>
                <a:cs typeface="Century Gothic"/>
              </a:rPr>
              <a:t>O</a:t>
            </a:r>
            <a:r>
              <a:rPr dirty="0" sz="2600" spc="-240">
                <a:latin typeface="Century Gothic"/>
                <a:cs typeface="Century Gothic"/>
              </a:rPr>
              <a:t>M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160">
                <a:latin typeface="Century Gothic"/>
                <a:cs typeface="Century Gothic"/>
              </a:rPr>
              <a:t>'</a:t>
            </a:r>
            <a:r>
              <a:rPr dirty="0" sz="2600" spc="-160">
                <a:latin typeface="Century Gothic"/>
                <a:cs typeface="Century Gothic"/>
              </a:rPr>
              <a:t>G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245">
                <a:latin typeface="Century Gothic"/>
                <a:cs typeface="Century Gothic"/>
              </a:rPr>
              <a:t>o</a:t>
            </a:r>
            <a:r>
              <a:rPr dirty="0" sz="2600" spc="-170">
                <a:latin typeface="Century Gothic"/>
                <a:cs typeface="Century Gothic"/>
              </a:rPr>
              <a:t>L</a:t>
            </a:r>
            <a:r>
              <a:rPr dirty="0" sz="2600" spc="70">
                <a:latin typeface="Century Gothic"/>
                <a:cs typeface="Century Gothic"/>
              </a:rPr>
              <a:t>i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155">
                <a:latin typeface="Century Gothic"/>
                <a:cs typeface="Century Gothic"/>
              </a:rPr>
              <a:t>C</a:t>
            </a:r>
            <a:r>
              <a:rPr dirty="0" sz="2600" spc="-40">
                <a:latin typeface="Century Gothic"/>
                <a:cs typeface="Century Gothic"/>
              </a:rPr>
              <a:t>i</a:t>
            </a:r>
            <a:r>
              <a:rPr dirty="0" sz="2600" spc="-250">
                <a:latin typeface="Century Gothic"/>
                <a:cs typeface="Century Gothic"/>
              </a:rPr>
              <a:t>t</a:t>
            </a:r>
            <a:r>
              <a:rPr dirty="0" sz="2600" spc="-350">
                <a:latin typeface="Century Gothic"/>
                <a:cs typeface="Century Gothic"/>
              </a:rPr>
              <a:t>y</a:t>
            </a:r>
            <a:r>
              <a:rPr dirty="0" sz="2600" spc="25">
                <a:latin typeface="Century Gothic"/>
                <a:cs typeface="Century Gothic"/>
              </a:rPr>
              <a:t>-</a:t>
            </a:r>
            <a:r>
              <a:rPr dirty="0" sz="2600" spc="10">
                <a:latin typeface="Century Gothic"/>
                <a:cs typeface="Century Gothic"/>
              </a:rPr>
              <a:t>B</a:t>
            </a:r>
            <a:r>
              <a:rPr dirty="0" sz="2600" spc="5">
                <a:latin typeface="Century Gothic"/>
                <a:cs typeface="Century Gothic"/>
              </a:rPr>
              <a:t>l</a:t>
            </a:r>
            <a:r>
              <a:rPr dirty="0" sz="2600" spc="-400">
                <a:latin typeface="Century Gothic"/>
                <a:cs typeface="Century Gothic"/>
              </a:rPr>
              <a:t>o</a:t>
            </a:r>
            <a:r>
              <a:rPr dirty="0" sz="2600" spc="-390">
                <a:latin typeface="Century Gothic"/>
                <a:cs typeface="Century Gothic"/>
              </a:rPr>
              <a:t>c</a:t>
            </a:r>
            <a:r>
              <a:rPr dirty="0" sz="2600" spc="-50">
                <a:latin typeface="Century Gothic"/>
                <a:cs typeface="Century Gothic"/>
              </a:rPr>
              <a:t>ks</a:t>
            </a:r>
            <a:r>
              <a:rPr dirty="0" sz="2600" spc="-25">
                <a:latin typeface="Century Gothic"/>
                <a:cs typeface="Century Gothic"/>
              </a:rPr>
              <a:t>.</a:t>
            </a:r>
            <a:r>
              <a:rPr dirty="0" sz="2600" spc="-505">
                <a:latin typeface="Century Gothic"/>
                <a:cs typeface="Century Gothic"/>
              </a:rPr>
              <a:t>c</a:t>
            </a:r>
            <a:r>
              <a:rPr dirty="0" sz="2600" spc="-160">
                <a:latin typeface="Century Gothic"/>
                <a:cs typeface="Century Gothic"/>
              </a:rPr>
              <a:t>s</a:t>
            </a:r>
            <a:r>
              <a:rPr dirty="0" sz="2600" spc="-215">
                <a:latin typeface="Century Gothic"/>
                <a:cs typeface="Century Gothic"/>
              </a:rPr>
              <a:t>v</a:t>
            </a:r>
            <a:r>
              <a:rPr dirty="0" sz="2600" spc="-155">
                <a:latin typeface="Century Gothic"/>
                <a:cs typeface="Century Gothic"/>
              </a:rPr>
              <a:t>'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175">
                <a:latin typeface="Century Gothic"/>
                <a:cs typeface="Century Gothic"/>
              </a:rPr>
              <a:t>W</a:t>
            </a: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180">
                <a:latin typeface="Century Gothic"/>
                <a:cs typeface="Century Gothic"/>
              </a:rPr>
              <a:t>T</a:t>
            </a:r>
            <a:r>
              <a:rPr dirty="0" sz="2600" spc="35">
                <a:latin typeface="Century Gothic"/>
                <a:cs typeface="Century Gothic"/>
              </a:rPr>
              <a:t>H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75">
                <a:latin typeface="Century Gothic"/>
                <a:cs typeface="Century Gothic"/>
              </a:rPr>
              <a:t>E</a:t>
            </a:r>
            <a:r>
              <a:rPr dirty="0" sz="2600" spc="-90">
                <a:latin typeface="Century Gothic"/>
                <a:cs typeface="Century Gothic"/>
              </a:rPr>
              <a:t>NC</a:t>
            </a:r>
            <a:r>
              <a:rPr dirty="0" sz="2600" spc="-95">
                <a:latin typeface="Century Gothic"/>
                <a:cs typeface="Century Gothic"/>
              </a:rPr>
              <a:t>O</a:t>
            </a:r>
            <a:r>
              <a:rPr dirty="0" sz="2600" spc="-85">
                <a:latin typeface="Century Gothic"/>
                <a:cs typeface="Century Gothic"/>
              </a:rPr>
              <a:t>D</a:t>
            </a:r>
            <a:r>
              <a:rPr dirty="0" sz="2600" spc="-25">
                <a:latin typeface="Century Gothic"/>
                <a:cs typeface="Century Gothic"/>
              </a:rPr>
              <a:t>I</a:t>
            </a:r>
            <a:r>
              <a:rPr dirty="0" sz="2600" spc="-85">
                <a:latin typeface="Century Gothic"/>
                <a:cs typeface="Century Gothic"/>
              </a:rPr>
              <a:t>N</a:t>
            </a:r>
            <a:r>
              <a:rPr dirty="0" sz="2600" spc="-95">
                <a:latin typeface="Century Gothic"/>
                <a:cs typeface="Century Gothic"/>
              </a:rPr>
              <a:t>G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70">
                <a:latin typeface="Century Gothic"/>
                <a:cs typeface="Century Gothic"/>
              </a:rPr>
              <a:t>i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125">
                <a:latin typeface="Century Gothic"/>
                <a:cs typeface="Century Gothic"/>
              </a:rPr>
              <a:t>o-</a:t>
            </a:r>
            <a:r>
              <a:rPr dirty="0" sz="2600" spc="45">
                <a:latin typeface="Century Gothic"/>
                <a:cs typeface="Century Gothic"/>
              </a:rPr>
              <a:t>646-</a:t>
            </a:r>
            <a:r>
              <a:rPr dirty="0" sz="2600" spc="-125">
                <a:latin typeface="Century Gothic"/>
                <a:cs typeface="Century Gothic"/>
              </a:rPr>
              <a:t>us</a:t>
            </a:r>
            <a:r>
              <a:rPr dirty="0" sz="2600" spc="-70">
                <a:latin typeface="Century Gothic"/>
                <a:cs typeface="Century Gothic"/>
              </a:rPr>
              <a:t> </a:t>
            </a:r>
            <a:r>
              <a:rPr dirty="0" sz="2600" spc="-185">
                <a:latin typeface="Century Gothic"/>
                <a:cs typeface="Century Gothic"/>
              </a:rPr>
              <a:t>H</a:t>
            </a:r>
            <a:r>
              <a:rPr dirty="0" sz="2600" spc="-195">
                <a:latin typeface="Century Gothic"/>
                <a:cs typeface="Century Gothic"/>
              </a:rPr>
              <a:t>A</a:t>
            </a:r>
            <a:r>
              <a:rPr dirty="0" sz="2600" spc="-400">
                <a:latin typeface="Century Gothic"/>
                <a:cs typeface="Century Gothic"/>
              </a:rPr>
              <a:t>V</a:t>
            </a: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10">
                <a:latin typeface="Century Gothic"/>
                <a:cs typeface="Century Gothic"/>
              </a:rPr>
              <a:t>N</a:t>
            </a:r>
            <a:r>
              <a:rPr dirty="0" sz="2600" spc="-160">
                <a:latin typeface="Century Gothic"/>
                <a:cs typeface="Century Gothic"/>
              </a:rPr>
              <a:t>G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45">
                <a:latin typeface="Century Gothic"/>
                <a:cs typeface="Century Gothic"/>
              </a:rPr>
              <a:t>F</a:t>
            </a:r>
            <a:r>
              <a:rPr dirty="0" sz="2600" spc="20">
                <a:latin typeface="Century Gothic"/>
                <a:cs typeface="Century Gothic"/>
              </a:rPr>
              <a:t>I</a:t>
            </a:r>
            <a:r>
              <a:rPr dirty="0" sz="2600" spc="-75">
                <a:latin typeface="Century Gothic"/>
                <a:cs typeface="Century Gothic"/>
              </a:rPr>
              <a:t>E</a:t>
            </a:r>
            <a:r>
              <a:rPr dirty="0" sz="2600" spc="-135">
                <a:latin typeface="Century Gothic"/>
                <a:cs typeface="Century Gothic"/>
              </a:rPr>
              <a:t>L</a:t>
            </a:r>
            <a:r>
              <a:rPr dirty="0" sz="2600" spc="-135">
                <a:latin typeface="Century Gothic"/>
                <a:cs typeface="Century Gothic"/>
              </a:rPr>
              <a:t>D</a:t>
            </a:r>
            <a:r>
              <a:rPr dirty="0" sz="2600">
                <a:latin typeface="Century Gothic"/>
                <a:cs typeface="Century Gothic"/>
              </a:rPr>
              <a:t>S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75">
                <a:latin typeface="Century Gothic"/>
                <a:cs typeface="Century Gothic"/>
              </a:rPr>
              <a:t>(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110">
                <a:latin typeface="Century Gothic"/>
                <a:cs typeface="Century Gothic"/>
              </a:rPr>
              <a:t>r</a:t>
            </a:r>
            <a:r>
              <a:rPr dirty="0" sz="2600" spc="-114">
                <a:latin typeface="Century Gothic"/>
                <a:cs typeface="Century Gothic"/>
              </a:rPr>
              <a:t>t</a:t>
            </a: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-229">
                <a:latin typeface="Century Gothic"/>
                <a:cs typeface="Century Gothic"/>
              </a:rPr>
              <a:t>pNu</a:t>
            </a:r>
            <a:r>
              <a:rPr dirty="0" sz="2600" spc="-330">
                <a:latin typeface="Century Gothic"/>
                <a:cs typeface="Century Gothic"/>
              </a:rPr>
              <a:t>m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40">
                <a:latin typeface="Century Gothic"/>
                <a:cs typeface="Century Gothic"/>
              </a:rPr>
              <a:t>I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-204">
                <a:latin typeface="Century Gothic"/>
                <a:cs typeface="Century Gothic"/>
              </a:rPr>
              <a:t>Num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40">
                <a:latin typeface="Century Gothic"/>
                <a:cs typeface="Century Gothic"/>
              </a:rPr>
              <a:t> </a:t>
            </a:r>
            <a:r>
              <a:rPr dirty="0" sz="2600" spc="60">
                <a:latin typeface="Century Gothic"/>
                <a:cs typeface="Century Gothic"/>
              </a:rPr>
              <a:t>l</a:t>
            </a:r>
            <a:r>
              <a:rPr dirty="0" sz="2600" spc="-254">
                <a:latin typeface="Century Gothic"/>
                <a:cs typeface="Century Gothic"/>
              </a:rPr>
              <a:t>o</a:t>
            </a:r>
            <a:r>
              <a:rPr dirty="0" sz="2600" spc="-505">
                <a:latin typeface="Century Gothic"/>
                <a:cs typeface="Century Gothic"/>
              </a:rPr>
              <a:t>c</a:t>
            </a: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-260">
                <a:latin typeface="Century Gothic"/>
                <a:cs typeface="Century Gothic"/>
              </a:rPr>
              <a:t>)</a:t>
            </a:r>
            <a:endParaRPr sz="2600">
              <a:latin typeface="Century Gothic"/>
              <a:cs typeface="Century Gothic"/>
            </a:endParaRPr>
          </a:p>
          <a:p>
            <a:pPr marL="300990">
              <a:lnSpc>
                <a:spcPts val="3010"/>
              </a:lnSpc>
            </a:pP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110">
                <a:latin typeface="Century Gothic"/>
                <a:cs typeface="Century Gothic"/>
              </a:rPr>
              <a:t>N</a:t>
            </a:r>
            <a:r>
              <a:rPr dirty="0" sz="2600" spc="70">
                <a:latin typeface="Century Gothic"/>
                <a:cs typeface="Century Gothic"/>
              </a:rPr>
              <a:t>T</a:t>
            </a:r>
            <a:r>
              <a:rPr dirty="0" sz="2600">
                <a:latin typeface="Century Gothic"/>
                <a:cs typeface="Century Gothic"/>
              </a:rPr>
              <a:t>O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-180">
                <a:latin typeface="Century Gothic"/>
                <a:cs typeface="Century Gothic"/>
              </a:rPr>
              <a:t>o</a:t>
            </a:r>
            <a:r>
              <a:rPr dirty="0" sz="2600" spc="-100">
                <a:latin typeface="Century Gothic"/>
                <a:cs typeface="Century Gothic"/>
              </a:rPr>
              <a:t>s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360">
                <a:latin typeface="Century Gothic"/>
                <a:cs typeface="Century Gothic"/>
              </a:rPr>
              <a:t>g</a:t>
            </a:r>
            <a:r>
              <a:rPr dirty="0" sz="2600" spc="-195">
                <a:latin typeface="Century Gothic"/>
                <a:cs typeface="Century Gothic"/>
              </a:rPr>
              <a:t>re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385">
                <a:latin typeface="Century Gothic"/>
                <a:cs typeface="Century Gothic"/>
              </a:rPr>
              <a:t>q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75">
                <a:latin typeface="Century Gothic"/>
                <a:cs typeface="Century Gothic"/>
              </a:rPr>
              <a:t>:</a:t>
            </a:r>
            <a:r>
              <a:rPr dirty="0" sz="2600" spc="-105">
                <a:latin typeface="Century Gothic"/>
                <a:cs typeface="Century Gothic"/>
              </a:rPr>
              <a:t>/</a:t>
            </a:r>
            <a:r>
              <a:rPr dirty="0" sz="2600" spc="-95">
                <a:latin typeface="Century Gothic"/>
                <a:cs typeface="Century Gothic"/>
              </a:rPr>
              <a:t>/</a:t>
            </a:r>
            <a:r>
              <a:rPr dirty="0" sz="2600" spc="-235">
                <a:latin typeface="Century Gothic"/>
                <a:cs typeface="Century Gothic"/>
              </a:rPr>
              <a:t>u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20">
                <a:latin typeface="Century Gothic"/>
                <a:cs typeface="Century Gothic"/>
              </a:rPr>
              <a:t>r</a:t>
            </a:r>
            <a:r>
              <a:rPr dirty="0" sz="2600" spc="340">
                <a:latin typeface="Century Gothic"/>
                <a:cs typeface="Century Gothic"/>
              </a:rPr>
              <a:t>@</a:t>
            </a:r>
            <a:r>
              <a:rPr dirty="0" sz="2600" spc="60">
                <a:latin typeface="Century Gothic"/>
                <a:cs typeface="Century Gothic"/>
              </a:rPr>
              <a:t>l</a:t>
            </a:r>
            <a:r>
              <a:rPr dirty="0" sz="2600" spc="-254">
                <a:latin typeface="Century Gothic"/>
                <a:cs typeface="Century Gothic"/>
              </a:rPr>
              <a:t>o</a:t>
            </a:r>
            <a:r>
              <a:rPr dirty="0" sz="2600" spc="-505">
                <a:latin typeface="Century Gothic"/>
                <a:cs typeface="Century Gothic"/>
              </a:rPr>
              <a:t>c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240">
                <a:latin typeface="Century Gothic"/>
                <a:cs typeface="Century Gothic"/>
              </a:rPr>
              <a:t>h</a:t>
            </a:r>
            <a:r>
              <a:rPr dirty="0" sz="2600" spc="-210">
                <a:latin typeface="Century Gothic"/>
                <a:cs typeface="Century Gothic"/>
              </a:rPr>
              <a:t>os</a:t>
            </a:r>
            <a:r>
              <a:rPr dirty="0" sz="2600" spc="-135">
                <a:latin typeface="Century Gothic"/>
                <a:cs typeface="Century Gothic"/>
              </a:rPr>
              <a:t>t</a:t>
            </a:r>
            <a:r>
              <a:rPr dirty="0" sz="2600" spc="75">
                <a:latin typeface="Century Gothic"/>
                <a:cs typeface="Century Gothic"/>
              </a:rPr>
              <a:t>:</a:t>
            </a:r>
            <a:r>
              <a:rPr dirty="0" sz="2600" spc="50">
                <a:latin typeface="Century Gothic"/>
                <a:cs typeface="Century Gothic"/>
              </a:rPr>
              <a:t>54</a:t>
            </a:r>
            <a:r>
              <a:rPr dirty="0" sz="2600" spc="45">
                <a:latin typeface="Century Gothic"/>
                <a:cs typeface="Century Gothic"/>
              </a:rPr>
              <a:t>3</a:t>
            </a:r>
            <a:r>
              <a:rPr dirty="0" sz="2600" spc="50">
                <a:latin typeface="Century Gothic"/>
                <a:cs typeface="Century Gothic"/>
              </a:rPr>
              <a:t>9</a:t>
            </a:r>
            <a:r>
              <a:rPr dirty="0" sz="2600" spc="65">
                <a:latin typeface="Century Gothic"/>
                <a:cs typeface="Century Gothic"/>
              </a:rPr>
              <a:t>3</a:t>
            </a:r>
            <a:r>
              <a:rPr dirty="0" sz="2600" spc="-105">
                <a:latin typeface="Century Gothic"/>
                <a:cs typeface="Century Gothic"/>
              </a:rPr>
              <a:t>/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-320">
                <a:latin typeface="Century Gothic"/>
                <a:cs typeface="Century Gothic"/>
              </a:rPr>
              <a:t>b</a:t>
            </a:r>
            <a:r>
              <a:rPr dirty="0" sz="2600" spc="-300">
                <a:latin typeface="Century Gothic"/>
                <a:cs typeface="Century Gothic"/>
              </a:rPr>
              <a:t>n</a:t>
            </a:r>
            <a:r>
              <a:rPr dirty="0" sz="2600" spc="-320">
                <a:latin typeface="Century Gothic"/>
                <a:cs typeface="Century Gothic"/>
              </a:rPr>
              <a:t>a</a:t>
            </a:r>
            <a:r>
              <a:rPr dirty="0" sz="2600" spc="-445">
                <a:latin typeface="Century Gothic"/>
                <a:cs typeface="Century Gothic"/>
              </a:rPr>
              <a:t>m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210">
                <a:latin typeface="Century Gothic"/>
                <a:cs typeface="Century Gothic"/>
              </a:rPr>
              <a:t>?</a:t>
            </a:r>
            <a:r>
              <a:rPr dirty="0" sz="2600" spc="-360">
                <a:latin typeface="Century Gothic"/>
                <a:cs typeface="Century Gothic"/>
              </a:rPr>
              <a:t>g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145">
                <a:latin typeface="Century Gothic"/>
                <a:cs typeface="Century Gothic"/>
              </a:rPr>
              <a:t>o</a:t>
            </a:r>
            <a:r>
              <a:rPr dirty="0" sz="2600" spc="-45">
                <a:latin typeface="Century Gothic"/>
                <a:cs typeface="Century Gothic"/>
              </a:rPr>
              <a:t>l</a:t>
            </a:r>
            <a:r>
              <a:rPr dirty="0" sz="2600" spc="70">
                <a:latin typeface="Century Gothic"/>
                <a:cs typeface="Century Gothic"/>
              </a:rPr>
              <a:t>i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30">
                <a:latin typeface="Century Gothic"/>
                <a:cs typeface="Century Gothic"/>
              </a:rPr>
              <a:t>.</a:t>
            </a:r>
            <a:r>
              <a:rPr dirty="0" sz="2600" spc="-385">
                <a:latin typeface="Century Gothic"/>
                <a:cs typeface="Century Gothic"/>
              </a:rPr>
              <a:t>b</a:t>
            </a:r>
            <a:r>
              <a:rPr dirty="0" sz="2600" spc="75">
                <a:latin typeface="Century Gothic"/>
                <a:cs typeface="Century Gothic"/>
              </a:rPr>
              <a:t>l</a:t>
            </a:r>
            <a:r>
              <a:rPr dirty="0" sz="2600" spc="-400">
                <a:latin typeface="Century Gothic"/>
                <a:cs typeface="Century Gothic"/>
              </a:rPr>
              <a:t>o</a:t>
            </a:r>
            <a:r>
              <a:rPr dirty="0" sz="2600" spc="-400">
                <a:latin typeface="Century Gothic"/>
                <a:cs typeface="Century Gothic"/>
              </a:rPr>
              <a:t>c</a:t>
            </a:r>
            <a:r>
              <a:rPr dirty="0" sz="2600" spc="-70">
                <a:latin typeface="Century Gothic"/>
                <a:cs typeface="Century Gothic"/>
              </a:rPr>
              <a:t>ks</a:t>
            </a:r>
            <a:endParaRPr sz="2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 marR="677545" indent="288290">
              <a:lnSpc>
                <a:spcPts val="3110"/>
              </a:lnSpc>
            </a:pPr>
            <a:r>
              <a:rPr dirty="0" sz="2600" spc="170">
                <a:latin typeface="Century Gothic"/>
                <a:cs typeface="Century Gothic"/>
              </a:rPr>
              <a:t>T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220">
                <a:latin typeface="Century Gothic"/>
                <a:cs typeface="Century Gothic"/>
              </a:rPr>
              <a:t>R</a:t>
            </a:r>
            <a:r>
              <a:rPr dirty="0" sz="2600" spc="-160">
                <a:latin typeface="Century Gothic"/>
                <a:cs typeface="Century Gothic"/>
              </a:rPr>
              <a:t>G</a:t>
            </a:r>
            <a:r>
              <a:rPr dirty="0" sz="2600" spc="-75">
                <a:latin typeface="Century Gothic"/>
                <a:cs typeface="Century Gothic"/>
              </a:rPr>
              <a:t>E</a:t>
            </a:r>
            <a:r>
              <a:rPr dirty="0" sz="2600" spc="175">
                <a:latin typeface="Century Gothic"/>
                <a:cs typeface="Century Gothic"/>
              </a:rPr>
              <a:t>T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135">
                <a:latin typeface="Century Gothic"/>
                <a:cs typeface="Century Gothic"/>
              </a:rPr>
              <a:t>C</a:t>
            </a:r>
            <a:r>
              <a:rPr dirty="0" sz="2600" spc="-140">
                <a:latin typeface="Century Gothic"/>
                <a:cs typeface="Century Gothic"/>
              </a:rPr>
              <a:t>O</a:t>
            </a:r>
            <a:r>
              <a:rPr dirty="0" sz="2600" spc="-135">
                <a:latin typeface="Century Gothic"/>
                <a:cs typeface="Century Gothic"/>
              </a:rPr>
              <a:t>L</a:t>
            </a:r>
            <a:r>
              <a:rPr dirty="0" sz="2600" spc="-50">
                <a:latin typeface="Century Gothic"/>
                <a:cs typeface="Century Gothic"/>
              </a:rPr>
              <a:t>UM</a:t>
            </a:r>
            <a:r>
              <a:rPr dirty="0" sz="2600" spc="-30">
                <a:latin typeface="Century Gothic"/>
                <a:cs typeface="Century Gothic"/>
              </a:rPr>
              <a:t>N</a:t>
            </a:r>
            <a:r>
              <a:rPr dirty="0" sz="2600">
                <a:latin typeface="Century Gothic"/>
                <a:cs typeface="Century Gothic"/>
              </a:rPr>
              <a:t>S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125">
                <a:latin typeface="Century Gothic"/>
                <a:cs typeface="Century Gothic"/>
              </a:rPr>
              <a:t>(</a:t>
            </a:r>
            <a:r>
              <a:rPr dirty="0" sz="2600" spc="-75">
                <a:latin typeface="Century Gothic"/>
                <a:cs typeface="Century Gothic"/>
              </a:rPr>
              <a:t>i</a:t>
            </a:r>
            <a:r>
              <a:rPr dirty="0" sz="2600" spc="-220">
                <a:latin typeface="Century Gothic"/>
                <a:cs typeface="Century Gothic"/>
              </a:rPr>
              <a:t>pr</a:t>
            </a:r>
            <a:r>
              <a:rPr dirty="0" sz="2600" spc="-320">
                <a:latin typeface="Century Gothic"/>
                <a:cs typeface="Century Gothic"/>
              </a:rPr>
              <a:t>a</a:t>
            </a:r>
            <a:r>
              <a:rPr dirty="0" sz="2600" spc="-250">
                <a:latin typeface="Century Gothic"/>
                <a:cs typeface="Century Gothic"/>
              </a:rPr>
              <a:t>n</a:t>
            </a:r>
            <a:r>
              <a:rPr dirty="0" sz="2600" spc="-380">
                <a:latin typeface="Century Gothic"/>
                <a:cs typeface="Century Gothic"/>
              </a:rPr>
              <a:t>ge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70">
                <a:latin typeface="Century Gothic"/>
                <a:cs typeface="Century Gothic"/>
              </a:rPr>
              <a:t>i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65">
                <a:latin typeface="Century Gothic"/>
                <a:cs typeface="Century Gothic"/>
              </a:rPr>
              <a:t>4</a:t>
            </a:r>
            <a:r>
              <a:rPr dirty="0" sz="2600" spc="30">
                <a:latin typeface="Century Gothic"/>
                <a:cs typeface="Century Gothic"/>
              </a:rPr>
              <a:t>r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70">
                <a:latin typeface="Century Gothic"/>
                <a:cs typeface="Century Gothic"/>
              </a:rPr>
              <a:t>us</a:t>
            </a:r>
            <a:r>
              <a:rPr dirty="0" sz="2600" spc="-30">
                <a:latin typeface="Century Gothic"/>
                <a:cs typeface="Century Gothic"/>
              </a:rPr>
              <a:t>i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350">
                <a:latin typeface="Century Gothic"/>
                <a:cs typeface="Century Gothic"/>
              </a:rPr>
              <a:t>g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125">
                <a:latin typeface="Century Gothic"/>
                <a:cs typeface="Century Gothic"/>
              </a:rPr>
              <a:t>(</a:t>
            </a:r>
            <a:r>
              <a:rPr dirty="0" sz="2600" spc="-65">
                <a:latin typeface="Century Gothic"/>
                <a:cs typeface="Century Gothic"/>
              </a:rPr>
              <a:t>i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25">
                <a:latin typeface="Century Gothic"/>
                <a:cs typeface="Century Gothic"/>
              </a:rPr>
              <a:t>-</a:t>
            </a:r>
            <a:r>
              <a:rPr dirty="0" sz="2600" spc="20">
                <a:latin typeface="Century Gothic"/>
                <a:cs typeface="Century Gothic"/>
              </a:rPr>
              <a:t>r</a:t>
            </a:r>
            <a:r>
              <a:rPr dirty="0" sz="2600" spc="-305">
                <a:latin typeface="Century Gothic"/>
                <a:cs typeface="Century Gothic"/>
              </a:rPr>
              <a:t>an</a:t>
            </a:r>
            <a:r>
              <a:rPr dirty="0" sz="2600" spc="-360">
                <a:latin typeface="Century Gothic"/>
                <a:cs typeface="Century Gothic"/>
              </a:rPr>
              <a:t>g</a:t>
            </a:r>
            <a:r>
              <a:rPr dirty="0" sz="2600" spc="-409">
                <a:latin typeface="Century Gothic"/>
                <a:cs typeface="Century Gothic"/>
              </a:rPr>
              <a:t>e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20">
                <a:latin typeface="Century Gothic"/>
                <a:cs typeface="Century Gothic"/>
              </a:rPr>
              <a:t>r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40">
                <a:latin typeface="Century Gothic"/>
                <a:cs typeface="Century Gothic"/>
              </a:rPr>
              <a:t>I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10">
                <a:latin typeface="Century Gothic"/>
                <a:cs typeface="Century Gothic"/>
              </a:rPr>
              <a:t>N</a:t>
            </a:r>
            <a:r>
              <a:rPr dirty="0" sz="2600" spc="-310">
                <a:latin typeface="Century Gothic"/>
                <a:cs typeface="Century Gothic"/>
              </a:rPr>
              <a:t>um</a:t>
            </a:r>
            <a:r>
              <a:rPr dirty="0" sz="2600" spc="-114">
                <a:latin typeface="Century Gothic"/>
                <a:cs typeface="Century Gothic"/>
              </a:rPr>
              <a:t> 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40">
                <a:latin typeface="Century Gothic"/>
                <a:cs typeface="Century Gothic"/>
              </a:rPr>
              <a:t>I</a:t>
            </a:r>
            <a:r>
              <a:rPr dirty="0" sz="2600" spc="-229">
                <a:latin typeface="Century Gothic"/>
                <a:cs typeface="Century Gothic"/>
              </a:rPr>
              <a:t>pNu</a:t>
            </a:r>
            <a:r>
              <a:rPr dirty="0" sz="2600" spc="-330">
                <a:latin typeface="Century Gothic"/>
                <a:cs typeface="Century Gothic"/>
              </a:rPr>
              <a:t>m</a:t>
            </a:r>
            <a:r>
              <a:rPr dirty="0" sz="2600" spc="-140">
                <a:latin typeface="Century Gothic"/>
                <a:cs typeface="Century Gothic"/>
              </a:rPr>
              <a:t>)</a:t>
            </a:r>
            <a:r>
              <a:rPr dirty="0" sz="2600" spc="-105">
                <a:latin typeface="Century Gothic"/>
                <a:cs typeface="Century Gothic"/>
              </a:rPr>
              <a:t>,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400">
                <a:latin typeface="Century Gothic"/>
                <a:cs typeface="Century Gothic"/>
              </a:rPr>
              <a:t>o</a:t>
            </a:r>
            <a:r>
              <a:rPr dirty="0" sz="2600" spc="-390">
                <a:latin typeface="Century Gothic"/>
                <a:cs typeface="Century Gothic"/>
              </a:rPr>
              <a:t>c</a:t>
            </a:r>
            <a:r>
              <a:rPr dirty="0" sz="2600" spc="35">
                <a:latin typeface="Century Gothic"/>
                <a:cs typeface="Century Gothic"/>
              </a:rPr>
              <a:t>I</a:t>
            </a:r>
            <a:r>
              <a:rPr dirty="0" sz="2600" spc="-320">
                <a:latin typeface="Century Gothic"/>
                <a:cs typeface="Century Gothic"/>
              </a:rPr>
              <a:t>d)</a:t>
            </a:r>
            <a:endParaRPr sz="2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700">
              <a:latin typeface="Times New Roman"/>
              <a:cs typeface="Times New Roman"/>
            </a:endParaRPr>
          </a:p>
          <a:p>
            <a:pPr marL="781050" marR="6327775" indent="-318770">
              <a:lnSpc>
                <a:spcPts val="3100"/>
              </a:lnSpc>
            </a:pPr>
            <a:r>
              <a:rPr dirty="0" sz="2600" spc="-175">
                <a:latin typeface="Century Gothic"/>
                <a:cs typeface="Century Gothic"/>
              </a:rPr>
              <a:t>W</a:t>
            </a:r>
            <a:r>
              <a:rPr dirty="0" sz="2600" spc="40">
                <a:latin typeface="Century Gothic"/>
                <a:cs typeface="Century Gothic"/>
              </a:rPr>
              <a:t>I</a:t>
            </a:r>
            <a:r>
              <a:rPr dirty="0" sz="2600" spc="170">
                <a:latin typeface="Century Gothic"/>
                <a:cs typeface="Century Gothic"/>
              </a:rPr>
              <a:t>T</a:t>
            </a:r>
            <a:r>
              <a:rPr dirty="0" sz="2600" spc="35">
                <a:latin typeface="Century Gothic"/>
                <a:cs typeface="Century Gothic"/>
              </a:rPr>
              <a:t>H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20">
                <a:latin typeface="Century Gothic"/>
                <a:cs typeface="Century Gothic"/>
              </a:rPr>
              <a:t>r</a:t>
            </a:r>
            <a:r>
              <a:rPr dirty="0" sz="2600" spc="-229">
                <a:latin typeface="Century Gothic"/>
                <a:cs typeface="Century Gothic"/>
              </a:rPr>
              <a:t>u</a:t>
            </a:r>
            <a:r>
              <a:rPr dirty="0" sz="2600" spc="-225">
                <a:latin typeface="Century Gothic"/>
                <a:cs typeface="Century Gothic"/>
              </a:rPr>
              <a:t>n</a:t>
            </a:r>
            <a:r>
              <a:rPr dirty="0" sz="2600" spc="-505">
                <a:latin typeface="Century Gothic"/>
                <a:cs typeface="Century Gothic"/>
              </a:rPr>
              <a:t>c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30">
                <a:latin typeface="Century Gothic"/>
                <a:cs typeface="Century Gothic"/>
              </a:rPr>
              <a:t>sk</a:t>
            </a:r>
            <a:r>
              <a:rPr dirty="0" sz="2600" spc="-15">
                <a:latin typeface="Century Gothic"/>
                <a:cs typeface="Century Gothic"/>
              </a:rPr>
              <a:t>i</a:t>
            </a:r>
            <a:r>
              <a:rPr dirty="0" sz="2600" spc="-375">
                <a:latin typeface="Century Gothic"/>
                <a:cs typeface="Century Gothic"/>
              </a:rPr>
              <a:t>p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h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375">
                <a:latin typeface="Century Gothic"/>
                <a:cs typeface="Century Gothic"/>
              </a:rPr>
              <a:t>a</a:t>
            </a:r>
            <a:r>
              <a:rPr dirty="0" sz="2600" spc="-385">
                <a:latin typeface="Century Gothic"/>
                <a:cs typeface="Century Gothic"/>
              </a:rPr>
              <a:t>d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30">
                <a:latin typeface="Century Gothic"/>
                <a:cs typeface="Century Gothic"/>
              </a:rPr>
              <a:t>r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580">
                <a:latin typeface="Century Gothic"/>
                <a:cs typeface="Century Gothic"/>
              </a:rPr>
              <a:t>=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35">
                <a:latin typeface="Century Gothic"/>
                <a:cs typeface="Century Gothic"/>
              </a:rPr>
              <a:t>2,</a:t>
            </a:r>
            <a:endParaRPr sz="2600">
              <a:latin typeface="Century Gothic"/>
              <a:cs typeface="Century Gothic"/>
            </a:endParaRPr>
          </a:p>
          <a:p>
            <a:pPr marL="781050" marR="3896360">
              <a:lnSpc>
                <a:spcPts val="3110"/>
              </a:lnSpc>
            </a:pPr>
            <a:r>
              <a:rPr dirty="0" sz="2600" spc="-50">
                <a:latin typeface="Century Gothic"/>
                <a:cs typeface="Century Gothic"/>
              </a:rPr>
              <a:t>f</a:t>
            </a:r>
            <a:r>
              <a:rPr dirty="0" sz="2600" spc="-30">
                <a:latin typeface="Century Gothic"/>
                <a:cs typeface="Century Gothic"/>
              </a:rPr>
              <a:t>i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-25">
                <a:latin typeface="Century Gothic"/>
                <a:cs typeface="Century Gothic"/>
              </a:rPr>
              <a:t>s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300">
                <a:latin typeface="Century Gothic"/>
                <a:cs typeface="Century Gothic"/>
              </a:rPr>
              <a:t>opt</a:t>
            </a:r>
            <a:r>
              <a:rPr dirty="0" sz="2600" spc="75">
                <a:latin typeface="Century Gothic"/>
                <a:cs typeface="Century Gothic"/>
              </a:rPr>
              <a:t>i</a:t>
            </a:r>
            <a:r>
              <a:rPr dirty="0" sz="2600" spc="-265">
                <a:latin typeface="Century Gothic"/>
                <a:cs typeface="Century Gothic"/>
              </a:rPr>
              <a:t>o</a:t>
            </a:r>
            <a:r>
              <a:rPr dirty="0" sz="2600" spc="-250">
                <a:latin typeface="Century Gothic"/>
                <a:cs typeface="Century Gothic"/>
              </a:rPr>
              <a:t>n</a:t>
            </a:r>
            <a:r>
              <a:rPr dirty="0" sz="2600" spc="-150">
                <a:latin typeface="Century Gothic"/>
                <a:cs typeface="Century Gothic"/>
              </a:rPr>
              <a:t>al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350">
                <a:latin typeface="Century Gothic"/>
                <a:cs typeface="Century Gothic"/>
              </a:rPr>
              <a:t>y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505">
                <a:latin typeface="Century Gothic"/>
                <a:cs typeface="Century Gothic"/>
              </a:rPr>
              <a:t>c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180">
                <a:latin typeface="Century Gothic"/>
                <a:cs typeface="Century Gothic"/>
              </a:rPr>
              <a:t>o</a:t>
            </a:r>
            <a:r>
              <a:rPr dirty="0" sz="2600" spc="-100">
                <a:latin typeface="Century Gothic"/>
                <a:cs typeface="Century Gothic"/>
              </a:rPr>
              <a:t>s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395">
                <a:latin typeface="Century Gothic"/>
                <a:cs typeface="Century Gothic"/>
              </a:rPr>
              <a:t>d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385">
                <a:latin typeface="Century Gothic"/>
                <a:cs typeface="Century Gothic"/>
              </a:rPr>
              <a:t>b</a:t>
            </a:r>
            <a:r>
              <a:rPr dirty="0" sz="2600" spc="-350">
                <a:latin typeface="Century Gothic"/>
                <a:cs typeface="Century Gothic"/>
              </a:rPr>
              <a:t>y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160">
                <a:latin typeface="Century Gothic"/>
                <a:cs typeface="Century Gothic"/>
              </a:rPr>
              <a:t>'</a:t>
            </a:r>
            <a:r>
              <a:rPr dirty="0" sz="2600" spc="-140">
                <a:latin typeface="Century Gothic"/>
                <a:cs typeface="Century Gothic"/>
              </a:rPr>
              <a:t>"'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50">
                <a:latin typeface="Century Gothic"/>
                <a:cs typeface="Century Gothic"/>
              </a:rPr>
              <a:t>f</a:t>
            </a:r>
            <a:r>
              <a:rPr dirty="0" sz="2600" spc="-30">
                <a:latin typeface="Century Gothic"/>
                <a:cs typeface="Century Gothic"/>
              </a:rPr>
              <a:t>i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-25">
                <a:latin typeface="Century Gothic"/>
                <a:cs typeface="Century Gothic"/>
              </a:rPr>
              <a:t>s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210">
                <a:latin typeface="Century Gothic"/>
                <a:cs typeface="Century Gothic"/>
              </a:rPr>
              <a:t>s</a:t>
            </a:r>
            <a:r>
              <a:rPr dirty="0" sz="2600" spc="-340">
                <a:latin typeface="Century Gothic"/>
                <a:cs typeface="Century Gothic"/>
              </a:rPr>
              <a:t>c</a:t>
            </a:r>
            <a:r>
              <a:rPr dirty="0" sz="2600" spc="-375">
                <a:latin typeface="Century Gothic"/>
                <a:cs typeface="Century Gothic"/>
              </a:rPr>
              <a:t>a</a:t>
            </a:r>
            <a:r>
              <a:rPr dirty="0" sz="2600" spc="-385">
                <a:latin typeface="Century Gothic"/>
                <a:cs typeface="Century Gothic"/>
              </a:rPr>
              <a:t>p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395">
                <a:latin typeface="Century Gothic"/>
                <a:cs typeface="Century Gothic"/>
              </a:rPr>
              <a:t>d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365">
                <a:latin typeface="Century Gothic"/>
                <a:cs typeface="Century Gothic"/>
              </a:rPr>
              <a:t>by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385">
                <a:latin typeface="Century Gothic"/>
                <a:cs typeface="Century Gothic"/>
              </a:rPr>
              <a:t>b</a:t>
            </a:r>
            <a:r>
              <a:rPr dirty="0" sz="2600" spc="-465">
                <a:latin typeface="Century Gothic"/>
                <a:cs typeface="Century Gothic"/>
              </a:rPr>
              <a:t>a</a:t>
            </a:r>
            <a:r>
              <a:rPr dirty="0" sz="2600" spc="-450">
                <a:latin typeface="Century Gothic"/>
                <a:cs typeface="Century Gothic"/>
              </a:rPr>
              <a:t>c</a:t>
            </a:r>
            <a:r>
              <a:rPr dirty="0" sz="2600" spc="-80">
                <a:latin typeface="Century Gothic"/>
                <a:cs typeface="Century Gothic"/>
              </a:rPr>
              <a:t>k</a:t>
            </a:r>
            <a:r>
              <a:rPr dirty="0" sz="2600" spc="-60">
                <a:latin typeface="Century Gothic"/>
                <a:cs typeface="Century Gothic"/>
              </a:rPr>
              <a:t>s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20">
                <a:latin typeface="Century Gothic"/>
                <a:cs typeface="Century Gothic"/>
              </a:rPr>
              <a:t>s</a:t>
            </a:r>
            <a:r>
              <a:rPr dirty="0" sz="2600" spc="-240">
                <a:latin typeface="Century Gothic"/>
                <a:cs typeface="Century Gothic"/>
              </a:rPr>
              <a:t>h</a:t>
            </a:r>
            <a:r>
              <a:rPr dirty="0" sz="2600" spc="15">
                <a:latin typeface="Century Gothic"/>
                <a:cs typeface="Century Gothic"/>
              </a:rPr>
              <a:t>-</a:t>
            </a:r>
            <a:r>
              <a:rPr dirty="0" sz="2600" spc="-270">
                <a:latin typeface="Century Gothic"/>
                <a:cs typeface="Century Gothic"/>
              </a:rPr>
              <a:t>quot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50">
                <a:latin typeface="Century Gothic"/>
                <a:cs typeface="Century Gothic"/>
              </a:rPr>
              <a:t>f</a:t>
            </a:r>
            <a:r>
              <a:rPr dirty="0" sz="2600" spc="-30">
                <a:latin typeface="Century Gothic"/>
                <a:cs typeface="Century Gothic"/>
              </a:rPr>
              <a:t>i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70">
                <a:latin typeface="Century Gothic"/>
                <a:cs typeface="Century Gothic"/>
              </a:rPr>
              <a:t>l</a:t>
            </a:r>
            <a:r>
              <a:rPr dirty="0" sz="2600" spc="-405">
                <a:latin typeface="Century Gothic"/>
                <a:cs typeface="Century Gothic"/>
              </a:rPr>
              <a:t>d</a:t>
            </a:r>
            <a:r>
              <a:rPr dirty="0" sz="2600" spc="-25">
                <a:latin typeface="Century Gothic"/>
                <a:cs typeface="Century Gothic"/>
              </a:rPr>
              <a:t>s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20">
                <a:latin typeface="Century Gothic"/>
                <a:cs typeface="Century Gothic"/>
              </a:rPr>
              <a:t>r</a:t>
            </a:r>
            <a:r>
              <a:rPr dirty="0" sz="2600" spc="-400">
                <a:latin typeface="Century Gothic"/>
                <a:cs typeface="Century Gothic"/>
              </a:rPr>
              <a:t>m</a:t>
            </a:r>
            <a:r>
              <a:rPr dirty="0" sz="2600" spc="70">
                <a:latin typeface="Century Gothic"/>
                <a:cs typeface="Century Gothic"/>
              </a:rPr>
              <a:t>i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395">
                <a:latin typeface="Century Gothic"/>
                <a:cs typeface="Century Gothic"/>
              </a:rPr>
              <a:t>d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385">
                <a:latin typeface="Century Gothic"/>
                <a:cs typeface="Century Gothic"/>
              </a:rPr>
              <a:t>b</a:t>
            </a:r>
            <a:r>
              <a:rPr dirty="0" sz="2600" spc="-350">
                <a:latin typeface="Century Gothic"/>
                <a:cs typeface="Century Gothic"/>
              </a:rPr>
              <a:t>y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160">
                <a:latin typeface="Century Gothic"/>
                <a:cs typeface="Century Gothic"/>
              </a:rPr>
              <a:t>'</a:t>
            </a:r>
            <a:r>
              <a:rPr dirty="0" sz="2600" spc="-545">
                <a:latin typeface="Century Gothic"/>
                <a:cs typeface="Century Gothic"/>
              </a:rPr>
              <a:t>\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155">
                <a:latin typeface="Century Gothic"/>
                <a:cs typeface="Century Gothic"/>
              </a:rPr>
              <a:t>'</a:t>
            </a:r>
            <a:endParaRPr sz="2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8"/>
              </a:spcBef>
            </a:pPr>
            <a:endParaRPr sz="2600">
              <a:latin typeface="Times New Roman"/>
              <a:cs typeface="Times New Roman"/>
            </a:endParaRPr>
          </a:p>
          <a:p>
            <a:pPr marL="300990">
              <a:lnSpc>
                <a:spcPct val="100000"/>
              </a:lnSpc>
            </a:pPr>
            <a:r>
              <a:rPr dirty="0" sz="2600" spc="-10">
                <a:latin typeface="Century Gothic"/>
                <a:cs typeface="Century Gothic"/>
              </a:rPr>
              <a:t>S</a:t>
            </a:r>
            <a:r>
              <a:rPr dirty="0" sz="2600" spc="-75">
                <a:latin typeface="Century Gothic"/>
                <a:cs typeface="Century Gothic"/>
              </a:rPr>
              <a:t>E</a:t>
            </a:r>
            <a:r>
              <a:rPr dirty="0" sz="2600" spc="175">
                <a:latin typeface="Century Gothic"/>
                <a:cs typeface="Century Gothic"/>
              </a:rPr>
              <a:t>T</a:t>
            </a:r>
            <a:r>
              <a:rPr dirty="0" sz="2600" spc="40">
                <a:latin typeface="Century Gothic"/>
                <a:cs typeface="Century Gothic"/>
              </a:rPr>
              <a:t> </a:t>
            </a:r>
            <a:r>
              <a:rPr dirty="0" sz="2600" spc="-500">
                <a:latin typeface="Century Gothic"/>
                <a:cs typeface="Century Gothic"/>
              </a:rPr>
              <a:t>w</a:t>
            </a:r>
            <a:r>
              <a:rPr dirty="0" sz="2600" spc="-120">
                <a:latin typeface="Century Gothic"/>
                <a:cs typeface="Century Gothic"/>
              </a:rPr>
              <a:t>or</a:t>
            </a:r>
            <a:r>
              <a:rPr dirty="0" sz="2600" spc="-135">
                <a:latin typeface="Century Gothic"/>
                <a:cs typeface="Century Gothic"/>
              </a:rPr>
              <a:t>k</a:t>
            </a:r>
            <a:r>
              <a:rPr dirty="0" sz="2600" spc="5">
                <a:latin typeface="Century Gothic"/>
                <a:cs typeface="Century Gothic"/>
              </a:rPr>
              <a:t>_</a:t>
            </a:r>
            <a:r>
              <a:rPr dirty="0" sz="2600" spc="-400">
                <a:latin typeface="Century Gothic"/>
                <a:cs typeface="Century Gothic"/>
              </a:rPr>
              <a:t>m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395">
                <a:latin typeface="Century Gothic"/>
                <a:cs typeface="Century Gothic"/>
              </a:rPr>
              <a:t>m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260">
                <a:latin typeface="Century Gothic"/>
                <a:cs typeface="Century Gothic"/>
              </a:rPr>
              <a:t>o</a:t>
            </a:r>
            <a:r>
              <a:rPr dirty="0" sz="2600" spc="25">
                <a:latin typeface="Century Gothic"/>
                <a:cs typeface="Century Gothic"/>
              </a:rPr>
              <a:t> </a:t>
            </a:r>
            <a:r>
              <a:rPr dirty="0" sz="2600" spc="-160">
                <a:latin typeface="Century Gothic"/>
                <a:cs typeface="Century Gothic"/>
              </a:rPr>
              <a:t>'</a:t>
            </a:r>
            <a:r>
              <a:rPr dirty="0" sz="2600" spc="50">
                <a:latin typeface="Century Gothic"/>
                <a:cs typeface="Century Gothic"/>
              </a:rPr>
              <a:t>3</a:t>
            </a:r>
            <a:r>
              <a:rPr dirty="0" sz="2600" spc="55">
                <a:latin typeface="Century Gothic"/>
                <a:cs typeface="Century Gothic"/>
              </a:rPr>
              <a:t>2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155">
                <a:latin typeface="Century Gothic"/>
                <a:cs typeface="Century Gothic"/>
              </a:rPr>
              <a:t>MB'</a:t>
            </a:r>
            <a:r>
              <a:rPr dirty="0" sz="2600" spc="25">
                <a:latin typeface="Century Gothic"/>
                <a:cs typeface="Century Gothic"/>
              </a:rPr>
              <a:t>,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400">
                <a:latin typeface="Century Gothic"/>
                <a:cs typeface="Century Gothic"/>
              </a:rPr>
              <a:t>m</a:t>
            </a:r>
            <a:r>
              <a:rPr dirty="0" sz="2600" spc="-150">
                <a:latin typeface="Century Gothic"/>
                <a:cs typeface="Century Gothic"/>
              </a:rPr>
              <a:t>ai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250">
                <a:latin typeface="Century Gothic"/>
                <a:cs typeface="Century Gothic"/>
              </a:rPr>
              <a:t>t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385">
                <a:latin typeface="Century Gothic"/>
                <a:cs typeface="Century Gothic"/>
              </a:rPr>
              <a:t>a</a:t>
            </a:r>
            <a:r>
              <a:rPr dirty="0" sz="2600" spc="-240">
                <a:latin typeface="Century Gothic"/>
                <a:cs typeface="Century Gothic"/>
              </a:rPr>
              <a:t>n</a:t>
            </a:r>
            <a:r>
              <a:rPr dirty="0" sz="2600" spc="-515">
                <a:latin typeface="Century Gothic"/>
                <a:cs typeface="Century Gothic"/>
              </a:rPr>
              <a:t>c</a:t>
            </a:r>
            <a:r>
              <a:rPr dirty="0" sz="2600" spc="-405">
                <a:latin typeface="Century Gothic"/>
                <a:cs typeface="Century Gothic"/>
              </a:rPr>
              <a:t>e</a:t>
            </a:r>
            <a:r>
              <a:rPr dirty="0" sz="2600" spc="5">
                <a:latin typeface="Century Gothic"/>
                <a:cs typeface="Century Gothic"/>
              </a:rPr>
              <a:t>_</a:t>
            </a:r>
            <a:r>
              <a:rPr dirty="0" sz="2600" spc="-500">
                <a:latin typeface="Century Gothic"/>
                <a:cs typeface="Century Gothic"/>
              </a:rPr>
              <a:t>w</a:t>
            </a:r>
            <a:r>
              <a:rPr dirty="0" sz="2600" spc="-120">
                <a:latin typeface="Century Gothic"/>
                <a:cs typeface="Century Gothic"/>
              </a:rPr>
              <a:t>or</a:t>
            </a:r>
            <a:r>
              <a:rPr dirty="0" sz="2600" spc="-135">
                <a:latin typeface="Century Gothic"/>
                <a:cs typeface="Century Gothic"/>
              </a:rPr>
              <a:t>k</a:t>
            </a:r>
            <a:r>
              <a:rPr dirty="0" sz="2600" spc="5">
                <a:latin typeface="Century Gothic"/>
                <a:cs typeface="Century Gothic"/>
              </a:rPr>
              <a:t>_</a:t>
            </a:r>
            <a:r>
              <a:rPr dirty="0" sz="2600" spc="-390">
                <a:latin typeface="Century Gothic"/>
                <a:cs typeface="Century Gothic"/>
              </a:rPr>
              <a:t>m</a:t>
            </a:r>
            <a:r>
              <a:rPr dirty="0" sz="2600" spc="-415">
                <a:latin typeface="Century Gothic"/>
                <a:cs typeface="Century Gothic"/>
              </a:rPr>
              <a:t>e</a:t>
            </a:r>
            <a:r>
              <a:rPr dirty="0" sz="2600" spc="-395">
                <a:latin typeface="Century Gothic"/>
                <a:cs typeface="Century Gothic"/>
              </a:rPr>
              <a:t>m</a:t>
            </a:r>
            <a:r>
              <a:rPr dirty="0" sz="2600" spc="30">
                <a:latin typeface="Century Gothic"/>
                <a:cs typeface="Century Gothic"/>
              </a:rPr>
              <a:t> </a:t>
            </a:r>
            <a:r>
              <a:rPr dirty="0" sz="2600" spc="-240">
                <a:latin typeface="Century Gothic"/>
                <a:cs typeface="Century Gothic"/>
              </a:rPr>
              <a:t>t</a:t>
            </a:r>
            <a:r>
              <a:rPr dirty="0" sz="2600" spc="-260">
                <a:latin typeface="Century Gothic"/>
                <a:cs typeface="Century Gothic"/>
              </a:rPr>
              <a:t>o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160">
                <a:latin typeface="Century Gothic"/>
                <a:cs typeface="Century Gothic"/>
              </a:rPr>
              <a:t>'</a:t>
            </a:r>
            <a:r>
              <a:rPr dirty="0" sz="2600" spc="45">
                <a:latin typeface="Century Gothic"/>
                <a:cs typeface="Century Gothic"/>
              </a:rPr>
              <a:t>6</a:t>
            </a:r>
            <a:r>
              <a:rPr dirty="0" sz="2600" spc="55">
                <a:latin typeface="Century Gothic"/>
                <a:cs typeface="Century Gothic"/>
              </a:rPr>
              <a:t>4</a:t>
            </a:r>
            <a:r>
              <a:rPr dirty="0" sz="2600" spc="35">
                <a:latin typeface="Century Gothic"/>
                <a:cs typeface="Century Gothic"/>
              </a:rPr>
              <a:t> </a:t>
            </a:r>
            <a:r>
              <a:rPr dirty="0" sz="2600" spc="-155">
                <a:latin typeface="Century Gothic"/>
                <a:cs typeface="Century Gothic"/>
              </a:rPr>
              <a:t>MB'</a:t>
            </a:r>
            <a:r>
              <a:rPr dirty="0" sz="2600" spc="75">
                <a:latin typeface="Century Gothic"/>
                <a:cs typeface="Century Gothic"/>
              </a:rPr>
              <a:t>;</a:t>
            </a:r>
            <a:endParaRPr sz="2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49250">
              <a:lnSpc>
                <a:spcPct val="100000"/>
              </a:lnSpc>
            </a:pPr>
            <a:r>
              <a:rPr dirty="0" spc="-5"/>
              <a:t>Pg</a:t>
            </a:r>
            <a:r>
              <a:rPr dirty="0" spc="15"/>
              <a:t>l</a:t>
            </a:r>
            <a:r>
              <a:rPr dirty="0"/>
              <a:t>o</a:t>
            </a:r>
            <a:r>
              <a:rPr dirty="0" spc="185"/>
              <a:t>a</a:t>
            </a:r>
            <a:r>
              <a:rPr dirty="0" spc="75"/>
              <a:t>d</a:t>
            </a:r>
            <a:r>
              <a:rPr dirty="0" spc="30"/>
              <a:t>er</a:t>
            </a:r>
            <a:r>
              <a:rPr dirty="0" spc="55"/>
              <a:t> </a:t>
            </a:r>
            <a:r>
              <a:rPr dirty="0" spc="65"/>
              <a:t>-</a:t>
            </a:r>
            <a:r>
              <a:rPr dirty="0" spc="65"/>
              <a:t> </a:t>
            </a:r>
            <a:r>
              <a:rPr dirty="0" spc="-160"/>
              <a:t>E</a:t>
            </a:r>
            <a:r>
              <a:rPr dirty="0" spc="-185"/>
              <a:t>j</a:t>
            </a:r>
            <a:r>
              <a:rPr dirty="0" spc="35"/>
              <a:t>e</a:t>
            </a:r>
            <a:r>
              <a:rPr dirty="0" spc="-40"/>
              <a:t>m</a:t>
            </a:r>
            <a:r>
              <a:rPr dirty="0" spc="85"/>
              <a:t>p</a:t>
            </a:r>
            <a:r>
              <a:rPr dirty="0" spc="15"/>
              <a:t>l</a:t>
            </a:r>
            <a:r>
              <a:rPr dirty="0"/>
              <a:t>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6010" y="2627444"/>
            <a:ext cx="7698740" cy="1921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 indent="-173990">
              <a:lnSpc>
                <a:spcPct val="99700"/>
              </a:lnSpc>
            </a:pPr>
            <a:r>
              <a:rPr dirty="0" sz="4400" spc="-220" b="1">
                <a:latin typeface="Tahoma"/>
                <a:cs typeface="Tahoma"/>
              </a:rPr>
              <a:t>I</a:t>
            </a:r>
            <a:r>
              <a:rPr dirty="0" sz="4400" spc="-280" b="1">
                <a:latin typeface="Tahoma"/>
                <a:cs typeface="Tahoma"/>
              </a:rPr>
              <a:t>n</a:t>
            </a:r>
            <a:r>
              <a:rPr dirty="0" sz="4400" spc="-295" b="1">
                <a:latin typeface="Tahoma"/>
                <a:cs typeface="Tahoma"/>
              </a:rPr>
              <a:t>t</a:t>
            </a:r>
            <a:r>
              <a:rPr dirty="0" sz="4400" spc="35" b="1">
                <a:latin typeface="Tahoma"/>
                <a:cs typeface="Tahoma"/>
              </a:rPr>
              <a:t>r</a:t>
            </a:r>
            <a:r>
              <a:rPr dirty="0" sz="4400" b="1">
                <a:latin typeface="Tahoma"/>
                <a:cs typeface="Tahoma"/>
              </a:rPr>
              <a:t>o</a:t>
            </a:r>
            <a:r>
              <a:rPr dirty="0" sz="4400" spc="105" b="1">
                <a:latin typeface="Tahoma"/>
                <a:cs typeface="Tahoma"/>
              </a:rPr>
              <a:t>d</a:t>
            </a:r>
            <a:r>
              <a:rPr dirty="0" sz="4400" spc="-55" b="1">
                <a:latin typeface="Tahoma"/>
                <a:cs typeface="Tahoma"/>
              </a:rPr>
              <a:t>u</a:t>
            </a:r>
            <a:r>
              <a:rPr dirty="0" sz="4400" spc="-315" b="1">
                <a:latin typeface="Tahoma"/>
                <a:cs typeface="Tahoma"/>
              </a:rPr>
              <a:t>c</a:t>
            </a:r>
            <a:r>
              <a:rPr dirty="0" sz="4400" spc="-170" b="1">
                <a:latin typeface="Tahoma"/>
                <a:cs typeface="Tahoma"/>
              </a:rPr>
              <a:t>c</a:t>
            </a:r>
            <a:r>
              <a:rPr dirty="0" sz="4400" spc="-95" b="1">
                <a:latin typeface="Tahoma"/>
                <a:cs typeface="Tahoma"/>
              </a:rPr>
              <a:t>i</a:t>
            </a:r>
            <a:r>
              <a:rPr dirty="0" sz="4400" b="1">
                <a:latin typeface="Tahoma"/>
                <a:cs typeface="Tahoma"/>
              </a:rPr>
              <a:t>ó</a:t>
            </a:r>
            <a:r>
              <a:rPr dirty="0" sz="4400" spc="55" b="1">
                <a:latin typeface="Tahoma"/>
                <a:cs typeface="Tahoma"/>
              </a:rPr>
              <a:t>n</a:t>
            </a:r>
            <a:r>
              <a:rPr dirty="0" sz="4400" spc="90" b="1">
                <a:latin typeface="Tahoma"/>
                <a:cs typeface="Tahoma"/>
              </a:rPr>
              <a:t> </a:t>
            </a:r>
            <a:r>
              <a:rPr dirty="0" sz="4400" spc="260" b="1">
                <a:latin typeface="Tahoma"/>
                <a:cs typeface="Tahoma"/>
              </a:rPr>
              <a:t>a</a:t>
            </a:r>
            <a:r>
              <a:rPr dirty="0" sz="4400" spc="90" b="1">
                <a:latin typeface="Tahoma"/>
                <a:cs typeface="Tahoma"/>
              </a:rPr>
              <a:t> </a:t>
            </a:r>
            <a:r>
              <a:rPr dirty="0" sz="4400" spc="-85" b="1">
                <a:latin typeface="Tahoma"/>
                <a:cs typeface="Tahoma"/>
              </a:rPr>
              <a:t>F</a:t>
            </a:r>
            <a:r>
              <a:rPr dirty="0" sz="4400" spc="-100" b="1">
                <a:latin typeface="Tahoma"/>
                <a:cs typeface="Tahoma"/>
              </a:rPr>
              <a:t>D</a:t>
            </a:r>
            <a:r>
              <a:rPr dirty="0" sz="4400" spc="-275" b="1">
                <a:latin typeface="Tahoma"/>
                <a:cs typeface="Tahoma"/>
              </a:rPr>
              <a:t>W</a:t>
            </a:r>
            <a:r>
              <a:rPr dirty="0" sz="4400" spc="85" b="1">
                <a:latin typeface="Tahoma"/>
                <a:cs typeface="Tahoma"/>
              </a:rPr>
              <a:t> </a:t>
            </a:r>
            <a:r>
              <a:rPr dirty="0" sz="4400" spc="105" b="1">
                <a:latin typeface="Tahoma"/>
                <a:cs typeface="Tahoma"/>
              </a:rPr>
              <a:t>p</a:t>
            </a:r>
            <a:r>
              <a:rPr dirty="0" sz="4400" spc="175" b="1">
                <a:latin typeface="Tahoma"/>
                <a:cs typeface="Tahoma"/>
              </a:rPr>
              <a:t>a</a:t>
            </a:r>
            <a:r>
              <a:rPr dirty="0" sz="4400" spc="120" b="1">
                <a:latin typeface="Tahoma"/>
                <a:cs typeface="Tahoma"/>
              </a:rPr>
              <a:t>r</a:t>
            </a:r>
            <a:r>
              <a:rPr dirty="0" sz="4400" spc="260" b="1">
                <a:latin typeface="Tahoma"/>
                <a:cs typeface="Tahoma"/>
              </a:rPr>
              <a:t>a</a:t>
            </a:r>
            <a:r>
              <a:rPr dirty="0" sz="4400" spc="125" b="1">
                <a:latin typeface="Tahoma"/>
                <a:cs typeface="Tahoma"/>
              </a:rPr>
              <a:t> </a:t>
            </a:r>
            <a:r>
              <a:rPr dirty="0" sz="4400" spc="125" b="1">
                <a:latin typeface="Tahoma"/>
                <a:cs typeface="Tahoma"/>
              </a:rPr>
              <a:t> </a:t>
            </a:r>
            <a:r>
              <a:rPr dirty="0" sz="4400" spc="35" b="1">
                <a:latin typeface="Tahoma"/>
                <a:cs typeface="Tahoma"/>
              </a:rPr>
              <a:t>l</a:t>
            </a:r>
            <a:r>
              <a:rPr dirty="0" sz="4400" spc="260" b="1">
                <a:latin typeface="Tahoma"/>
                <a:cs typeface="Tahoma"/>
              </a:rPr>
              <a:t>a</a:t>
            </a:r>
            <a:r>
              <a:rPr dirty="0" sz="4400" spc="80" b="1">
                <a:latin typeface="Tahoma"/>
                <a:cs typeface="Tahoma"/>
              </a:rPr>
              <a:t> </a:t>
            </a:r>
            <a:r>
              <a:rPr dirty="0" sz="4400" spc="35" b="1">
                <a:latin typeface="Tahoma"/>
                <a:cs typeface="Tahoma"/>
              </a:rPr>
              <a:t>i</a:t>
            </a:r>
            <a:r>
              <a:rPr dirty="0" sz="4400" spc="-45" b="1">
                <a:latin typeface="Tahoma"/>
                <a:cs typeface="Tahoma"/>
              </a:rPr>
              <a:t>m</a:t>
            </a:r>
            <a:r>
              <a:rPr dirty="0" sz="4400" spc="45" b="1">
                <a:latin typeface="Tahoma"/>
                <a:cs typeface="Tahoma"/>
              </a:rPr>
              <a:t>po</a:t>
            </a:r>
            <a:r>
              <a:rPr dirty="0" sz="4400" spc="35" b="1">
                <a:latin typeface="Tahoma"/>
                <a:cs typeface="Tahoma"/>
              </a:rPr>
              <a:t>r</a:t>
            </a:r>
            <a:r>
              <a:rPr dirty="0" sz="4400" spc="-295" b="1">
                <a:latin typeface="Tahoma"/>
                <a:cs typeface="Tahoma"/>
              </a:rPr>
              <a:t>t</a:t>
            </a:r>
            <a:r>
              <a:rPr dirty="0" sz="4400" spc="254" b="1">
                <a:latin typeface="Tahoma"/>
                <a:cs typeface="Tahoma"/>
              </a:rPr>
              <a:t>a</a:t>
            </a:r>
            <a:r>
              <a:rPr dirty="0" sz="4400" spc="-170" b="1">
                <a:latin typeface="Tahoma"/>
                <a:cs typeface="Tahoma"/>
              </a:rPr>
              <a:t>c</a:t>
            </a:r>
            <a:r>
              <a:rPr dirty="0" sz="4400" spc="-95" b="1">
                <a:latin typeface="Tahoma"/>
                <a:cs typeface="Tahoma"/>
              </a:rPr>
              <a:t>i</a:t>
            </a:r>
            <a:r>
              <a:rPr dirty="0" sz="4400" b="1">
                <a:latin typeface="Tahoma"/>
                <a:cs typeface="Tahoma"/>
              </a:rPr>
              <a:t>ó</a:t>
            </a:r>
            <a:r>
              <a:rPr dirty="0" sz="4400" spc="60" b="1">
                <a:latin typeface="Tahoma"/>
                <a:cs typeface="Tahoma"/>
              </a:rPr>
              <a:t>n</a:t>
            </a:r>
            <a:r>
              <a:rPr dirty="0" sz="4400" spc="-229" b="1">
                <a:latin typeface="Tahoma"/>
                <a:cs typeface="Tahoma"/>
              </a:rPr>
              <a:t>/</a:t>
            </a:r>
            <a:r>
              <a:rPr dirty="0" sz="4400" spc="-250" b="1">
                <a:latin typeface="Tahoma"/>
                <a:cs typeface="Tahoma"/>
              </a:rPr>
              <a:t>e</a:t>
            </a:r>
            <a:r>
              <a:rPr dirty="0" sz="4400" spc="-60" b="1">
                <a:latin typeface="Tahoma"/>
                <a:cs typeface="Tahoma"/>
              </a:rPr>
              <a:t>xpo</a:t>
            </a:r>
            <a:r>
              <a:rPr dirty="0" sz="4400" spc="-35" b="1">
                <a:latin typeface="Tahoma"/>
                <a:cs typeface="Tahoma"/>
              </a:rPr>
              <a:t>r</a:t>
            </a:r>
            <a:r>
              <a:rPr dirty="0" sz="4400" spc="-295" b="1">
                <a:latin typeface="Tahoma"/>
                <a:cs typeface="Tahoma"/>
              </a:rPr>
              <a:t>t</a:t>
            </a:r>
            <a:r>
              <a:rPr dirty="0" sz="4400" spc="-35" b="1">
                <a:latin typeface="Tahoma"/>
                <a:cs typeface="Tahoma"/>
              </a:rPr>
              <a:t>a</a:t>
            </a:r>
            <a:r>
              <a:rPr dirty="0" sz="4400" spc="-35" b="1">
                <a:latin typeface="Tahoma"/>
                <a:cs typeface="Tahoma"/>
              </a:rPr>
              <a:t>c</a:t>
            </a:r>
            <a:r>
              <a:rPr dirty="0" sz="4400" spc="45" b="1">
                <a:latin typeface="Tahoma"/>
                <a:cs typeface="Tahoma"/>
              </a:rPr>
              <a:t>i</a:t>
            </a:r>
            <a:r>
              <a:rPr dirty="0" sz="4400" spc="20" b="1">
                <a:latin typeface="Tahoma"/>
                <a:cs typeface="Tahoma"/>
              </a:rPr>
              <a:t>ón</a:t>
            </a:r>
            <a:r>
              <a:rPr dirty="0" sz="4400" spc="5" b="1">
                <a:latin typeface="Tahoma"/>
                <a:cs typeface="Tahoma"/>
              </a:rPr>
              <a:t> </a:t>
            </a:r>
            <a:r>
              <a:rPr dirty="0" sz="4400" spc="75" b="1">
                <a:latin typeface="Tahoma"/>
                <a:cs typeface="Tahoma"/>
              </a:rPr>
              <a:t>d</a:t>
            </a:r>
            <a:r>
              <a:rPr dirty="0" sz="4400" spc="75" b="1">
                <a:latin typeface="Tahoma"/>
                <a:cs typeface="Tahoma"/>
              </a:rPr>
              <a:t>e</a:t>
            </a:r>
            <a:r>
              <a:rPr dirty="0" sz="4400" spc="85" b="1">
                <a:latin typeface="Tahoma"/>
                <a:cs typeface="Tahoma"/>
              </a:rPr>
              <a:t> </a:t>
            </a:r>
            <a:r>
              <a:rPr dirty="0" sz="4400" spc="105" b="1">
                <a:latin typeface="Tahoma"/>
                <a:cs typeface="Tahoma"/>
              </a:rPr>
              <a:t>d</a:t>
            </a:r>
            <a:r>
              <a:rPr dirty="0" sz="4400" spc="-30" b="1">
                <a:latin typeface="Tahoma"/>
                <a:cs typeface="Tahoma"/>
              </a:rPr>
              <a:t>at</a:t>
            </a:r>
            <a:r>
              <a:rPr dirty="0" sz="4400" b="1">
                <a:latin typeface="Tahoma"/>
                <a:cs typeface="Tahoma"/>
              </a:rPr>
              <a:t>o</a:t>
            </a:r>
            <a:r>
              <a:rPr dirty="0" sz="4400" spc="-160" b="1">
                <a:latin typeface="Tahoma"/>
                <a:cs typeface="Tahoma"/>
              </a:rPr>
              <a:t>s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65"/>
              <a:t>F</a:t>
            </a:r>
            <a:r>
              <a:rPr dirty="0" spc="-60"/>
              <a:t>o</a:t>
            </a:r>
            <a:r>
              <a:rPr dirty="0" spc="15"/>
              <a:t>r</a:t>
            </a:r>
            <a:r>
              <a:rPr dirty="0" spc="35"/>
              <a:t>e</a:t>
            </a:r>
            <a:r>
              <a:rPr dirty="0" spc="35"/>
              <a:t>i</a:t>
            </a:r>
            <a:r>
              <a:rPr dirty="0" spc="75"/>
              <a:t>g</a:t>
            </a:r>
            <a:r>
              <a:rPr dirty="0" spc="40"/>
              <a:t>n</a:t>
            </a:r>
            <a:r>
              <a:rPr dirty="0" spc="60"/>
              <a:t> </a:t>
            </a:r>
            <a:r>
              <a:rPr dirty="0" spc="25"/>
              <a:t>D</a:t>
            </a:r>
            <a:r>
              <a:rPr dirty="0" spc="195"/>
              <a:t>a</a:t>
            </a:r>
            <a:r>
              <a:rPr dirty="0" spc="-225"/>
              <a:t>t</a:t>
            </a:r>
            <a:r>
              <a:rPr dirty="0" spc="190"/>
              <a:t>a</a:t>
            </a:r>
            <a:r>
              <a:rPr dirty="0" spc="75"/>
              <a:t> </a:t>
            </a:r>
            <a:r>
              <a:rPr dirty="0" spc="-204"/>
              <a:t>W</a:t>
            </a:r>
            <a:r>
              <a:rPr dirty="0" spc="110"/>
              <a:t>ra</a:t>
            </a:r>
            <a:r>
              <a:rPr dirty="0" spc="75"/>
              <a:t>p</a:t>
            </a:r>
            <a:r>
              <a:rPr dirty="0" spc="85"/>
              <a:t>p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590" y="1807788"/>
            <a:ext cx="189230" cy="231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600" spc="-320">
                <a:latin typeface="MS Gothic"/>
                <a:cs typeface="MS Gothic"/>
              </a:rPr>
              <a:t>●</a:t>
            </a:r>
            <a:endParaRPr sz="160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1490" y="1714280"/>
            <a:ext cx="9218930" cy="1028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 marR="5080" indent="130810">
              <a:lnSpc>
                <a:spcPts val="4300"/>
              </a:lnSpc>
            </a:pPr>
            <a:r>
              <a:rPr dirty="0" sz="3600" spc="-125">
                <a:latin typeface="Century Gothic"/>
                <a:cs typeface="Century Gothic"/>
              </a:rPr>
              <a:t>FD</a:t>
            </a:r>
            <a:r>
              <a:rPr dirty="0" sz="3600" spc="-175">
                <a:latin typeface="Century Gothic"/>
                <a:cs typeface="Century Gothic"/>
              </a:rPr>
              <a:t>W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20">
                <a:latin typeface="Century Gothic"/>
                <a:cs typeface="Century Gothic"/>
              </a:rPr>
              <a:t>u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100">
                <a:latin typeface="Century Gothic"/>
                <a:cs typeface="Century Gothic"/>
              </a:rPr>
              <a:t>ili</a:t>
            </a:r>
            <a:r>
              <a:rPr dirty="0" sz="3600" spc="-185">
                <a:latin typeface="Century Gothic"/>
                <a:cs typeface="Century Gothic"/>
              </a:rPr>
              <a:t>z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p</a:t>
            </a:r>
            <a:r>
              <a:rPr dirty="0" sz="3600" spc="-340">
                <a:latin typeface="Century Gothic"/>
                <a:cs typeface="Century Gothic"/>
              </a:rPr>
              <a:t>ara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-505">
                <a:latin typeface="Century Gothic"/>
                <a:cs typeface="Century Gothic"/>
              </a:rPr>
              <a:t>acceder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70">
                <a:latin typeface="Century Gothic"/>
                <a:cs typeface="Century Gothic"/>
              </a:rPr>
              <a:t>a</a:t>
            </a:r>
            <a:r>
              <a:rPr dirty="0" sz="3600" spc="-290">
                <a:latin typeface="Century Gothic"/>
                <a:cs typeface="Century Gothic"/>
              </a:rPr>
              <a:t>t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20">
                <a:latin typeface="Century Gothic"/>
                <a:cs typeface="Century Gothic"/>
              </a:rPr>
              <a:t> 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560">
                <a:latin typeface="Century Gothic"/>
                <a:cs typeface="Century Gothic"/>
              </a:rPr>
              <a:t>mace</a:t>
            </a:r>
            <a:r>
              <a:rPr dirty="0" sz="3600" spc="-475">
                <a:latin typeface="Century Gothic"/>
                <a:cs typeface="Century Gothic"/>
              </a:rPr>
              <a:t>n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-530">
                <a:latin typeface="Century Gothic"/>
                <a:cs typeface="Century Gothic"/>
              </a:rPr>
              <a:t>d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80">
                <a:latin typeface="Century Gothic"/>
                <a:cs typeface="Century Gothic"/>
              </a:rPr>
              <a:t>e</a:t>
            </a:r>
            <a:r>
              <a:rPr dirty="0" sz="3600" spc="-330">
                <a:latin typeface="Century Gothic"/>
                <a:cs typeface="Century Gothic"/>
              </a:rPr>
              <a:t>n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60">
                <a:latin typeface="Century Gothic"/>
                <a:cs typeface="Century Gothic"/>
              </a:rPr>
              <a:t>e</a:t>
            </a:r>
            <a:r>
              <a:rPr dirty="0" sz="3600" spc="-180">
                <a:latin typeface="Century Gothic"/>
                <a:cs typeface="Century Gothic"/>
              </a:rPr>
              <a:t>r</a:t>
            </a:r>
            <a:r>
              <a:rPr dirty="0" sz="3600" spc="-459">
                <a:latin typeface="Century Gothic"/>
                <a:cs typeface="Century Gothic"/>
              </a:rPr>
              <a:t>v</a:t>
            </a:r>
            <a:r>
              <a:rPr dirty="0" sz="3600" spc="100">
                <a:latin typeface="Century Gothic"/>
                <a:cs typeface="Century Gothic"/>
              </a:rPr>
              <a:t>i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220">
                <a:latin typeface="Century Gothic"/>
                <a:cs typeface="Century Gothic"/>
              </a:rPr>
              <a:t>o</a:t>
            </a:r>
            <a:r>
              <a:rPr dirty="0" sz="3600" spc="-114">
                <a:latin typeface="Century Gothic"/>
                <a:cs typeface="Century Gothic"/>
              </a:rPr>
              <a:t>r</a:t>
            </a:r>
            <a:r>
              <a:rPr dirty="0" sz="3600" spc="-380">
                <a:latin typeface="Century Gothic"/>
                <a:cs typeface="Century Gothic"/>
              </a:rPr>
              <a:t>e</a:t>
            </a:r>
            <a:r>
              <a:rPr dirty="0" sz="3600" spc="-225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345">
                <a:latin typeface="Century Gothic"/>
                <a:cs typeface="Century Gothic"/>
              </a:rPr>
              <a:t>P</a:t>
            </a:r>
            <a:r>
              <a:rPr dirty="0" sz="3600" spc="-390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495">
                <a:latin typeface="Century Gothic"/>
                <a:cs typeface="Century Gothic"/>
              </a:rPr>
              <a:t>g</a:t>
            </a:r>
            <a:r>
              <a:rPr dirty="0" sz="3600" spc="-180">
                <a:latin typeface="Century Gothic"/>
                <a:cs typeface="Century Gothic"/>
              </a:rPr>
              <a:t>re</a:t>
            </a:r>
            <a:r>
              <a:rPr dirty="0" sz="3600" spc="-195">
                <a:latin typeface="Century Gothic"/>
                <a:cs typeface="Century Gothic"/>
              </a:rPr>
              <a:t>S</a:t>
            </a:r>
            <a:r>
              <a:rPr dirty="0" sz="3600" spc="5">
                <a:latin typeface="Century Gothic"/>
                <a:cs typeface="Century Gothic"/>
              </a:rPr>
              <a:t>Q</a:t>
            </a:r>
            <a:r>
              <a:rPr dirty="0" sz="3600" spc="-185">
                <a:latin typeface="Century Gothic"/>
                <a:cs typeface="Century Gothic"/>
              </a:rPr>
              <a:t>L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475">
                <a:latin typeface="Century Gothic"/>
                <a:cs typeface="Century Gothic"/>
              </a:rPr>
              <a:t>ex</a:t>
            </a:r>
            <a:r>
              <a:rPr dirty="0" sz="3600" spc="-300">
                <a:latin typeface="Century Gothic"/>
                <a:cs typeface="Century Gothic"/>
              </a:rPr>
              <a:t>t</a:t>
            </a:r>
            <a:r>
              <a:rPr dirty="0" sz="3600" spc="-265">
                <a:latin typeface="Century Gothic"/>
                <a:cs typeface="Century Gothic"/>
              </a:rPr>
              <a:t>er</a:t>
            </a:r>
            <a:r>
              <a:rPr dirty="0" sz="3600" spc="-345">
                <a:latin typeface="Century Gothic"/>
                <a:cs typeface="Century Gothic"/>
              </a:rPr>
              <a:t>n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5590" y="3352580"/>
            <a:ext cx="8767445" cy="1573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8600" marR="5080" indent="-215900">
              <a:lnSpc>
                <a:spcPct val="99400"/>
              </a:lnSpc>
              <a:buSzPct val="44444"/>
              <a:buFont typeface="MS Gothic"/>
              <a:buChar char="●"/>
              <a:tabLst>
                <a:tab pos="228600" algn="l"/>
              </a:tabLst>
            </a:pPr>
            <a:r>
              <a:rPr dirty="0" sz="3600" spc="-345">
                <a:latin typeface="Century Gothic"/>
                <a:cs typeface="Century Gothic"/>
              </a:rPr>
              <a:t>P</a:t>
            </a:r>
            <a:r>
              <a:rPr dirty="0" sz="3600" spc="-390">
                <a:latin typeface="Century Gothic"/>
                <a:cs typeface="Century Gothic"/>
              </a:rPr>
              <a:t>o</a:t>
            </a:r>
            <a:r>
              <a:rPr dirty="0" sz="3600" spc="-520">
                <a:latin typeface="Century Gothic"/>
                <a:cs typeface="Century Gothic"/>
              </a:rPr>
              <a:t>dem</a:t>
            </a:r>
            <a:r>
              <a:rPr dirty="0" sz="3600" spc="-459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40">
                <a:latin typeface="Century Gothic"/>
                <a:cs typeface="Century Gothic"/>
              </a:rPr>
              <a:t> </a:t>
            </a:r>
            <a:r>
              <a:rPr dirty="0" sz="3600" spc="-545">
                <a:latin typeface="Century Gothic"/>
                <a:cs typeface="Century Gothic"/>
              </a:rPr>
              <a:t>c</a:t>
            </a:r>
            <a:r>
              <a:rPr dirty="0" sz="3600" spc="-555">
                <a:latin typeface="Century Gothic"/>
                <a:cs typeface="Century Gothic"/>
              </a:rPr>
              <a:t>o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40">
                <a:latin typeface="Century Gothic"/>
                <a:cs typeface="Century Gothic"/>
              </a:rPr>
              <a:t>r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340">
                <a:latin typeface="Century Gothic"/>
                <a:cs typeface="Century Gothic"/>
              </a:rPr>
              <a:t>n</a:t>
            </a:r>
            <a:r>
              <a:rPr dirty="0" sz="3600" spc="-520">
                <a:latin typeface="Century Gothic"/>
                <a:cs typeface="Century Gothic"/>
              </a:rPr>
              <a:t>a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de</a:t>
            </a:r>
            <a:r>
              <a:rPr dirty="0" sz="3600" spc="-229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70">
                <a:latin typeface="Century Gothic"/>
                <a:cs typeface="Century Gothic"/>
              </a:rPr>
              <a:t>a</a:t>
            </a:r>
            <a:r>
              <a:rPr dirty="0" sz="3600" spc="-300">
                <a:latin typeface="Century Gothic"/>
                <a:cs typeface="Century Gothic"/>
              </a:rPr>
              <a:t>t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70">
                <a:latin typeface="Century Gothic"/>
                <a:cs typeface="Century Gothic"/>
              </a:rPr>
              <a:t>d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75">
                <a:latin typeface="Century Gothic"/>
                <a:cs typeface="Century Gothic"/>
              </a:rPr>
              <a:t>d</a:t>
            </a:r>
            <a:r>
              <a:rPr dirty="0" sz="3600" spc="-540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365">
                <a:latin typeface="Century Gothic"/>
                <a:cs typeface="Century Gothic"/>
              </a:rPr>
              <a:t>o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160">
                <a:latin typeface="Century Gothic"/>
                <a:cs typeface="Century Gothic"/>
              </a:rPr>
              <a:t>r</a:t>
            </a:r>
            <a:r>
              <a:rPr dirty="0" sz="3600" spc="-345">
                <a:latin typeface="Century Gothic"/>
                <a:cs typeface="Century Gothic"/>
              </a:rPr>
              <a:t>a</a:t>
            </a:r>
            <a:r>
              <a:rPr dirty="0" sz="3600" spc="25">
                <a:latin typeface="Century Gothic"/>
                <a:cs typeface="Century Gothic"/>
              </a:rPr>
              <a:t> </a:t>
            </a:r>
            <a:r>
              <a:rPr dirty="0" sz="3600" spc="-520">
                <a:latin typeface="Century Gothic"/>
                <a:cs typeface="Century Gothic"/>
              </a:rPr>
              <a:t>b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0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65">
                <a:latin typeface="Century Gothic"/>
                <a:cs typeface="Century Gothic"/>
              </a:rPr>
              <a:t>e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530">
                <a:latin typeface="Century Gothic"/>
                <a:cs typeface="Century Gothic"/>
              </a:rPr>
              <a:t>a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245">
                <a:latin typeface="Century Gothic"/>
                <a:cs typeface="Century Gothic"/>
              </a:rPr>
              <a:t>o</a:t>
            </a:r>
            <a:r>
              <a:rPr dirty="0" sz="3600" spc="-140">
                <a:latin typeface="Century Gothic"/>
                <a:cs typeface="Century Gothic"/>
              </a:rPr>
              <a:t>s</a:t>
            </a:r>
            <a:r>
              <a:rPr dirty="0" sz="3600" spc="35">
                <a:latin typeface="Century Gothic"/>
                <a:cs typeface="Century Gothic"/>
              </a:rPr>
              <a:t> </a:t>
            </a:r>
            <a:r>
              <a:rPr dirty="0" sz="3600" spc="-555">
                <a:latin typeface="Century Gothic"/>
                <a:cs typeface="Century Gothic"/>
              </a:rPr>
              <a:t>d</a:t>
            </a:r>
            <a:r>
              <a:rPr dirty="0" sz="3600" spc="-475">
                <a:latin typeface="Century Gothic"/>
                <a:cs typeface="Century Gothic"/>
              </a:rPr>
              <a:t>e</a:t>
            </a:r>
            <a:r>
              <a:rPr dirty="0" sz="3600" spc="-450">
                <a:latin typeface="Century Gothic"/>
                <a:cs typeface="Century Gothic"/>
              </a:rPr>
              <a:t>n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105">
                <a:latin typeface="Century Gothic"/>
                <a:cs typeface="Century Gothic"/>
              </a:rPr>
              <a:t>r</a:t>
            </a:r>
            <a:r>
              <a:rPr dirty="0" sz="3600" spc="-215">
                <a:latin typeface="Century Gothic"/>
                <a:cs typeface="Century Gothic"/>
              </a:rPr>
              <a:t>o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-570">
                <a:latin typeface="Century Gothic"/>
                <a:cs typeface="Century Gothic"/>
              </a:rPr>
              <a:t>d</a:t>
            </a:r>
            <a:r>
              <a:rPr dirty="0" sz="3600" spc="-555">
                <a:latin typeface="Century Gothic"/>
                <a:cs typeface="Century Gothic"/>
              </a:rPr>
              <a:t>e</a:t>
            </a:r>
            <a:r>
              <a:rPr dirty="0" sz="3600" spc="100">
                <a:latin typeface="Century Gothic"/>
                <a:cs typeface="Century Gothic"/>
              </a:rPr>
              <a:t>l</a:t>
            </a:r>
            <a:r>
              <a:rPr dirty="0" sz="3600" spc="135">
                <a:latin typeface="Century Gothic"/>
                <a:cs typeface="Century Gothic"/>
              </a:rPr>
              <a:t> </a:t>
            </a:r>
            <a:r>
              <a:rPr dirty="0" sz="3600" spc="-380">
                <a:latin typeface="Century Gothic"/>
                <a:cs typeface="Century Gothic"/>
              </a:rPr>
              <a:t>m</a:t>
            </a:r>
            <a:r>
              <a:rPr dirty="0" sz="3600" spc="-80">
                <a:latin typeface="Century Gothic"/>
                <a:cs typeface="Century Gothic"/>
              </a:rPr>
              <a:t>i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540">
                <a:latin typeface="Century Gothic"/>
                <a:cs typeface="Century Gothic"/>
              </a:rPr>
              <a:t>m</a:t>
            </a:r>
            <a:r>
              <a:rPr dirty="0" sz="3600" spc="-355">
                <a:latin typeface="Century Gothic"/>
                <a:cs typeface="Century Gothic"/>
              </a:rPr>
              <a:t>o</a:t>
            </a:r>
            <a:r>
              <a:rPr dirty="0" sz="3600" spc="20">
                <a:latin typeface="Century Gothic"/>
                <a:cs typeface="Century Gothic"/>
              </a:rPr>
              <a:t> </a:t>
            </a:r>
            <a:r>
              <a:rPr dirty="0" sz="3600" spc="-700">
                <a:latin typeface="Century Gothic"/>
                <a:cs typeface="Century Gothic"/>
              </a:rPr>
              <a:t>c</a:t>
            </a:r>
            <a:r>
              <a:rPr dirty="0" sz="3600" spc="90">
                <a:latin typeface="Century Gothic"/>
                <a:cs typeface="Century Gothic"/>
              </a:rPr>
              <a:t>l</a:t>
            </a:r>
            <a:r>
              <a:rPr dirty="0" sz="3600" spc="-310">
                <a:latin typeface="Century Gothic"/>
                <a:cs typeface="Century Gothic"/>
              </a:rPr>
              <a:t>u</a:t>
            </a:r>
            <a:r>
              <a:rPr dirty="0" sz="3600" spc="-30">
                <a:latin typeface="Century Gothic"/>
                <a:cs typeface="Century Gothic"/>
              </a:rPr>
              <a:t>s</a:t>
            </a:r>
            <a:r>
              <a:rPr dirty="0" sz="3600" spc="-335">
                <a:latin typeface="Century Gothic"/>
                <a:cs typeface="Century Gothic"/>
              </a:rPr>
              <a:t>t</a:t>
            </a:r>
            <a:r>
              <a:rPr dirty="0" sz="3600" spc="-580">
                <a:latin typeface="Century Gothic"/>
                <a:cs typeface="Century Gothic"/>
              </a:rPr>
              <a:t>e</a:t>
            </a:r>
            <a:r>
              <a:rPr dirty="0" sz="3600" spc="35">
                <a:latin typeface="Century Gothic"/>
                <a:cs typeface="Century Gothic"/>
              </a:rPr>
              <a:t>r.</a:t>
            </a:r>
            <a:endParaRPr sz="36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65"/>
              <a:t>F</a:t>
            </a:r>
            <a:r>
              <a:rPr dirty="0" spc="-60"/>
              <a:t>o</a:t>
            </a:r>
            <a:r>
              <a:rPr dirty="0" spc="15"/>
              <a:t>r</a:t>
            </a:r>
            <a:r>
              <a:rPr dirty="0" spc="35"/>
              <a:t>e</a:t>
            </a:r>
            <a:r>
              <a:rPr dirty="0" spc="35"/>
              <a:t>i</a:t>
            </a:r>
            <a:r>
              <a:rPr dirty="0" spc="75"/>
              <a:t>g</a:t>
            </a:r>
            <a:r>
              <a:rPr dirty="0" spc="40"/>
              <a:t>n</a:t>
            </a:r>
            <a:r>
              <a:rPr dirty="0" spc="60"/>
              <a:t> </a:t>
            </a:r>
            <a:r>
              <a:rPr dirty="0" spc="25"/>
              <a:t>D</a:t>
            </a:r>
            <a:r>
              <a:rPr dirty="0" spc="195"/>
              <a:t>a</a:t>
            </a:r>
            <a:r>
              <a:rPr dirty="0" spc="-225"/>
              <a:t>t</a:t>
            </a:r>
            <a:r>
              <a:rPr dirty="0" spc="190"/>
              <a:t>a</a:t>
            </a:r>
            <a:r>
              <a:rPr dirty="0" spc="75"/>
              <a:t> </a:t>
            </a:r>
            <a:r>
              <a:rPr dirty="0" spc="-204"/>
              <a:t>W</a:t>
            </a:r>
            <a:r>
              <a:rPr dirty="0" spc="110"/>
              <a:t>ra</a:t>
            </a:r>
            <a:r>
              <a:rPr dirty="0" spc="75"/>
              <a:t>p</a:t>
            </a:r>
            <a:r>
              <a:rPr dirty="0" spc="85"/>
              <a:t>p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100" y="2137438"/>
            <a:ext cx="6919595" cy="22225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5280" marR="5080" indent="-322580">
              <a:lnSpc>
                <a:spcPts val="3570"/>
              </a:lnSpc>
              <a:buFont typeface="Century Gothic"/>
              <a:buAutoNum type="arabicParenR"/>
              <a:tabLst>
                <a:tab pos="336550" algn="l"/>
              </a:tabLst>
            </a:pPr>
            <a:r>
              <a:rPr dirty="0" sz="3000" spc="-95">
                <a:latin typeface="Century Gothic"/>
                <a:cs typeface="Century Gothic"/>
              </a:rPr>
              <a:t>In</a:t>
            </a:r>
            <a:r>
              <a:rPr dirty="0" sz="3000" spc="-95">
                <a:latin typeface="Century Gothic"/>
                <a:cs typeface="Century Gothic"/>
              </a:rPr>
              <a:t>s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85">
                <a:latin typeface="Century Gothic"/>
                <a:cs typeface="Century Gothic"/>
              </a:rPr>
              <a:t>l</a:t>
            </a:r>
            <a:r>
              <a:rPr dirty="0" sz="3000" spc="-270">
                <a:latin typeface="Century Gothic"/>
                <a:cs typeface="Century Gothic"/>
              </a:rPr>
              <a:t>a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e</a:t>
            </a:r>
            <a:r>
              <a:rPr dirty="0" sz="3000" spc="-315">
                <a:latin typeface="Century Gothic"/>
                <a:cs typeface="Century Gothic"/>
              </a:rPr>
              <a:t>x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310">
                <a:latin typeface="Century Gothic"/>
                <a:cs typeface="Century Gothic"/>
              </a:rPr>
              <a:t>en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285">
                <a:latin typeface="Century Gothic"/>
                <a:cs typeface="Century Gothic"/>
              </a:rPr>
              <a:t>ón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20">
                <a:latin typeface="Century Gothic"/>
                <a:cs typeface="Century Gothic"/>
              </a:rPr>
              <a:t>e</a:t>
            </a:r>
            <a:r>
              <a:rPr dirty="0" sz="3000" spc="-200">
                <a:latin typeface="Century Gothic"/>
                <a:cs typeface="Century Gothic"/>
              </a:rPr>
              <a:t>s</a:t>
            </a:r>
            <a:r>
              <a:rPr dirty="0" sz="3000" spc="-90">
                <a:latin typeface="Century Gothic"/>
                <a:cs typeface="Century Gothic"/>
              </a:rPr>
              <a:t>_f</a:t>
            </a:r>
            <a:r>
              <a:rPr dirty="0" sz="3000" spc="-459">
                <a:latin typeface="Century Gothic"/>
                <a:cs typeface="Century Gothic"/>
              </a:rPr>
              <a:t>d</a:t>
            </a:r>
            <a:r>
              <a:rPr dirty="0" sz="3000" spc="-575">
                <a:latin typeface="Century Gothic"/>
                <a:cs typeface="Century Gothic"/>
              </a:rPr>
              <a:t>w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14">
                <a:latin typeface="Century Gothic"/>
                <a:cs typeface="Century Gothic"/>
              </a:rPr>
              <a:t>s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30">
                <a:latin typeface="Century Gothic"/>
                <a:cs typeface="Century Gothic"/>
              </a:rPr>
              <a:t>REAT</a:t>
            </a:r>
            <a:r>
              <a:rPr dirty="0" sz="3000" spc="-114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95">
                <a:latin typeface="Century Gothic"/>
                <a:cs typeface="Century Gothic"/>
              </a:rPr>
              <a:t>E</a:t>
            </a:r>
            <a:r>
              <a:rPr dirty="0" sz="3000" spc="-75">
                <a:latin typeface="Century Gothic"/>
                <a:cs typeface="Century Gothic"/>
              </a:rPr>
              <a:t>XTEN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5">
                <a:latin typeface="Century Gothic"/>
                <a:cs typeface="Century Gothic"/>
              </a:rPr>
              <a:t>I</a:t>
            </a:r>
            <a:r>
              <a:rPr dirty="0" sz="3000" spc="50">
                <a:latin typeface="Century Gothic"/>
                <a:cs typeface="Century Gothic"/>
              </a:rPr>
              <a:t>O</a:t>
            </a:r>
            <a:r>
              <a:rPr dirty="0" sz="3000">
                <a:latin typeface="Century Gothic"/>
                <a:cs typeface="Century Gothic"/>
              </a:rPr>
              <a:t>N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Century Gothic"/>
              <a:buAutoNum type="arabicParenR"/>
            </a:pPr>
            <a:endParaRPr sz="3100">
              <a:latin typeface="Times New Roman"/>
              <a:cs typeface="Times New Roman"/>
            </a:endParaRPr>
          </a:p>
          <a:p>
            <a:pPr marL="335280" marR="553720" indent="-322580">
              <a:lnSpc>
                <a:spcPts val="3570"/>
              </a:lnSpc>
              <a:buFont typeface="Century Gothic"/>
              <a:buAutoNum type="arabicParenR"/>
              <a:tabLst>
                <a:tab pos="33655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70">
                <a:latin typeface="Century Gothic"/>
                <a:cs typeface="Century Gothic"/>
              </a:rPr>
              <a:t>u</a:t>
            </a:r>
            <a:r>
              <a:rPr dirty="0" sz="3000" spc="-260">
                <a:latin typeface="Century Gothic"/>
                <a:cs typeface="Century Gothic"/>
              </a:rPr>
              <a:t>n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00">
                <a:latin typeface="Century Gothic"/>
                <a:cs typeface="Century Gothic"/>
              </a:rPr>
              <a:t>i</a:t>
            </a:r>
            <a:r>
              <a:rPr dirty="0" sz="3000" spc="-405">
                <a:latin typeface="Century Gothic"/>
                <a:cs typeface="Century Gothic"/>
              </a:rPr>
              <a:t>g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50">
                <a:latin typeface="Century Gothic"/>
                <a:cs typeface="Century Gothic"/>
              </a:rPr>
              <a:t>r</a:t>
            </a:r>
            <a:r>
              <a:rPr dirty="0" sz="3000" spc="-380">
                <a:latin typeface="Century Gothic"/>
                <a:cs typeface="Century Gothic"/>
              </a:rPr>
              <a:t>v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40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65">
                <a:latin typeface="Century Gothic"/>
                <a:cs typeface="Century Gothic"/>
              </a:rPr>
              <a:t>j</a:t>
            </a:r>
            <a:r>
              <a:rPr dirty="0" sz="3000" spc="-535">
                <a:latin typeface="Century Gothic"/>
                <a:cs typeface="Century Gothic"/>
              </a:rPr>
              <a:t>ec</a:t>
            </a:r>
            <a:r>
              <a:rPr dirty="0" sz="3000" spc="-275">
                <a:latin typeface="Century Gothic"/>
                <a:cs typeface="Century Gothic"/>
              </a:rPr>
              <a:t>t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14">
                <a:latin typeface="Century Gothic"/>
                <a:cs typeface="Century Gothic"/>
              </a:rPr>
              <a:t>s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30">
                <a:latin typeface="Century Gothic"/>
                <a:cs typeface="Century Gothic"/>
              </a:rPr>
              <a:t>REAT</a:t>
            </a:r>
            <a:r>
              <a:rPr dirty="0" sz="3000" spc="-114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9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R</a:t>
            </a:r>
            <a:r>
              <a:rPr dirty="0" sz="3000" spc="-265">
                <a:latin typeface="Century Gothic"/>
                <a:cs typeface="Century Gothic"/>
              </a:rPr>
              <a:t>VER</a:t>
            </a:r>
            <a:endParaRPr sz="30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65"/>
              <a:t>F</a:t>
            </a:r>
            <a:r>
              <a:rPr dirty="0" spc="-60"/>
              <a:t>o</a:t>
            </a:r>
            <a:r>
              <a:rPr dirty="0" spc="15"/>
              <a:t>r</a:t>
            </a:r>
            <a:r>
              <a:rPr dirty="0" spc="35"/>
              <a:t>e</a:t>
            </a:r>
            <a:r>
              <a:rPr dirty="0" spc="35"/>
              <a:t>i</a:t>
            </a:r>
            <a:r>
              <a:rPr dirty="0" spc="75"/>
              <a:t>g</a:t>
            </a:r>
            <a:r>
              <a:rPr dirty="0" spc="40"/>
              <a:t>n</a:t>
            </a:r>
            <a:r>
              <a:rPr dirty="0" spc="60"/>
              <a:t> </a:t>
            </a:r>
            <a:r>
              <a:rPr dirty="0" spc="25"/>
              <a:t>D</a:t>
            </a:r>
            <a:r>
              <a:rPr dirty="0" spc="195"/>
              <a:t>a</a:t>
            </a:r>
            <a:r>
              <a:rPr dirty="0" spc="-225"/>
              <a:t>t</a:t>
            </a:r>
            <a:r>
              <a:rPr dirty="0" spc="190"/>
              <a:t>a</a:t>
            </a:r>
            <a:r>
              <a:rPr dirty="0" spc="75"/>
              <a:t> </a:t>
            </a:r>
            <a:r>
              <a:rPr dirty="0" spc="-204"/>
              <a:t>W</a:t>
            </a:r>
            <a:r>
              <a:rPr dirty="0" spc="110"/>
              <a:t>ra</a:t>
            </a:r>
            <a:r>
              <a:rPr dirty="0" spc="75"/>
              <a:t>p</a:t>
            </a:r>
            <a:r>
              <a:rPr dirty="0" spc="85"/>
              <a:t>p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590" y="1805968"/>
            <a:ext cx="7677784" cy="36169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35280" marR="2359025" indent="-322580">
              <a:lnSpc>
                <a:spcPts val="3570"/>
              </a:lnSpc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84">
                <a:latin typeface="Century Gothic"/>
                <a:cs typeface="Century Gothic"/>
              </a:rPr>
              <a:t>e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5">
                <a:latin typeface="Century Gothic"/>
                <a:cs typeface="Century Gothic"/>
              </a:rPr>
              <a:t> </a:t>
            </a:r>
            <a:r>
              <a:rPr dirty="0" sz="3000" spc="-465">
                <a:latin typeface="Century Gothic"/>
                <a:cs typeface="Century Gothic"/>
              </a:rPr>
              <a:t>m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-434">
                <a:latin typeface="Century Gothic"/>
                <a:cs typeface="Century Gothic"/>
              </a:rPr>
              <a:t>p</a:t>
            </a:r>
            <a:r>
              <a:rPr dirty="0" sz="3000" spc="70">
                <a:latin typeface="Century Gothic"/>
                <a:cs typeface="Century Gothic"/>
              </a:rPr>
              <a:t>i</a:t>
            </a:r>
            <a:r>
              <a:rPr dirty="0" sz="3000" spc="-335">
                <a:latin typeface="Century Gothic"/>
                <a:cs typeface="Century Gothic"/>
              </a:rPr>
              <a:t>n</a:t>
            </a:r>
            <a:r>
              <a:rPr dirty="0" sz="3000" spc="-365">
                <a:latin typeface="Century Gothic"/>
                <a:cs typeface="Century Gothic"/>
              </a:rPr>
              <a:t>g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u</a:t>
            </a:r>
            <a:r>
              <a:rPr dirty="0" sz="3000" spc="-114">
                <a:latin typeface="Century Gothic"/>
                <a:cs typeface="Century Gothic"/>
              </a:rPr>
              <a:t>s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70">
                <a:latin typeface="Century Gothic"/>
                <a:cs typeface="Century Gothic"/>
              </a:rPr>
              <a:t>R</a:t>
            </a:r>
            <a:r>
              <a:rPr dirty="0" sz="3000" spc="-155">
                <a:latin typeface="Century Gothic"/>
                <a:cs typeface="Century Gothic"/>
              </a:rPr>
              <a:t>E</a:t>
            </a:r>
            <a:r>
              <a:rPr dirty="0" sz="3000" spc="-110">
                <a:latin typeface="Century Gothic"/>
                <a:cs typeface="Century Gothic"/>
              </a:rPr>
              <a:t>AT</a:t>
            </a:r>
            <a:r>
              <a:rPr dirty="0" sz="3000" spc="-100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95">
                <a:latin typeface="Century Gothic"/>
                <a:cs typeface="Century Gothic"/>
              </a:rPr>
              <a:t>U</a:t>
            </a:r>
            <a:r>
              <a:rPr dirty="0" sz="3000">
                <a:latin typeface="Century Gothic"/>
                <a:cs typeface="Century Gothic"/>
              </a:rPr>
              <a:t>S</a:t>
            </a:r>
            <a:r>
              <a:rPr dirty="0" sz="3000" spc="-95">
                <a:latin typeface="Century Gothic"/>
                <a:cs typeface="Century Gothic"/>
              </a:rPr>
              <a:t>E</a:t>
            </a:r>
            <a:r>
              <a:rPr dirty="0" sz="3000" spc="-254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M</a:t>
            </a:r>
            <a:r>
              <a:rPr dirty="0" sz="3000" spc="-185">
                <a:latin typeface="Century Gothic"/>
                <a:cs typeface="Century Gothic"/>
              </a:rPr>
              <a:t>APPI</a:t>
            </a:r>
            <a:r>
              <a:rPr dirty="0" sz="3000" spc="-254">
                <a:latin typeface="Century Gothic"/>
                <a:cs typeface="Century Gothic"/>
              </a:rPr>
              <a:t>N</a:t>
            </a:r>
            <a:r>
              <a:rPr dirty="0" sz="3000" spc="-185">
                <a:latin typeface="Century Gothic"/>
                <a:cs typeface="Century Gothic"/>
              </a:rPr>
              <a:t>G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7"/>
              </a:spcBef>
              <a:buFont typeface="Century Gothic"/>
              <a:buAutoNum type="arabicParenR" startAt="3"/>
            </a:pPr>
            <a:endParaRPr sz="3100">
              <a:latin typeface="Times New Roman"/>
              <a:cs typeface="Times New Roman"/>
            </a:endParaRPr>
          </a:p>
          <a:p>
            <a:pPr marL="461009" marR="2527300" indent="-448309">
              <a:lnSpc>
                <a:spcPts val="3579"/>
              </a:lnSpc>
              <a:buFont typeface="Century Gothic"/>
              <a:buAutoNum type="arabicParenR" startAt="3"/>
              <a:tabLst>
                <a:tab pos="336550" algn="l"/>
              </a:tabLst>
            </a:pP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25">
                <a:latin typeface="Century Gothic"/>
                <a:cs typeface="Century Gothic"/>
              </a:rPr>
              <a:t>r</a:t>
            </a:r>
            <a:r>
              <a:rPr dirty="0" sz="3000" spc="-465">
                <a:latin typeface="Century Gothic"/>
                <a:cs typeface="Century Gothic"/>
              </a:rPr>
              <a:t>ea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170">
                <a:latin typeface="Century Gothic"/>
                <a:cs typeface="Century Gothic"/>
              </a:rPr>
              <a:t>f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35">
                <a:latin typeface="Century Gothic"/>
                <a:cs typeface="Century Gothic"/>
              </a:rPr>
              <a:t>r</a:t>
            </a:r>
            <a:r>
              <a:rPr dirty="0" sz="3000" spc="-300">
                <a:latin typeface="Century Gothic"/>
                <a:cs typeface="Century Gothic"/>
              </a:rPr>
              <a:t>e</a:t>
            </a:r>
            <a:r>
              <a:rPr dirty="0" sz="3000" spc="-100">
                <a:latin typeface="Century Gothic"/>
                <a:cs typeface="Century Gothic"/>
              </a:rPr>
              <a:t>i</a:t>
            </a:r>
            <a:r>
              <a:rPr dirty="0" sz="3000" spc="-409">
                <a:latin typeface="Century Gothic"/>
                <a:cs typeface="Century Gothic"/>
              </a:rPr>
              <a:t>g</a:t>
            </a:r>
            <a:r>
              <a:rPr dirty="0" sz="3000" spc="-275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-280">
                <a:latin typeface="Century Gothic"/>
                <a:cs typeface="Century Gothic"/>
              </a:rPr>
              <a:t>t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434">
                <a:latin typeface="Century Gothic"/>
                <a:cs typeface="Century Gothic"/>
              </a:rPr>
              <a:t>b</a:t>
            </a:r>
            <a:r>
              <a:rPr dirty="0" sz="3000" spc="70">
                <a:latin typeface="Century Gothic"/>
                <a:cs typeface="Century Gothic"/>
              </a:rPr>
              <a:t>l</a:t>
            </a:r>
            <a:r>
              <a:rPr dirty="0" sz="3000" spc="-470">
                <a:latin typeface="Century Gothic"/>
                <a:cs typeface="Century Gothic"/>
              </a:rPr>
              <a:t>e</a:t>
            </a:r>
            <a:r>
              <a:rPr dirty="0" sz="3000" spc="25">
                <a:latin typeface="Century Gothic"/>
                <a:cs typeface="Century Gothic"/>
              </a:rPr>
              <a:t> </a:t>
            </a:r>
            <a:r>
              <a:rPr dirty="0" sz="3000" spc="-254">
                <a:latin typeface="Century Gothic"/>
                <a:cs typeface="Century Gothic"/>
              </a:rPr>
              <a:t>u</a:t>
            </a:r>
            <a:r>
              <a:rPr dirty="0" sz="3000" spc="-35">
                <a:latin typeface="Century Gothic"/>
                <a:cs typeface="Century Gothic"/>
              </a:rPr>
              <a:t>s</a:t>
            </a:r>
            <a:r>
              <a:rPr dirty="0" sz="3000" spc="-440">
                <a:latin typeface="Century Gothic"/>
                <a:cs typeface="Century Gothic"/>
              </a:rPr>
              <a:t>a</a:t>
            </a:r>
            <a:r>
              <a:rPr dirty="0" sz="3000" spc="-355">
                <a:latin typeface="Century Gothic"/>
                <a:cs typeface="Century Gothic"/>
              </a:rPr>
              <a:t>nd</a:t>
            </a:r>
            <a:r>
              <a:rPr dirty="0" sz="3000" spc="-295">
                <a:latin typeface="Century Gothic"/>
                <a:cs typeface="Century Gothic"/>
              </a:rPr>
              <a:t>o</a:t>
            </a:r>
            <a:r>
              <a:rPr dirty="0" sz="3000" spc="-125">
                <a:latin typeface="Century Gothic"/>
                <a:cs typeface="Century Gothic"/>
              </a:rPr>
              <a:t> </a:t>
            </a:r>
            <a:r>
              <a:rPr dirty="0" sz="3000" spc="-320">
                <a:latin typeface="Century Gothic"/>
                <a:cs typeface="Century Gothic"/>
              </a:rPr>
              <a:t>C</a:t>
            </a:r>
            <a:r>
              <a:rPr dirty="0" sz="3000" spc="-170">
                <a:latin typeface="Century Gothic"/>
                <a:cs typeface="Century Gothic"/>
              </a:rPr>
              <a:t>R</a:t>
            </a:r>
            <a:r>
              <a:rPr dirty="0" sz="3000" spc="-155">
                <a:latin typeface="Century Gothic"/>
                <a:cs typeface="Century Gothic"/>
              </a:rPr>
              <a:t>E</a:t>
            </a:r>
            <a:r>
              <a:rPr dirty="0" sz="3000" spc="-110">
                <a:latin typeface="Century Gothic"/>
                <a:cs typeface="Century Gothic"/>
              </a:rPr>
              <a:t>AT</a:t>
            </a:r>
            <a:r>
              <a:rPr dirty="0" sz="3000" spc="-100">
                <a:latin typeface="Century Gothic"/>
                <a:cs typeface="Century Gothic"/>
              </a:rPr>
              <a:t>E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5">
                <a:latin typeface="Century Gothic"/>
                <a:cs typeface="Century Gothic"/>
              </a:rPr>
              <a:t>F</a:t>
            </a:r>
            <a:r>
              <a:rPr dirty="0" sz="3000" spc="25">
                <a:latin typeface="Century Gothic"/>
                <a:cs typeface="Century Gothic"/>
              </a:rPr>
              <a:t>O</a:t>
            </a:r>
            <a:r>
              <a:rPr dirty="0" sz="3000" spc="-90">
                <a:latin typeface="Century Gothic"/>
                <a:cs typeface="Century Gothic"/>
              </a:rPr>
              <a:t>REIG</a:t>
            </a:r>
            <a:r>
              <a:rPr dirty="0" sz="3000" spc="-114">
                <a:latin typeface="Century Gothic"/>
                <a:cs typeface="Century Gothic"/>
              </a:rPr>
              <a:t>N</a:t>
            </a:r>
            <a:r>
              <a:rPr dirty="0" sz="3000" spc="30">
                <a:latin typeface="Century Gothic"/>
                <a:cs typeface="Century Gothic"/>
              </a:rPr>
              <a:t> </a:t>
            </a:r>
            <a:r>
              <a:rPr dirty="0" sz="3000" spc="185">
                <a:latin typeface="Century Gothic"/>
                <a:cs typeface="Century Gothic"/>
              </a:rPr>
              <a:t>T</a:t>
            </a:r>
            <a:r>
              <a:rPr dirty="0" sz="3000" spc="-245">
                <a:latin typeface="Century Gothic"/>
                <a:cs typeface="Century Gothic"/>
              </a:rPr>
              <a:t>AB</a:t>
            </a:r>
            <a:r>
              <a:rPr dirty="0" sz="3000" spc="-180">
                <a:latin typeface="Century Gothic"/>
                <a:cs typeface="Century Gothic"/>
              </a:rPr>
              <a:t>L</a:t>
            </a:r>
            <a:r>
              <a:rPr dirty="0" sz="3000" spc="-85">
                <a:latin typeface="Century Gothic"/>
                <a:cs typeface="Century Gothic"/>
              </a:rPr>
              <a:t>E</a:t>
            </a:r>
            <a:endParaRPr sz="30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30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SzPct val="43750"/>
              <a:buFont typeface="MS Gothic"/>
              <a:buChar char="●"/>
              <a:tabLst>
                <a:tab pos="228600" algn="l"/>
              </a:tabLst>
            </a:pPr>
            <a:r>
              <a:rPr dirty="0" sz="3200" spc="-155">
                <a:latin typeface="Century Gothic"/>
                <a:cs typeface="Century Gothic"/>
              </a:rPr>
              <a:t>Y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75">
                <a:latin typeface="Century Gothic"/>
                <a:cs typeface="Century Gothic"/>
              </a:rPr>
              <a:t>pu</a:t>
            </a:r>
            <a:r>
              <a:rPr dirty="0" sz="3200" spc="-495">
                <a:latin typeface="Century Gothic"/>
                <a:cs typeface="Century Gothic"/>
              </a:rPr>
              <a:t>e</a:t>
            </a:r>
            <a:r>
              <a:rPr dirty="0" sz="3200" spc="-335">
                <a:latin typeface="Century Gothic"/>
                <a:cs typeface="Century Gothic"/>
              </a:rPr>
              <a:t>des</a:t>
            </a:r>
            <a:r>
              <a:rPr dirty="0" sz="3200" spc="35">
                <a:latin typeface="Century Gothic"/>
                <a:cs typeface="Century Gothic"/>
              </a:rPr>
              <a:t> 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-459">
                <a:latin typeface="Century Gothic"/>
                <a:cs typeface="Century Gothic"/>
              </a:rPr>
              <a:t>ab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80">
                <a:latin typeface="Century Gothic"/>
                <a:cs typeface="Century Gothic"/>
              </a:rPr>
              <a:t>j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35">
                <a:latin typeface="Century Gothic"/>
                <a:cs typeface="Century Gothic"/>
              </a:rPr>
              <a:t>r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co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7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295">
                <a:latin typeface="Century Gothic"/>
                <a:cs typeface="Century Gothic"/>
              </a:rPr>
              <a:t>t</a:t>
            </a:r>
            <a:r>
              <a:rPr dirty="0" sz="3200" spc="-475">
                <a:latin typeface="Century Gothic"/>
                <a:cs typeface="Century Gothic"/>
              </a:rPr>
              <a:t>a</a:t>
            </a:r>
            <a:r>
              <a:rPr dirty="0" sz="3200" spc="-285">
                <a:latin typeface="Century Gothic"/>
                <a:cs typeface="Century Gothic"/>
              </a:rPr>
              <a:t>b</a:t>
            </a:r>
            <a:r>
              <a:rPr dirty="0" sz="3200" spc="-95">
                <a:latin typeface="Century Gothic"/>
                <a:cs typeface="Century Gothic"/>
              </a:rPr>
              <a:t>l</a:t>
            </a:r>
            <a:r>
              <a:rPr dirty="0" sz="3200" spc="-459">
                <a:latin typeface="Century Gothic"/>
                <a:cs typeface="Century Gothic"/>
              </a:rPr>
              <a:t>a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425">
                <a:latin typeface="Century Gothic"/>
                <a:cs typeface="Century Gothic"/>
              </a:rPr>
              <a:t>co</a:t>
            </a:r>
            <a:r>
              <a:rPr dirty="0" sz="3200" spc="-395">
                <a:latin typeface="Century Gothic"/>
                <a:cs typeface="Century Gothic"/>
              </a:rPr>
              <a:t>n</a:t>
            </a:r>
            <a:r>
              <a:rPr dirty="0" sz="3200" spc="30">
                <a:latin typeface="Century Gothic"/>
                <a:cs typeface="Century Gothic"/>
              </a:rPr>
              <a:t> </a:t>
            </a:r>
            <a:r>
              <a:rPr dirty="0" sz="3200" spc="-300">
                <a:latin typeface="Century Gothic"/>
                <a:cs typeface="Century Gothic"/>
              </a:rPr>
              <a:t>t</a:t>
            </a:r>
            <a:r>
              <a:rPr dirty="0" sz="3200" spc="-275">
                <a:latin typeface="Century Gothic"/>
                <a:cs typeface="Century Gothic"/>
              </a:rPr>
              <a:t>u</a:t>
            </a:r>
            <a:r>
              <a:rPr dirty="0" sz="3200" spc="40">
                <a:latin typeface="Century Gothic"/>
                <a:cs typeface="Century Gothic"/>
              </a:rPr>
              <a:t> </a:t>
            </a:r>
            <a:r>
              <a:rPr dirty="0" sz="3200" spc="-200">
                <a:latin typeface="Century Gothic"/>
                <a:cs typeface="Century Gothic"/>
              </a:rPr>
              <a:t>D</a:t>
            </a:r>
            <a:r>
              <a:rPr dirty="0" sz="3200" spc="-240">
                <a:latin typeface="Century Gothic"/>
                <a:cs typeface="Century Gothic"/>
              </a:rPr>
              <a:t>M</a:t>
            </a:r>
            <a:r>
              <a:rPr dirty="0" sz="3200" spc="-165">
                <a:latin typeface="Century Gothic"/>
                <a:cs typeface="Century Gothic"/>
              </a:rPr>
              <a:t>L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65"/>
              <a:t>F</a:t>
            </a:r>
            <a:r>
              <a:rPr dirty="0" spc="-60"/>
              <a:t>o</a:t>
            </a:r>
            <a:r>
              <a:rPr dirty="0" spc="15"/>
              <a:t>r</a:t>
            </a:r>
            <a:r>
              <a:rPr dirty="0" spc="35"/>
              <a:t>e</a:t>
            </a:r>
            <a:r>
              <a:rPr dirty="0" spc="35"/>
              <a:t>i</a:t>
            </a:r>
            <a:r>
              <a:rPr dirty="0" spc="75"/>
              <a:t>g</a:t>
            </a:r>
            <a:r>
              <a:rPr dirty="0" spc="40"/>
              <a:t>n</a:t>
            </a:r>
            <a:r>
              <a:rPr dirty="0" spc="60"/>
              <a:t> </a:t>
            </a:r>
            <a:r>
              <a:rPr dirty="0" spc="25"/>
              <a:t>D</a:t>
            </a:r>
            <a:r>
              <a:rPr dirty="0" spc="195"/>
              <a:t>a</a:t>
            </a:r>
            <a:r>
              <a:rPr dirty="0" spc="-225"/>
              <a:t>t</a:t>
            </a:r>
            <a:r>
              <a:rPr dirty="0" spc="190"/>
              <a:t>a</a:t>
            </a:r>
            <a:r>
              <a:rPr dirty="0" spc="75"/>
              <a:t> </a:t>
            </a:r>
            <a:r>
              <a:rPr dirty="0" spc="-204"/>
              <a:t>W</a:t>
            </a:r>
            <a:r>
              <a:rPr dirty="0" spc="110"/>
              <a:t>ra</a:t>
            </a:r>
            <a:r>
              <a:rPr dirty="0" spc="75"/>
              <a:t>p</a:t>
            </a:r>
            <a:r>
              <a:rPr dirty="0" spc="85"/>
              <a:t>p</a:t>
            </a:r>
            <a:r>
              <a:rPr dirty="0" spc="25"/>
              <a:t>e</a:t>
            </a:r>
            <a:r>
              <a:rPr dirty="0" spc="25"/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773430" y="1584960"/>
            <a:ext cx="8947150" cy="5327650"/>
          </a:xfrm>
          <a:custGeom>
            <a:avLst/>
            <a:gdLst/>
            <a:ahLst/>
            <a:cxnLst/>
            <a:rect l="l" t="t" r="r" b="b"/>
            <a:pathLst>
              <a:path w="8947150" h="5327650">
                <a:moveTo>
                  <a:pt x="8947150" y="0"/>
                </a:moveTo>
                <a:lnTo>
                  <a:pt x="0" y="0"/>
                </a:lnTo>
                <a:lnTo>
                  <a:pt x="0" y="5327650"/>
                </a:lnTo>
                <a:lnTo>
                  <a:pt x="8947150" y="5327650"/>
                </a:lnTo>
                <a:lnTo>
                  <a:pt x="89471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64159" y="1391919"/>
            <a:ext cx="9550400" cy="768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6059" y="2260600"/>
            <a:ext cx="9627870" cy="1267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6540" y="3681729"/>
            <a:ext cx="9566910" cy="12865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340" y="5111750"/>
            <a:ext cx="9211310" cy="19062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pc="-235"/>
              <a:t>Tod</a:t>
            </a:r>
            <a:r>
              <a:rPr dirty="0" spc="-254"/>
              <a:t>o</a:t>
            </a:r>
            <a:r>
              <a:rPr dirty="0" spc="30"/>
              <a:t> </a:t>
            </a:r>
            <a:r>
              <a:rPr dirty="0" spc="-300"/>
              <a:t>P</a:t>
            </a:r>
            <a:r>
              <a:rPr dirty="0" spc="-260"/>
              <a:t>os</a:t>
            </a:r>
            <a:r>
              <a:rPr dirty="0" spc="-175"/>
              <a:t>t</a:t>
            </a:r>
            <a:r>
              <a:rPr dirty="0" spc="-204"/>
              <a:t>gr</a:t>
            </a:r>
            <a:r>
              <a:rPr dirty="0" spc="-495"/>
              <a:t>e</a:t>
            </a:r>
            <a:r>
              <a:rPr dirty="0" spc="-5"/>
              <a:t>S</a:t>
            </a:r>
            <a:r>
              <a:rPr dirty="0" spc="5"/>
              <a:t>Q</a:t>
            </a:r>
            <a:r>
              <a:rPr dirty="0" spc="-165"/>
              <a:t>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6603365"/>
            <a:ext cx="4826635" cy="6096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4600" spc="-4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to</a:t>
            </a:r>
            <a:r>
              <a:rPr dirty="0" sz="4600" spc="-64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d</a:t>
            </a:r>
            <a:r>
              <a:rPr dirty="0" sz="4600" spc="-4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opo</a:t>
            </a:r>
            <a:r>
              <a:rPr dirty="0" sz="4600" spc="-28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4600" spc="-3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t</a:t>
            </a:r>
            <a:r>
              <a:rPr dirty="0" sz="4600" spc="-72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g</a:t>
            </a:r>
            <a:r>
              <a:rPr dirty="0" sz="4600" spc="-33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re</a:t>
            </a:r>
            <a:r>
              <a:rPr dirty="0" sz="4600" spc="-4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s</a:t>
            </a:r>
            <a:r>
              <a:rPr dirty="0" sz="4600" spc="-67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q</a:t>
            </a:r>
            <a:r>
              <a:rPr dirty="0" sz="4600" spc="6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l</a:t>
            </a:r>
            <a:r>
              <a:rPr dirty="0" sz="4600" spc="8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.</a:t>
            </a:r>
            <a:r>
              <a:rPr dirty="0" sz="4600" spc="-890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c</a:t>
            </a:r>
            <a:r>
              <a:rPr dirty="0" sz="4600" spc="-459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o</a:t>
            </a:r>
            <a:r>
              <a:rPr dirty="0" sz="4600" spc="-695">
                <a:solidFill>
                  <a:srgbClr val="00007F"/>
                </a:solidFill>
                <a:latin typeface="Century Gothic"/>
                <a:cs typeface="Century Gothic"/>
                <a:hlinkClick r:id="rId2"/>
              </a:rPr>
              <a:t>m</a:t>
            </a:r>
            <a:endParaRPr sz="4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0078720" cy="629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6310629"/>
            <a:ext cx="10078720" cy="0"/>
          </a:xfrm>
          <a:custGeom>
            <a:avLst/>
            <a:gdLst/>
            <a:ahLst/>
            <a:cxnLst/>
            <a:rect l="l" t="t" r="r" b="b"/>
            <a:pathLst>
              <a:path w="10078720" h="0">
                <a:moveTo>
                  <a:pt x="0" y="0"/>
                </a:moveTo>
                <a:lnTo>
                  <a:pt x="10078720" y="0"/>
                </a:lnTo>
              </a:path>
            </a:pathLst>
          </a:custGeom>
          <a:ln w="38097">
            <a:solidFill>
              <a:srgbClr val="33669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2020-09-21T19:41:24Z</dcterms:created>
  <dcterms:modified xsi:type="dcterms:W3CDTF">2020-09-21T19:41:24Z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2018-02-08T00:00:00Z</vt:filetime>
  </property>
  <property fmtid="{D5CDD505-2E9C-101B-9397-08002B2CF9AE}" pid="3" name="LastSaved">
    <vt:filetime>2020-09-21T00:00:00Z</vt:filetime>
  </property>
</Properties>
</file>
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0083800" cy="7556500"/>
  <p:notesSz cx="10083800" cy="75565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5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00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5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00A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6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73050"/>
            <a:ext cx="9720580" cy="1080770"/>
          </a:xfrm>
          <a:custGeom>
            <a:avLst/>
            <a:gdLst/>
            <a:ahLst/>
            <a:cxnLst/>
            <a:rect l="l" t="t" r="r" b="b"/>
            <a:pathLst>
              <a:path w="9720580" h="1080770">
                <a:moveTo>
                  <a:pt x="9720580" y="0"/>
                </a:moveTo>
                <a:lnTo>
                  <a:pt x="0" y="0"/>
                </a:lnTo>
                <a:lnTo>
                  <a:pt x="0" y="1080770"/>
                </a:lnTo>
                <a:lnTo>
                  <a:pt x="9720580" y="1080770"/>
                </a:lnTo>
                <a:lnTo>
                  <a:pt x="9720580" y="0"/>
                </a:lnTo>
                <a:close/>
              </a:path>
            </a:pathLst>
          </a:custGeom>
          <a:solidFill>
            <a:srgbClr val="336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50" y="644774"/>
            <a:ext cx="9740900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6880" y="1876509"/>
            <a:ext cx="9210039" cy="5271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00A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27545"/>
            <a:ext cx="3226815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eveloper/cor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gresql.org/community/contributors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list/" TargetMode="External"/><Relationship Id="rId7" Type="http://schemas.openxmlformats.org/officeDocument/2006/relationships/hyperlink" Target="https://todopostgresql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nterprisedb.com/" TargetMode="External"/><Relationship Id="rId5" Type="http://schemas.openxmlformats.org/officeDocument/2006/relationships/hyperlink" Target="https://www.2ndquadrant.com/es/" TargetMode="External"/><Relationship Id="rId4" Type="http://schemas.openxmlformats.org/officeDocument/2006/relationships/hyperlink" Target="https://e-mc2.net/es/postgresql-e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9.5/static/mvcc-intro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Atomicidad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.wikipedia.org/wiki/Persistencia_(inform%C3%A1tica)" TargetMode="External"/><Relationship Id="rId5" Type="http://schemas.openxmlformats.org/officeDocument/2006/relationships/hyperlink" Target="https://es.wikipedia.org/wiki/Aislamiento_(ACID)" TargetMode="External"/><Relationship Id="rId4" Type="http://schemas.openxmlformats.org/officeDocument/2006/relationships/hyperlink" Target="https://es.wikipedia.org/wiki/Consistencia_de_dato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about/featurematrix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about/licence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nterprisedb.com/node/4522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wnload/product-categories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0720" y="2370559"/>
            <a:ext cx="6169660" cy="141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 marR="5080" indent="-259079">
              <a:lnSpc>
                <a:spcPct val="126600"/>
              </a:lnSpc>
            </a:pPr>
            <a:r>
              <a:rPr sz="4350" spc="-95" dirty="0">
                <a:latin typeface="Century Gothic"/>
                <a:cs typeface="Century Gothic"/>
              </a:rPr>
              <a:t>I</a:t>
            </a:r>
            <a:r>
              <a:rPr sz="4350" spc="-240" dirty="0">
                <a:latin typeface="Century Gothic"/>
                <a:cs typeface="Century Gothic"/>
              </a:rPr>
              <a:t>n</a:t>
            </a:r>
            <a:r>
              <a:rPr sz="4350" spc="-200" dirty="0">
                <a:latin typeface="Century Gothic"/>
                <a:cs typeface="Century Gothic"/>
              </a:rPr>
              <a:t>t</a:t>
            </a:r>
            <a:r>
              <a:rPr sz="4350" spc="-185" dirty="0">
                <a:latin typeface="Century Gothic"/>
                <a:cs typeface="Century Gothic"/>
              </a:rPr>
              <a:t>r</a:t>
            </a:r>
            <a:r>
              <a:rPr sz="4350" spc="-425" dirty="0">
                <a:latin typeface="Century Gothic"/>
                <a:cs typeface="Century Gothic"/>
              </a:rPr>
              <a:t>o</a:t>
            </a:r>
            <a:r>
              <a:rPr sz="4350" spc="-665" dirty="0">
                <a:latin typeface="Century Gothic"/>
                <a:cs typeface="Century Gothic"/>
              </a:rPr>
              <a:t>d</a:t>
            </a:r>
            <a:r>
              <a:rPr sz="4350" spc="-370" dirty="0">
                <a:latin typeface="Century Gothic"/>
                <a:cs typeface="Century Gothic"/>
              </a:rPr>
              <a:t>u</a:t>
            </a:r>
            <a:r>
              <a:rPr sz="4350" spc="-475" dirty="0">
                <a:latin typeface="Century Gothic"/>
                <a:cs typeface="Century Gothic"/>
              </a:rPr>
              <a:t>cció</a:t>
            </a:r>
            <a:r>
              <a:rPr sz="4350" spc="-535" dirty="0">
                <a:latin typeface="Century Gothic"/>
                <a:cs typeface="Century Gothic"/>
              </a:rPr>
              <a:t>n</a:t>
            </a:r>
            <a:r>
              <a:rPr sz="4350" spc="45" dirty="0">
                <a:latin typeface="Century Gothic"/>
                <a:cs typeface="Century Gothic"/>
              </a:rPr>
              <a:t> </a:t>
            </a:r>
            <a:r>
              <a:rPr sz="4350" spc="-625" dirty="0">
                <a:latin typeface="Century Gothic"/>
                <a:cs typeface="Century Gothic"/>
              </a:rPr>
              <a:t>a</a:t>
            </a:r>
            <a:r>
              <a:rPr sz="4350" spc="45" dirty="0">
                <a:latin typeface="Century Gothic"/>
                <a:cs typeface="Century Gothic"/>
              </a:rPr>
              <a:t> </a:t>
            </a:r>
            <a:r>
              <a:rPr sz="4350" spc="-415" dirty="0">
                <a:latin typeface="Century Gothic"/>
                <a:cs typeface="Century Gothic"/>
              </a:rPr>
              <a:t>P</a:t>
            </a:r>
            <a:r>
              <a:rPr sz="4350" spc="-455" dirty="0">
                <a:latin typeface="Century Gothic"/>
                <a:cs typeface="Century Gothic"/>
              </a:rPr>
              <a:t>o</a:t>
            </a:r>
            <a:r>
              <a:rPr sz="4350" spc="-30" dirty="0">
                <a:latin typeface="Century Gothic"/>
                <a:cs typeface="Century Gothic"/>
              </a:rPr>
              <a:t>s</a:t>
            </a:r>
            <a:r>
              <a:rPr sz="4350" spc="-515" dirty="0">
                <a:latin typeface="Century Gothic"/>
                <a:cs typeface="Century Gothic"/>
              </a:rPr>
              <a:t>tg</a:t>
            </a:r>
            <a:r>
              <a:rPr sz="4350" spc="-135" dirty="0">
                <a:latin typeface="Century Gothic"/>
                <a:cs typeface="Century Gothic"/>
              </a:rPr>
              <a:t>reS</a:t>
            </a:r>
            <a:r>
              <a:rPr sz="4350" spc="-215" dirty="0">
                <a:latin typeface="Century Gothic"/>
                <a:cs typeface="Century Gothic"/>
              </a:rPr>
              <a:t>Q</a:t>
            </a:r>
            <a:r>
              <a:rPr sz="4350" spc="-225" dirty="0">
                <a:latin typeface="Century Gothic"/>
                <a:cs typeface="Century Gothic"/>
              </a:rPr>
              <a:t>L</a:t>
            </a:r>
            <a:r>
              <a:rPr sz="4350" spc="-135" dirty="0">
                <a:latin typeface="Century Gothic"/>
                <a:cs typeface="Century Gothic"/>
              </a:rPr>
              <a:t> </a:t>
            </a:r>
            <a:r>
              <a:rPr sz="4350" spc="-560" dirty="0">
                <a:latin typeface="Century Gothic"/>
                <a:cs typeface="Century Gothic"/>
              </a:rPr>
              <a:t>Ca</a:t>
            </a:r>
            <a:r>
              <a:rPr sz="4350" spc="-305" dirty="0">
                <a:latin typeface="Century Gothic"/>
                <a:cs typeface="Century Gothic"/>
              </a:rPr>
              <a:t>ra</a:t>
            </a:r>
            <a:r>
              <a:rPr sz="4350" spc="-409" dirty="0">
                <a:latin typeface="Century Gothic"/>
                <a:cs typeface="Century Gothic"/>
              </a:rPr>
              <a:t>cter</a:t>
            </a:r>
            <a:r>
              <a:rPr sz="4350" spc="-185" dirty="0">
                <a:latin typeface="Century Gothic"/>
                <a:cs typeface="Century Gothic"/>
              </a:rPr>
              <a:t>í</a:t>
            </a:r>
            <a:r>
              <a:rPr sz="4350" spc="-30" dirty="0">
                <a:latin typeface="Century Gothic"/>
                <a:cs typeface="Century Gothic"/>
              </a:rPr>
              <a:t>s</a:t>
            </a:r>
            <a:r>
              <a:rPr sz="4350" spc="-385" dirty="0">
                <a:latin typeface="Century Gothic"/>
                <a:cs typeface="Century Gothic"/>
              </a:rPr>
              <a:t>tic</a:t>
            </a:r>
            <a:r>
              <a:rPr sz="4350" spc="-665" dirty="0">
                <a:latin typeface="Century Gothic"/>
                <a:cs typeface="Century Gothic"/>
              </a:rPr>
              <a:t>a</a:t>
            </a:r>
            <a:r>
              <a:rPr sz="4350" spc="-35" dirty="0">
                <a:latin typeface="Century Gothic"/>
                <a:cs typeface="Century Gothic"/>
              </a:rPr>
              <a:t>s</a:t>
            </a:r>
            <a:r>
              <a:rPr sz="4350" spc="55" dirty="0">
                <a:latin typeface="Century Gothic"/>
                <a:cs typeface="Century Gothic"/>
              </a:rPr>
              <a:t> </a:t>
            </a:r>
            <a:r>
              <a:rPr sz="4350" spc="-680" dirty="0">
                <a:latin typeface="Century Gothic"/>
                <a:cs typeface="Century Gothic"/>
              </a:rPr>
              <a:t>e</a:t>
            </a:r>
            <a:r>
              <a:rPr sz="4350" spc="50" dirty="0">
                <a:latin typeface="Century Gothic"/>
                <a:cs typeface="Century Gothic"/>
              </a:rPr>
              <a:t> </a:t>
            </a:r>
            <a:r>
              <a:rPr sz="4350" spc="-400" dirty="0">
                <a:latin typeface="Century Gothic"/>
                <a:cs typeface="Century Gothic"/>
              </a:rPr>
              <a:t>h</a:t>
            </a:r>
            <a:r>
              <a:rPr sz="4350" spc="110" dirty="0">
                <a:latin typeface="Century Gothic"/>
                <a:cs typeface="Century Gothic"/>
              </a:rPr>
              <a:t>i</a:t>
            </a:r>
            <a:r>
              <a:rPr sz="4350" spc="-30" dirty="0">
                <a:latin typeface="Century Gothic"/>
                <a:cs typeface="Century Gothic"/>
              </a:rPr>
              <a:t>s</a:t>
            </a:r>
            <a:r>
              <a:rPr sz="4350" spc="-290" dirty="0">
                <a:latin typeface="Century Gothic"/>
                <a:cs typeface="Century Gothic"/>
              </a:rPr>
              <a:t>t</a:t>
            </a:r>
            <a:r>
              <a:rPr sz="4350" spc="-540" dirty="0">
                <a:latin typeface="Century Gothic"/>
                <a:cs typeface="Century Gothic"/>
              </a:rPr>
              <a:t>o</a:t>
            </a:r>
            <a:r>
              <a:rPr sz="4350" spc="95" dirty="0">
                <a:latin typeface="Century Gothic"/>
                <a:cs typeface="Century Gothic"/>
              </a:rPr>
              <a:t>r</a:t>
            </a:r>
            <a:r>
              <a:rPr sz="4350" spc="55" dirty="0">
                <a:latin typeface="Century Gothic"/>
                <a:cs typeface="Century Gothic"/>
              </a:rPr>
              <a:t>i</a:t>
            </a:r>
            <a:r>
              <a:rPr sz="4350" spc="-625" dirty="0">
                <a:latin typeface="Century Gothic"/>
                <a:cs typeface="Century Gothic"/>
              </a:rPr>
              <a:t>a</a:t>
            </a:r>
            <a:endParaRPr sz="435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67830" y="4305300"/>
            <a:ext cx="2504439" cy="2479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46608"/>
            <a:ext cx="4244975" cy="4847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8900"/>
              </a:lnSpc>
            </a:pPr>
            <a:r>
              <a:rPr sz="3000" spc="40" dirty="0">
                <a:latin typeface="Century Gothic"/>
                <a:cs typeface="Century Gothic"/>
              </a:rPr>
              <a:t>1.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2.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3000" spc="40" dirty="0">
                <a:latin typeface="Century Gothic"/>
                <a:cs typeface="Century Gothic"/>
              </a:rPr>
              <a:t>3.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1047750">
              <a:lnSpc>
                <a:spcPct val="138800"/>
              </a:lnSpc>
            </a:pPr>
            <a:r>
              <a:rPr sz="3000" spc="40" dirty="0">
                <a:latin typeface="Century Gothic"/>
                <a:cs typeface="Century Gothic"/>
              </a:rPr>
              <a:t>4.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act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5.</a:t>
            </a:r>
            <a:r>
              <a:rPr sz="3000" spc="204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6.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1624965">
              <a:lnSpc>
                <a:spcPts val="5000"/>
              </a:lnSpc>
              <a:spcBef>
                <a:spcPts val="390"/>
              </a:spcBef>
            </a:pPr>
            <a:r>
              <a:rPr sz="3000" spc="40" dirty="0">
                <a:latin typeface="Century Gothic"/>
                <a:cs typeface="Century Gothic"/>
              </a:rPr>
              <a:t>7.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8.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97315" cy="4161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0400">
              <a:lnSpc>
                <a:spcPct val="100000"/>
              </a:lnSpc>
            </a:pPr>
            <a:r>
              <a:rPr sz="4400" spc="-365" dirty="0">
                <a:solidFill>
                  <a:srgbClr val="1B1B1B"/>
                </a:solidFill>
                <a:latin typeface="Century Gothic"/>
                <a:cs typeface="Century Gothic"/>
              </a:rPr>
              <a:t>¿Q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é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4400" spc="-285" dirty="0">
                <a:solidFill>
                  <a:srgbClr val="1B1B1B"/>
                </a:solidFill>
                <a:latin typeface="Century Gothic"/>
                <a:cs typeface="Century Gothic"/>
              </a:rPr>
              <a:t>L?</a:t>
            </a:r>
            <a:endParaRPr sz="4400">
              <a:latin typeface="Century Gothic"/>
              <a:cs typeface="Century Gothic"/>
            </a:endParaRPr>
          </a:p>
          <a:p>
            <a:pPr marL="228600" marR="120014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spc="-95" dirty="0">
                <a:latin typeface="Century Gothic"/>
                <a:cs typeface="Century Gothic"/>
              </a:rPr>
              <a:t>(</a:t>
            </a:r>
            <a:r>
              <a:rPr sz="3000" spc="-210" dirty="0">
                <a:latin typeface="Century Gothic"/>
                <a:cs typeface="Century Gothic"/>
              </a:rPr>
              <a:t>O</a:t>
            </a:r>
            <a:r>
              <a:rPr sz="3000" spc="-190" dirty="0">
                <a:latin typeface="Century Gothic"/>
                <a:cs typeface="Century Gothic"/>
              </a:rPr>
              <a:t>R</a:t>
            </a:r>
            <a:r>
              <a:rPr sz="3000" spc="-220" dirty="0">
                <a:latin typeface="Century Gothic"/>
                <a:cs typeface="Century Gothic"/>
              </a:rPr>
              <a:t>D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71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ba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1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19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cód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ca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165" dirty="0">
                <a:solidFill>
                  <a:srgbClr val="1B1B1B"/>
                </a:solidFill>
                <a:latin typeface="Century Gothic"/>
                <a:cs typeface="Century Gothic"/>
              </a:rPr>
              <a:t>ul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38920" cy="282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0400">
              <a:lnSpc>
                <a:spcPct val="100000"/>
              </a:lnSpc>
            </a:pPr>
            <a:r>
              <a:rPr sz="4400" spc="-365" dirty="0">
                <a:solidFill>
                  <a:srgbClr val="1B1B1B"/>
                </a:solidFill>
                <a:latin typeface="Century Gothic"/>
                <a:cs typeface="Century Gothic"/>
              </a:rPr>
              <a:t>¿Q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é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4400" spc="-285" dirty="0">
                <a:solidFill>
                  <a:srgbClr val="1B1B1B"/>
                </a:solidFill>
                <a:latin typeface="Century Gothic"/>
                <a:cs typeface="Century Gothic"/>
              </a:rPr>
              <a:t>L?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ct val="99400"/>
              </a:lnSpc>
              <a:spcBef>
                <a:spcPts val="3290"/>
              </a:spcBef>
              <a:tabLst>
                <a:tab pos="5492115" algn="l"/>
              </a:tabLst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ó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45" dirty="0">
                <a:latin typeface="Century Gothic"/>
                <a:cs typeface="Century Gothic"/>
              </a:rPr>
              <a:t>g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-21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dirty="0">
                <a:latin typeface="Century Gothic"/>
                <a:cs typeface="Century Gothic"/>
              </a:rPr>
              <a:t>	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30" dirty="0">
                <a:latin typeface="Century Gothic"/>
                <a:cs typeface="Century Gothic"/>
              </a:rPr>
              <a:t>m</a:t>
            </a:r>
            <a:r>
              <a:rPr sz="3000" spc="-270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35" dirty="0">
                <a:latin typeface="Century Gothic"/>
                <a:cs typeface="Century Gothic"/>
              </a:rPr>
              <a:t>“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p</a:t>
            </a:r>
            <a:r>
              <a:rPr sz="3000" spc="-175" dirty="0">
                <a:latin typeface="Century Gothic"/>
                <a:cs typeface="Century Gothic"/>
              </a:rPr>
              <a:t>”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210" dirty="0">
                <a:latin typeface="Century Gothic"/>
                <a:cs typeface="Century Gothic"/>
              </a:rPr>
              <a:t>(P</a:t>
            </a:r>
            <a:r>
              <a:rPr sz="3000" spc="-365" dirty="0">
                <a:latin typeface="Century Gothic"/>
                <a:cs typeface="Century Gothic"/>
              </a:rPr>
              <a:t>G</a:t>
            </a:r>
            <a:r>
              <a:rPr sz="3000" spc="-165" dirty="0">
                <a:latin typeface="Century Gothic"/>
                <a:cs typeface="Century Gothic"/>
              </a:rPr>
              <a:t>DG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31910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50" dirty="0">
                <a:latin typeface="Century Gothic"/>
                <a:cs typeface="Century Gothic"/>
              </a:rPr>
              <a:t>I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50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60" dirty="0">
                <a:latin typeface="Century Gothic"/>
                <a:cs typeface="Century Gothic"/>
              </a:rPr>
              <a:t>(I</a:t>
            </a:r>
            <a:r>
              <a:rPr sz="3000" spc="-130" dirty="0">
                <a:latin typeface="Century Gothic"/>
                <a:cs typeface="Century Gothic"/>
              </a:rPr>
              <a:t>N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15" dirty="0">
                <a:latin typeface="Century Gothic"/>
                <a:cs typeface="Century Gothic"/>
              </a:rPr>
              <a:t>v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185" dirty="0">
                <a:latin typeface="Century Gothic"/>
                <a:cs typeface="Century Gothic"/>
              </a:rPr>
              <a:t>ic</a:t>
            </a:r>
            <a:r>
              <a:rPr sz="3000" spc="-16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R</a:t>
            </a:r>
            <a:r>
              <a:rPr sz="3000" spc="-140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400" dirty="0">
                <a:latin typeface="Century Gothic"/>
                <a:cs typeface="Century Gothic"/>
              </a:rPr>
              <a:t>y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(1</a:t>
            </a:r>
            <a:r>
              <a:rPr sz="3000" spc="-80" dirty="0">
                <a:latin typeface="Century Gothic"/>
                <a:cs typeface="Century Gothic"/>
              </a:rPr>
              <a:t>9</a:t>
            </a:r>
            <a:r>
              <a:rPr sz="3000" spc="60" dirty="0">
                <a:latin typeface="Century Gothic"/>
                <a:cs typeface="Century Gothic"/>
              </a:rPr>
              <a:t>7</a:t>
            </a:r>
            <a:r>
              <a:rPr sz="3000" spc="65" dirty="0">
                <a:latin typeface="Century Gothic"/>
                <a:cs typeface="Century Gothic"/>
              </a:rPr>
              <a:t>7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– </a:t>
            </a:r>
            <a:r>
              <a:rPr sz="3000" spc="60" dirty="0">
                <a:latin typeface="Century Gothic"/>
                <a:cs typeface="Century Gothic"/>
              </a:rPr>
              <a:t>198</a:t>
            </a:r>
            <a:r>
              <a:rPr sz="3000" spc="55" dirty="0">
                <a:latin typeface="Century Gothic"/>
                <a:cs typeface="Century Gothic"/>
              </a:rPr>
              <a:t>5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35" dirty="0">
                <a:latin typeface="Century Gothic"/>
                <a:cs typeface="Century Gothic"/>
              </a:rPr>
              <a:t>“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85" dirty="0">
                <a:latin typeface="Century Gothic"/>
                <a:cs typeface="Century Gothic"/>
              </a:rPr>
              <a:t>z</a:t>
            </a:r>
            <a:r>
              <a:rPr sz="3000" spc="-280" dirty="0">
                <a:latin typeface="Century Gothic"/>
                <a:cs typeface="Century Gothic"/>
              </a:rPr>
              <a:t>o</a:t>
            </a:r>
            <a:r>
              <a:rPr sz="3000" spc="-180" dirty="0">
                <a:latin typeface="Century Gothic"/>
                <a:cs typeface="Century Gothic"/>
              </a:rPr>
              <a:t>”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00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000">
              <a:latin typeface="Times New Roman"/>
              <a:cs typeface="Times New Roman"/>
            </a:endParaRPr>
          </a:p>
          <a:p>
            <a:pPr marL="12700" marR="53975">
              <a:lnSpc>
                <a:spcPct val="99400"/>
              </a:lnSpc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30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3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no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ía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140" dirty="0">
                <a:solidFill>
                  <a:srgbClr val="1B1B1B"/>
                </a:solidFill>
                <a:latin typeface="Century Gothic"/>
                <a:cs typeface="Century Gothic"/>
              </a:rPr>
              <a:t>k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3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4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ct val="99300"/>
              </a:lnSpc>
              <a:spcBef>
                <a:spcPts val="3295"/>
              </a:spcBef>
            </a:pPr>
            <a:r>
              <a:rPr spc="-440" dirty="0">
                <a:solidFill>
                  <a:srgbClr val="000000"/>
                </a:solidFill>
              </a:rPr>
              <a:t>A</a:t>
            </a:r>
            <a:r>
              <a:rPr spc="85" dirty="0">
                <a:solidFill>
                  <a:srgbClr val="000000"/>
                </a:solidFill>
              </a:rPr>
              <a:t>l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60" dirty="0">
                <a:solidFill>
                  <a:srgbClr val="000000"/>
                </a:solidFill>
              </a:rPr>
              <a:t>10</a:t>
            </a:r>
            <a:r>
              <a:rPr spc="55" dirty="0">
                <a:solidFill>
                  <a:srgbClr val="000000"/>
                </a:solidFill>
              </a:rPr>
              <a:t>0</a:t>
            </a:r>
            <a:r>
              <a:rPr spc="65" dirty="0">
                <a:solidFill>
                  <a:srgbClr val="000000"/>
                </a:solidFill>
              </a:rPr>
              <a:t>0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595" dirty="0">
                <a:solidFill>
                  <a:srgbClr val="000000"/>
                </a:solidFill>
              </a:rPr>
              <a:t>c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415" dirty="0">
                <a:solidFill>
                  <a:srgbClr val="000000"/>
                </a:solidFill>
              </a:rPr>
              <a:t>p</a:t>
            </a:r>
            <a:r>
              <a:rPr spc="-85" dirty="0">
                <a:solidFill>
                  <a:srgbClr val="000000"/>
                </a:solidFill>
              </a:rPr>
              <a:t>i</a:t>
            </a:r>
            <a:r>
              <a:rPr spc="-270"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595" dirty="0">
                <a:solidFill>
                  <a:srgbClr val="000000"/>
                </a:solidFill>
              </a:rPr>
              <a:t>c</a:t>
            </a:r>
            <a:r>
              <a:rPr spc="-295" dirty="0">
                <a:solidFill>
                  <a:srgbClr val="000000"/>
                </a:solidFill>
              </a:rPr>
              <a:t>ó</a:t>
            </a:r>
            <a:r>
              <a:rPr spc="-440" dirty="0">
                <a:solidFill>
                  <a:srgbClr val="000000"/>
                </a:solidFill>
              </a:rPr>
              <a:t>d</a:t>
            </a:r>
            <a:r>
              <a:rPr spc="-80" dirty="0">
                <a:solidFill>
                  <a:srgbClr val="000000"/>
                </a:solidFill>
              </a:rPr>
              <a:t>i</a:t>
            </a:r>
            <a:r>
              <a:rPr spc="-245" dirty="0">
                <a:solidFill>
                  <a:srgbClr val="000000"/>
                </a:solidFill>
              </a:rPr>
              <a:t>g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170" dirty="0">
                <a:solidFill>
                  <a:srgbClr val="000000"/>
                </a:solidFill>
              </a:rPr>
              <a:t>f</a:t>
            </a:r>
            <a:r>
              <a:rPr spc="-355" dirty="0">
                <a:solidFill>
                  <a:srgbClr val="000000"/>
                </a:solidFill>
              </a:rPr>
              <a:t>u</a:t>
            </a:r>
            <a:r>
              <a:rPr spc="-370" dirty="0">
                <a:solidFill>
                  <a:srgbClr val="000000"/>
                </a:solidFill>
              </a:rPr>
              <a:t>e</a:t>
            </a:r>
            <a:r>
              <a:rPr spc="-275" dirty="0">
                <a:solidFill>
                  <a:srgbClr val="000000"/>
                </a:solidFill>
              </a:rPr>
              <a:t>nt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I</a:t>
            </a:r>
            <a:r>
              <a:rPr spc="-165" dirty="0">
                <a:solidFill>
                  <a:srgbClr val="000000"/>
                </a:solidFill>
              </a:rPr>
              <a:t>n</a:t>
            </a:r>
            <a:r>
              <a:rPr spc="-405" dirty="0">
                <a:solidFill>
                  <a:srgbClr val="000000"/>
                </a:solidFill>
              </a:rPr>
              <a:t>g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70" dirty="0">
                <a:solidFill>
                  <a:srgbClr val="000000"/>
                </a:solidFill>
              </a:rPr>
              <a:t>f</a:t>
            </a:r>
            <a:r>
              <a:rPr spc="-254" dirty="0">
                <a:solidFill>
                  <a:srgbClr val="000000"/>
                </a:solidFill>
              </a:rPr>
              <a:t>u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300" dirty="0">
                <a:solidFill>
                  <a:srgbClr val="000000"/>
                </a:solidFill>
              </a:rPr>
              <a:t>o</a:t>
            </a:r>
            <a:r>
              <a:rPr spc="-275" dirty="0">
                <a:solidFill>
                  <a:srgbClr val="000000"/>
                </a:solidFill>
              </a:rPr>
              <a:t>n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75" dirty="0">
                <a:solidFill>
                  <a:srgbClr val="000000"/>
                </a:solidFill>
              </a:rPr>
              <a:t>t</a:t>
            </a:r>
            <a:r>
              <a:rPr spc="25" dirty="0">
                <a:solidFill>
                  <a:srgbClr val="000000"/>
                </a:solidFill>
              </a:rPr>
              <a:t>r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430" dirty="0">
                <a:solidFill>
                  <a:srgbClr val="000000"/>
                </a:solidFill>
              </a:rPr>
              <a:t>b</a:t>
            </a:r>
            <a:r>
              <a:rPr spc="-135" dirty="0">
                <a:solidFill>
                  <a:srgbClr val="000000"/>
                </a:solidFill>
              </a:rPr>
              <a:t>u</a:t>
            </a:r>
            <a:r>
              <a:rPr spc="-40" dirty="0">
                <a:solidFill>
                  <a:srgbClr val="000000"/>
                </a:solidFill>
              </a:rPr>
              <a:t>i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15" dirty="0">
                <a:solidFill>
                  <a:srgbClr val="000000"/>
                </a:solidFill>
              </a:rPr>
              <a:t>s</a:t>
            </a:r>
            <a:r>
              <a:rPr spc="30" dirty="0">
                <a:solidFill>
                  <a:srgbClr val="000000"/>
                </a:solidFill>
              </a:rPr>
              <a:t>,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415" dirty="0">
                <a:solidFill>
                  <a:srgbClr val="000000"/>
                </a:solidFill>
              </a:rPr>
              <a:t>p</a:t>
            </a:r>
            <a:r>
              <a:rPr spc="25" dirty="0">
                <a:solidFill>
                  <a:srgbClr val="000000"/>
                </a:solidFill>
              </a:rPr>
              <a:t>r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275" dirty="0">
                <a:solidFill>
                  <a:srgbClr val="000000"/>
                </a:solidFill>
              </a:rPr>
              <a:t>n</a:t>
            </a:r>
            <a:r>
              <a:rPr spc="-395" dirty="0">
                <a:solidFill>
                  <a:srgbClr val="000000"/>
                </a:solidFill>
              </a:rPr>
              <a:t>c</a:t>
            </a:r>
            <a:r>
              <a:rPr spc="-114" dirty="0">
                <a:solidFill>
                  <a:srgbClr val="000000"/>
                </a:solidFill>
              </a:rPr>
              <a:t>i</a:t>
            </a:r>
            <a:r>
              <a:rPr spc="-430" dirty="0">
                <a:solidFill>
                  <a:srgbClr val="000000"/>
                </a:solidFill>
              </a:rPr>
              <a:t>pa</a:t>
            </a:r>
            <a:r>
              <a:rPr spc="85" dirty="0">
                <a:solidFill>
                  <a:srgbClr val="000000"/>
                </a:solidFill>
              </a:rPr>
              <a:t>l</a:t>
            </a:r>
            <a:r>
              <a:rPr spc="-570" dirty="0">
                <a:solidFill>
                  <a:srgbClr val="000000"/>
                </a:solidFill>
              </a:rPr>
              <a:t>m</a:t>
            </a:r>
            <a:r>
              <a:rPr spc="-385" dirty="0">
                <a:solidFill>
                  <a:srgbClr val="000000"/>
                </a:solidFill>
              </a:rPr>
              <a:t>e</a:t>
            </a:r>
            <a:r>
              <a:rPr spc="-260" dirty="0">
                <a:solidFill>
                  <a:srgbClr val="000000"/>
                </a:solidFill>
              </a:rPr>
              <a:t>n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30" dirty="0">
                <a:solidFill>
                  <a:srgbClr val="000000"/>
                </a:solidFill>
              </a:rPr>
              <a:t>, 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254" dirty="0">
                <a:solidFill>
                  <a:srgbClr val="000000"/>
                </a:solidFill>
              </a:rPr>
              <a:t>u</a:t>
            </a:r>
            <a:r>
              <a:rPr spc="-275" dirty="0">
                <a:solidFill>
                  <a:srgbClr val="000000"/>
                </a:solidFill>
              </a:rPr>
              <a:t>n</a:t>
            </a:r>
            <a:r>
              <a:rPr spc="-85" dirty="0">
                <a:solidFill>
                  <a:srgbClr val="000000"/>
                </a:solidFill>
              </a:rPr>
              <a:t>i</a:t>
            </a:r>
            <a:r>
              <a:rPr spc="-215" dirty="0">
                <a:solidFill>
                  <a:srgbClr val="000000"/>
                </a:solidFill>
              </a:rPr>
              <a:t>v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175" dirty="0">
                <a:solidFill>
                  <a:srgbClr val="000000"/>
                </a:solidFill>
              </a:rPr>
              <a:t> </a:t>
            </a:r>
            <a:r>
              <a:rPr spc="-415" dirty="0">
                <a:solidFill>
                  <a:srgbClr val="000000"/>
                </a:solidFill>
              </a:rPr>
              <a:t>p</a:t>
            </a:r>
            <a:r>
              <a:rPr spc="25" dirty="0">
                <a:solidFill>
                  <a:srgbClr val="000000"/>
                </a:solidFill>
              </a:rPr>
              <a:t>r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275" dirty="0">
                <a:solidFill>
                  <a:srgbClr val="000000"/>
                </a:solidFill>
              </a:rPr>
              <a:t>n</a:t>
            </a:r>
            <a:r>
              <a:rPr spc="-260" dirty="0">
                <a:solidFill>
                  <a:srgbClr val="000000"/>
                </a:solidFill>
              </a:rPr>
              <a:t>ci</a:t>
            </a:r>
            <a:r>
              <a:rPr spc="-400" dirty="0">
                <a:solidFill>
                  <a:srgbClr val="000000"/>
                </a:solidFill>
              </a:rPr>
              <a:t>p</a:t>
            </a:r>
            <a:r>
              <a:rPr spc="-55" dirty="0">
                <a:solidFill>
                  <a:srgbClr val="000000"/>
                </a:solidFill>
              </a:rPr>
              <a:t>i</a:t>
            </a:r>
            <a:r>
              <a:rPr spc="-160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l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55" dirty="0">
                <a:solidFill>
                  <a:srgbClr val="000000"/>
                </a:solidFill>
              </a:rPr>
              <a:t>8</a:t>
            </a:r>
            <a:r>
              <a:rPr spc="60" dirty="0">
                <a:solidFill>
                  <a:srgbClr val="000000"/>
                </a:solidFill>
              </a:rPr>
              <a:t>0</a:t>
            </a:r>
            <a:r>
              <a:rPr spc="30" dirty="0">
                <a:solidFill>
                  <a:srgbClr val="000000"/>
                </a:solidFill>
              </a:rPr>
              <a:t>, 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75" dirty="0">
                <a:solidFill>
                  <a:srgbClr val="000000"/>
                </a:solidFill>
              </a:rPr>
              <a:t>t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509" dirty="0">
                <a:solidFill>
                  <a:srgbClr val="000000"/>
                </a:solidFill>
              </a:rPr>
              <a:t>c</a:t>
            </a:r>
            <a:r>
              <a:rPr spc="-535"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290" dirty="0">
                <a:solidFill>
                  <a:srgbClr val="000000"/>
                </a:solidFill>
              </a:rPr>
              <a:t>onó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30" dirty="0">
                <a:solidFill>
                  <a:srgbClr val="000000"/>
                </a:solidFill>
              </a:rPr>
              <a:t>q</a:t>
            </a:r>
            <a:r>
              <a:rPr spc="-355" dirty="0">
                <a:solidFill>
                  <a:srgbClr val="000000"/>
                </a:solidFill>
              </a:rPr>
              <a:t>u</a:t>
            </a:r>
            <a:r>
              <a:rPr spc="-375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430" dirty="0">
                <a:solidFill>
                  <a:srgbClr val="000000"/>
                </a:solidFill>
              </a:rPr>
              <a:t>apa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75" dirty="0">
                <a:solidFill>
                  <a:srgbClr val="000000"/>
                </a:solidFill>
              </a:rPr>
              <a:t>ci</a:t>
            </a:r>
            <a:r>
              <a:rPr spc="-409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275" dirty="0">
                <a:solidFill>
                  <a:srgbClr val="000000"/>
                </a:solidFill>
              </a:rPr>
              <a:t>n</a:t>
            </a:r>
            <a:r>
              <a:rPr spc="-125" dirty="0">
                <a:solidFill>
                  <a:srgbClr val="000000"/>
                </a:solidFill>
              </a:rPr>
              <a:t> </a:t>
            </a:r>
            <a:r>
              <a:rPr spc="-260" dirty="0">
                <a:solidFill>
                  <a:srgbClr val="000000"/>
                </a:solidFill>
              </a:rPr>
              <a:t>n</a:t>
            </a:r>
            <a:r>
              <a:rPr spc="-355" dirty="0">
                <a:solidFill>
                  <a:srgbClr val="000000"/>
                </a:solidFill>
              </a:rPr>
              <a:t>u</a:t>
            </a:r>
            <a:r>
              <a:rPr spc="-370" dirty="0">
                <a:solidFill>
                  <a:srgbClr val="000000"/>
                </a:solidFill>
              </a:rPr>
              <a:t>e</a:t>
            </a:r>
            <a:r>
              <a:rPr spc="-325" dirty="0">
                <a:solidFill>
                  <a:srgbClr val="000000"/>
                </a:solidFill>
              </a:rPr>
              <a:t>v</a:t>
            </a:r>
            <a:r>
              <a:rPr spc="-375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170" dirty="0">
                <a:solidFill>
                  <a:srgbClr val="000000"/>
                </a:solidFill>
              </a:rPr>
              <a:t>f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575" dirty="0">
                <a:solidFill>
                  <a:srgbClr val="000000"/>
                </a:solidFill>
              </a:rPr>
              <a:t>w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430" dirty="0">
                <a:solidFill>
                  <a:srgbClr val="000000"/>
                </a:solidFill>
              </a:rPr>
              <a:t>ba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15" dirty="0">
                <a:solidFill>
                  <a:srgbClr val="000000"/>
                </a:solidFill>
              </a:rPr>
              <a:t>s</a:t>
            </a:r>
            <a:r>
              <a:rPr spc="30" dirty="0">
                <a:solidFill>
                  <a:srgbClr val="000000"/>
                </a:solidFill>
              </a:rPr>
              <a:t>,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co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430" dirty="0">
                <a:solidFill>
                  <a:srgbClr val="000000"/>
                </a:solidFill>
              </a:rPr>
              <a:t>p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80" dirty="0">
                <a:solidFill>
                  <a:srgbClr val="000000"/>
                </a:solidFill>
              </a:rPr>
              <a:t>j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430" dirty="0">
                <a:solidFill>
                  <a:srgbClr val="000000"/>
                </a:solidFill>
              </a:rPr>
              <a:t>p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-160" dirty="0">
                <a:solidFill>
                  <a:srgbClr val="000000"/>
                </a:solidFill>
              </a:rPr>
              <a:t>o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I</a:t>
            </a:r>
            <a:r>
              <a:rPr spc="-165" dirty="0">
                <a:solidFill>
                  <a:srgbClr val="000000"/>
                </a:solidFill>
              </a:rPr>
              <a:t>n</a:t>
            </a:r>
            <a:r>
              <a:rPr spc="-170" dirty="0">
                <a:solidFill>
                  <a:srgbClr val="000000"/>
                </a:solidFill>
              </a:rPr>
              <a:t>f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60" dirty="0">
                <a:solidFill>
                  <a:srgbClr val="000000"/>
                </a:solidFill>
              </a:rPr>
              <a:t>i</a:t>
            </a:r>
            <a:r>
              <a:rPr spc="-125" dirty="0">
                <a:solidFill>
                  <a:srgbClr val="000000"/>
                </a:solidFill>
              </a:rPr>
              <a:t>x</a:t>
            </a:r>
            <a:r>
              <a:rPr spc="30" dirty="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000000"/>
                </a:solidFill>
              </a:rPr>
              <a:t>N</a:t>
            </a:r>
            <a:r>
              <a:rPr spc="-285" dirty="0">
                <a:solidFill>
                  <a:srgbClr val="000000"/>
                </a:solidFill>
              </a:rPr>
              <a:t>on</a:t>
            </a:r>
            <a:r>
              <a:rPr dirty="0">
                <a:solidFill>
                  <a:srgbClr val="000000"/>
                </a:solidFill>
              </a:rPr>
              <a:t>S</a:t>
            </a:r>
            <a:r>
              <a:rPr spc="-275" dirty="0">
                <a:solidFill>
                  <a:srgbClr val="000000"/>
                </a:solidFill>
              </a:rPr>
              <a:t>t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430" dirty="0">
                <a:solidFill>
                  <a:srgbClr val="000000"/>
                </a:solidFill>
              </a:rPr>
              <a:t>p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SQ</a:t>
            </a:r>
            <a:r>
              <a:rPr spc="-155" dirty="0">
                <a:solidFill>
                  <a:srgbClr val="000000"/>
                </a:solidFill>
              </a:rPr>
              <a:t>L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05" dirty="0">
                <a:solidFill>
                  <a:srgbClr val="000000"/>
                </a:solidFill>
              </a:rPr>
              <a:t>y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</a:t>
            </a:r>
            <a:r>
              <a:rPr spc="-375" dirty="0">
                <a:solidFill>
                  <a:srgbClr val="000000"/>
                </a:solidFill>
              </a:rPr>
              <a:t>y</a:t>
            </a:r>
            <a:r>
              <a:rPr spc="-475" dirty="0">
                <a:solidFill>
                  <a:srgbClr val="000000"/>
                </a:solidFill>
              </a:rPr>
              <a:t>b</a:t>
            </a:r>
            <a:r>
              <a:rPr spc="-420"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160" dirty="0">
                <a:solidFill>
                  <a:srgbClr val="000000"/>
                </a:solidFill>
              </a:rPr>
              <a:t>(</a:t>
            </a:r>
            <a:r>
              <a:rPr spc="-390" dirty="0">
                <a:solidFill>
                  <a:srgbClr val="000000"/>
                </a:solidFill>
              </a:rPr>
              <a:t>M</a:t>
            </a:r>
            <a:r>
              <a:rPr spc="-175" dirty="0">
                <a:solidFill>
                  <a:srgbClr val="000000"/>
                </a:solidFill>
              </a:rPr>
              <a:t>ic</a:t>
            </a:r>
            <a:r>
              <a:rPr spc="-114" dirty="0">
                <a:solidFill>
                  <a:srgbClr val="000000"/>
                </a:solidFill>
              </a:rPr>
              <a:t>r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170" dirty="0">
                <a:solidFill>
                  <a:srgbClr val="000000"/>
                </a:solidFill>
              </a:rPr>
              <a:t>f</a:t>
            </a:r>
            <a:r>
              <a:rPr spc="-275" dirty="0">
                <a:solidFill>
                  <a:srgbClr val="000000"/>
                </a:solidFill>
              </a:rPr>
              <a:t>t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SQ</a:t>
            </a:r>
            <a:r>
              <a:rPr spc="-155" dirty="0">
                <a:solidFill>
                  <a:srgbClr val="000000"/>
                </a:solidFill>
              </a:rPr>
              <a:t>L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380" dirty="0">
                <a:solidFill>
                  <a:srgbClr val="000000"/>
                </a:solidFill>
              </a:rPr>
              <a:t>v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25" dirty="0">
                <a:solidFill>
                  <a:srgbClr val="000000"/>
                </a:solidFill>
              </a:rPr>
              <a:t>r</a:t>
            </a:r>
            <a:r>
              <a:rPr spc="-145" dirty="0">
                <a:solidFill>
                  <a:srgbClr val="000000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74455" cy="341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95220">
              <a:lnSpc>
                <a:spcPct val="100000"/>
              </a:lnSpc>
            </a:pPr>
            <a:r>
              <a:rPr sz="4400" spc="7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228600" marR="478155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(198</a:t>
            </a:r>
            <a:r>
              <a:rPr sz="3000" spc="-20" dirty="0">
                <a:latin typeface="Century Gothic"/>
                <a:cs typeface="Century Gothic"/>
              </a:rPr>
              <a:t>6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–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55" dirty="0">
                <a:latin typeface="Century Gothic"/>
                <a:cs typeface="Century Gothic"/>
              </a:rPr>
              <a:t>4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2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100">
              <a:latin typeface="Times New Roman"/>
              <a:cs typeface="Times New Roman"/>
            </a:endParaRPr>
          </a:p>
          <a:p>
            <a:pPr marL="12700" marR="5080">
              <a:lnSpc>
                <a:spcPts val="3579"/>
              </a:lnSpc>
            </a:pP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ll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2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cód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7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6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95220">
              <a:lnSpc>
                <a:spcPct val="100000"/>
              </a:lnSpc>
            </a:pPr>
            <a:r>
              <a:rPr sz="4400" spc="7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pc="-320" dirty="0">
                <a:solidFill>
                  <a:srgbClr val="000000"/>
                </a:solidFill>
              </a:rPr>
              <a:t>C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275" dirty="0">
                <a:solidFill>
                  <a:srgbClr val="000000"/>
                </a:solidFill>
              </a:rPr>
              <a:t>h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430" dirty="0">
                <a:solidFill>
                  <a:srgbClr val="000000"/>
                </a:solidFill>
              </a:rPr>
              <a:t>p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55" dirty="0">
                <a:solidFill>
                  <a:srgbClr val="000000"/>
                </a:solidFill>
              </a:rPr>
              <a:t>i</a:t>
            </a:r>
            <a:r>
              <a:rPr spc="-135" dirty="0">
                <a:solidFill>
                  <a:srgbClr val="000000"/>
                </a:solidFill>
              </a:rPr>
              <a:t>n</a:t>
            </a:r>
            <a:r>
              <a:rPr spc="-595" dirty="0">
                <a:solidFill>
                  <a:srgbClr val="000000"/>
                </a:solidFill>
              </a:rPr>
              <a:t>c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430" dirty="0">
                <a:solidFill>
                  <a:srgbClr val="000000"/>
                </a:solidFill>
              </a:rPr>
              <a:t>pa</a:t>
            </a:r>
            <a:r>
              <a:rPr spc="85" dirty="0">
                <a:solidFill>
                  <a:srgbClr val="000000"/>
                </a:solidFill>
              </a:rPr>
              <a:t>l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509" dirty="0">
                <a:solidFill>
                  <a:srgbClr val="000000"/>
                </a:solidFill>
              </a:rPr>
              <a:t>c</a:t>
            </a:r>
            <a:r>
              <a:rPr spc="-535" dirty="0">
                <a:solidFill>
                  <a:srgbClr val="000000"/>
                </a:solidFill>
              </a:rPr>
              <a:t>a</a:t>
            </a:r>
            <a:r>
              <a:rPr spc="-430" dirty="0">
                <a:solidFill>
                  <a:srgbClr val="000000"/>
                </a:solidFill>
              </a:rPr>
              <a:t>b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s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75" dirty="0">
                <a:solidFill>
                  <a:srgbClr val="000000"/>
                </a:solidFill>
              </a:rPr>
              <a:t>ñ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85" dirty="0">
                <a:solidFill>
                  <a:srgbClr val="000000"/>
                </a:solidFill>
              </a:rPr>
              <a:t>l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-150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85" dirty="0">
                <a:solidFill>
                  <a:srgbClr val="000000"/>
                </a:solidFill>
              </a:rPr>
              <a:t>i</a:t>
            </a:r>
            <a:r>
              <a:rPr spc="-405" dirty="0">
                <a:solidFill>
                  <a:srgbClr val="000000"/>
                </a:solidFill>
              </a:rPr>
              <a:t>g</a:t>
            </a:r>
            <a:r>
              <a:rPr spc="-254" dirty="0">
                <a:solidFill>
                  <a:srgbClr val="000000"/>
                </a:solidFill>
              </a:rPr>
              <a:t>u</a:t>
            </a:r>
            <a:r>
              <a:rPr spc="-95" dirty="0">
                <a:solidFill>
                  <a:srgbClr val="000000"/>
                </a:solidFill>
              </a:rPr>
              <a:t>i</a:t>
            </a:r>
            <a:r>
              <a:rPr spc="-290" dirty="0">
                <a:solidFill>
                  <a:srgbClr val="000000"/>
                </a:solidFill>
              </a:rPr>
              <a:t>e</a:t>
            </a:r>
            <a:r>
              <a:rPr spc="-275" dirty="0">
                <a:solidFill>
                  <a:srgbClr val="000000"/>
                </a:solidFill>
              </a:rPr>
              <a:t>nt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90" dirty="0">
                <a:solidFill>
                  <a:srgbClr val="000000"/>
                </a:solidFill>
              </a:rPr>
              <a:t>:</a:t>
            </a:r>
          </a:p>
          <a:p>
            <a:pPr marL="444500" marR="5080" indent="-215900">
              <a:lnSpc>
                <a:spcPts val="3570"/>
              </a:lnSpc>
              <a:spcBef>
                <a:spcPts val="1260"/>
              </a:spcBef>
            </a:pPr>
            <a:r>
              <a:rPr sz="2025" spc="120" baseline="32921" dirty="0">
                <a:solidFill>
                  <a:srgbClr val="000000"/>
                </a:solidFill>
                <a:latin typeface="MS Gothic"/>
                <a:cs typeface="MS Gothic"/>
              </a:rPr>
              <a:t>➔</a:t>
            </a:r>
            <a:r>
              <a:rPr sz="2025" spc="-630" baseline="32921" dirty="0">
                <a:solidFill>
                  <a:srgbClr val="000000"/>
                </a:solidFill>
                <a:latin typeface="MS Gothic"/>
                <a:cs typeface="MS Gothic"/>
              </a:rPr>
              <a:t> </a:t>
            </a:r>
            <a:r>
              <a:rPr sz="3000" spc="-150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570" dirty="0">
                <a:solidFill>
                  <a:srgbClr val="1B1B1B"/>
                </a:solidFill>
              </a:rPr>
              <a:t>m</a:t>
            </a:r>
            <a:r>
              <a:rPr sz="3000" spc="-385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05" dirty="0">
                <a:solidFill>
                  <a:srgbClr val="1B1B1B"/>
                </a:solidFill>
              </a:rPr>
              <a:t>v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55" dirty="0">
                <a:solidFill>
                  <a:srgbClr val="1B1B1B"/>
                </a:solidFill>
              </a:rPr>
              <a:t>i</a:t>
            </a:r>
            <a:r>
              <a:rPr sz="3000" spc="-160" dirty="0">
                <a:solidFill>
                  <a:srgbClr val="1B1B1B"/>
                </a:solidFill>
              </a:rPr>
              <a:t>ó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430" dirty="0">
                <a:solidFill>
                  <a:srgbClr val="1B1B1B"/>
                </a:solidFill>
              </a:rPr>
              <a:t>ab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170" dirty="0">
                <a:solidFill>
                  <a:srgbClr val="1B1B1B"/>
                </a:solidFill>
              </a:rPr>
              <a:t>f</a:t>
            </a:r>
            <a:r>
              <a:rPr sz="3000" spc="-355" dirty="0">
                <a:solidFill>
                  <a:srgbClr val="1B1B1B"/>
                </a:solidFill>
              </a:rPr>
              <a:t>u</a:t>
            </a:r>
            <a:r>
              <a:rPr sz="3000" spc="-375" dirty="0">
                <a:solidFill>
                  <a:srgbClr val="1B1B1B"/>
                </a:solidFill>
              </a:rPr>
              <a:t>e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225" dirty="0">
                <a:solidFill>
                  <a:srgbClr val="1B1B1B"/>
                </a:solidFill>
              </a:rPr>
              <a:t>z</a:t>
            </a:r>
            <a:r>
              <a:rPr sz="3000" spc="-350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55" dirty="0">
                <a:solidFill>
                  <a:srgbClr val="1B1B1B"/>
                </a:solidFill>
              </a:rPr>
              <a:t>1</a:t>
            </a:r>
            <a:r>
              <a:rPr sz="3000" spc="60" dirty="0">
                <a:solidFill>
                  <a:srgbClr val="1B1B1B"/>
                </a:solidFill>
              </a:rPr>
              <a:t>98</a:t>
            </a:r>
            <a:r>
              <a:rPr sz="3000" spc="65" dirty="0">
                <a:solidFill>
                  <a:srgbClr val="1B1B1B"/>
                </a:solidFill>
              </a:rPr>
              <a:t>6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420" dirty="0">
                <a:solidFill>
                  <a:srgbClr val="1B1B1B"/>
                </a:solidFill>
              </a:rPr>
              <a:t>a</a:t>
            </a:r>
            <a:r>
              <a:rPr sz="3000" spc="25" dirty="0">
                <a:solidFill>
                  <a:srgbClr val="1B1B1B"/>
                </a:solidFill>
              </a:rPr>
              <a:t>r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175" dirty="0">
                <a:solidFill>
                  <a:srgbClr val="1B1B1B"/>
                </a:solidFill>
              </a:rPr>
              <a:t> </a:t>
            </a:r>
            <a:r>
              <a:rPr sz="3000" spc="-254" dirty="0">
                <a:solidFill>
                  <a:srgbClr val="1B1B1B"/>
                </a:solidFill>
              </a:rPr>
              <a:t>u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430" dirty="0">
                <a:solidFill>
                  <a:srgbClr val="1B1B1B"/>
                </a:solidFill>
              </a:rPr>
              <a:t>q</a:t>
            </a:r>
            <a:r>
              <a:rPr sz="3000" spc="-355" dirty="0">
                <a:solidFill>
                  <a:srgbClr val="1B1B1B"/>
                </a:solidFill>
              </a:rPr>
              <a:t>u</a:t>
            </a:r>
            <a:r>
              <a:rPr sz="3000" spc="-3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ñ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co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265" dirty="0">
                <a:solidFill>
                  <a:srgbClr val="1B1B1B"/>
                </a:solidFill>
              </a:rPr>
              <a:t>u</a:t>
            </a:r>
            <a:r>
              <a:rPr sz="3000" spc="-260" dirty="0">
                <a:solidFill>
                  <a:srgbClr val="1B1B1B"/>
                </a:solidFill>
              </a:rPr>
              <a:t>n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170" dirty="0">
                <a:solidFill>
                  <a:srgbClr val="1B1B1B"/>
                </a:solidFill>
              </a:rPr>
              <a:t>u</a:t>
            </a:r>
            <a:r>
              <a:rPr sz="3000" spc="-105" dirty="0">
                <a:solidFill>
                  <a:srgbClr val="1B1B1B"/>
                </a:solidFill>
              </a:rPr>
              <a:t>s</a:t>
            </a:r>
            <a:r>
              <a:rPr sz="3000" spc="-254" dirty="0">
                <a:solidFill>
                  <a:srgbClr val="1B1B1B"/>
                </a:solidFill>
              </a:rPr>
              <a:t>u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55" dirty="0">
                <a:solidFill>
                  <a:srgbClr val="1B1B1B"/>
                </a:solidFill>
              </a:rPr>
              <a:t>i</a:t>
            </a:r>
            <a:r>
              <a:rPr sz="3000" spc="-160" dirty="0">
                <a:solidFill>
                  <a:srgbClr val="1B1B1B"/>
                </a:solidFill>
              </a:rPr>
              <a:t>o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0" dirty="0">
                <a:solidFill>
                  <a:srgbClr val="1B1B1B"/>
                </a:solidFill>
              </a:rPr>
              <a:t>.</a:t>
            </a:r>
            <a:endParaRPr sz="3000">
              <a:latin typeface="MS Gothic"/>
              <a:cs typeface="MS Gothic"/>
            </a:endParaRPr>
          </a:p>
          <a:p>
            <a:pPr marL="444500" marR="1137920" indent="-215900">
              <a:lnSpc>
                <a:spcPts val="3579"/>
              </a:lnSpc>
              <a:spcBef>
                <a:spcPts val="850"/>
              </a:spcBef>
            </a:pPr>
            <a:r>
              <a:rPr sz="2025" spc="120" baseline="30864" dirty="0">
                <a:solidFill>
                  <a:srgbClr val="000000"/>
                </a:solidFill>
                <a:latin typeface="MS Gothic"/>
                <a:cs typeface="MS Gothic"/>
              </a:rPr>
              <a:t>➔</a:t>
            </a:r>
            <a:r>
              <a:rPr sz="2025" spc="-630" baseline="30864" dirty="0">
                <a:solidFill>
                  <a:srgbClr val="000000"/>
                </a:solidFill>
                <a:latin typeface="MS Gothic"/>
                <a:cs typeface="MS Gothic"/>
              </a:rPr>
              <a:t> </a:t>
            </a:r>
            <a:r>
              <a:rPr sz="3000" spc="-80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60" dirty="0">
                <a:solidFill>
                  <a:srgbClr val="1B1B1B"/>
                </a:solidFill>
              </a:rPr>
              <a:t>19</a:t>
            </a:r>
            <a:r>
              <a:rPr sz="3000" spc="55" dirty="0">
                <a:solidFill>
                  <a:srgbClr val="1B1B1B"/>
                </a:solidFill>
              </a:rPr>
              <a:t>9</a:t>
            </a:r>
            <a:r>
              <a:rPr sz="3000" spc="65" dirty="0">
                <a:solidFill>
                  <a:srgbClr val="1B1B1B"/>
                </a:solidFill>
              </a:rPr>
              <a:t>0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185" dirty="0">
                <a:solidFill>
                  <a:srgbClr val="1B1B1B"/>
                </a:solidFill>
              </a:rPr>
              <a:t>z</a:t>
            </a:r>
            <a:r>
              <a:rPr sz="3000" spc="-280" dirty="0">
                <a:solidFill>
                  <a:srgbClr val="1B1B1B"/>
                </a:solidFill>
              </a:rPr>
              <a:t>ó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85" dirty="0">
                <a:solidFill>
                  <a:srgbClr val="1B1B1B"/>
                </a:solidFill>
              </a:rPr>
              <a:t>l</a:t>
            </a:r>
            <a:r>
              <a:rPr sz="3000" spc="-270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05" dirty="0">
                <a:solidFill>
                  <a:srgbClr val="1B1B1B"/>
                </a:solidFill>
              </a:rPr>
              <a:t>v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85" dirty="0">
                <a:solidFill>
                  <a:srgbClr val="1B1B1B"/>
                </a:solidFill>
              </a:rPr>
              <a:t>ón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65" dirty="0">
                <a:solidFill>
                  <a:srgbClr val="1B1B1B"/>
                </a:solidFill>
              </a:rPr>
              <a:t>2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285" dirty="0">
                <a:solidFill>
                  <a:srgbClr val="1B1B1B"/>
                </a:solidFill>
              </a:rPr>
              <a:t>on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15" dirty="0">
                <a:solidFill>
                  <a:srgbClr val="1B1B1B"/>
                </a:solidFill>
              </a:rPr>
              <a:t>s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75" dirty="0">
                <a:solidFill>
                  <a:srgbClr val="1B1B1B"/>
                </a:solidFill>
              </a:rPr>
              <a:t>h</a:t>
            </a:r>
            <a:r>
              <a:rPr sz="3000" spc="-420" dirty="0">
                <a:solidFill>
                  <a:srgbClr val="1B1B1B"/>
                </a:solidFill>
              </a:rPr>
              <a:t>a</a:t>
            </a:r>
            <a:r>
              <a:rPr sz="3000" spc="-430" dirty="0">
                <a:solidFill>
                  <a:srgbClr val="1B1B1B"/>
                </a:solidFill>
              </a:rPr>
              <a:t>b</a:t>
            </a:r>
            <a:r>
              <a:rPr sz="3000" spc="-180" dirty="0">
                <a:solidFill>
                  <a:srgbClr val="1B1B1B"/>
                </a:solidFill>
              </a:rPr>
              <a:t>ía</a:t>
            </a:r>
            <a:r>
              <a:rPr sz="3000" spc="-114" dirty="0">
                <a:solidFill>
                  <a:srgbClr val="1B1B1B"/>
                </a:solidFill>
              </a:rPr>
              <a:t> 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515" dirty="0">
                <a:solidFill>
                  <a:srgbClr val="1B1B1B"/>
                </a:solidFill>
              </a:rPr>
              <a:t>m</a:t>
            </a:r>
            <a:r>
              <a:rPr sz="3000" spc="-355" dirty="0">
                <a:solidFill>
                  <a:srgbClr val="1B1B1B"/>
                </a:solidFill>
              </a:rPr>
              <a:t>p</a:t>
            </a:r>
            <a:r>
              <a:rPr sz="3000" spc="-95" dirty="0">
                <a:solidFill>
                  <a:srgbClr val="1B1B1B"/>
                </a:solidFill>
              </a:rPr>
              <a:t>l</a:t>
            </a:r>
            <a:r>
              <a:rPr sz="3000" spc="-290" dirty="0">
                <a:solidFill>
                  <a:srgbClr val="1B1B1B"/>
                </a:solidFill>
              </a:rPr>
              <a:t>e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420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80" dirty="0">
                <a:solidFill>
                  <a:srgbClr val="1B1B1B"/>
                </a:solidFill>
              </a:rPr>
              <a:t>l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515" dirty="0">
                <a:solidFill>
                  <a:srgbClr val="1B1B1B"/>
                </a:solidFill>
              </a:rPr>
              <a:t>m</a:t>
            </a:r>
            <a:r>
              <a:rPr sz="3000" spc="-370" dirty="0">
                <a:solidFill>
                  <a:srgbClr val="1B1B1B"/>
                </a:solidFill>
              </a:rPr>
              <a:t>a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r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405" dirty="0">
                <a:solidFill>
                  <a:srgbClr val="1B1B1B"/>
                </a:solidFill>
              </a:rPr>
              <a:t>g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0" dirty="0">
                <a:solidFill>
                  <a:srgbClr val="1B1B1B"/>
                </a:solidFill>
              </a:rPr>
              <a:t>.</a:t>
            </a:r>
            <a:endParaRPr sz="3000">
              <a:latin typeface="MS Gothic"/>
              <a:cs typeface="MS Gothic"/>
            </a:endParaRPr>
          </a:p>
          <a:p>
            <a:pPr marL="444500" marR="865505" indent="-215900">
              <a:lnSpc>
                <a:spcPts val="3570"/>
              </a:lnSpc>
              <a:spcBef>
                <a:spcPts val="855"/>
              </a:spcBef>
            </a:pPr>
            <a:r>
              <a:rPr sz="2025" spc="120" baseline="32921" dirty="0">
                <a:solidFill>
                  <a:srgbClr val="000000"/>
                </a:solidFill>
                <a:latin typeface="MS Gothic"/>
                <a:cs typeface="MS Gothic"/>
              </a:rPr>
              <a:t>➔</a:t>
            </a:r>
            <a:r>
              <a:rPr sz="2025" spc="-630" baseline="32921" dirty="0">
                <a:solidFill>
                  <a:srgbClr val="000000"/>
                </a:solidFill>
                <a:latin typeface="MS Gothic"/>
                <a:cs typeface="MS Gothic"/>
              </a:rPr>
              <a:t> </a:t>
            </a:r>
            <a:r>
              <a:rPr sz="3000" spc="-80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60" dirty="0">
                <a:solidFill>
                  <a:srgbClr val="1B1B1B"/>
                </a:solidFill>
              </a:rPr>
              <a:t>19</a:t>
            </a:r>
            <a:r>
              <a:rPr sz="3000" spc="55" dirty="0">
                <a:solidFill>
                  <a:srgbClr val="1B1B1B"/>
                </a:solidFill>
              </a:rPr>
              <a:t>9</a:t>
            </a:r>
            <a:r>
              <a:rPr sz="3000" spc="65" dirty="0">
                <a:solidFill>
                  <a:srgbClr val="1B1B1B"/>
                </a:solidFill>
              </a:rPr>
              <a:t>1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75" dirty="0">
                <a:solidFill>
                  <a:srgbClr val="1B1B1B"/>
                </a:solidFill>
              </a:rPr>
              <a:t>ñ</a:t>
            </a:r>
            <a:r>
              <a:rPr sz="3000" spc="-420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55" dirty="0">
                <a:solidFill>
                  <a:srgbClr val="1B1B1B"/>
                </a:solidFill>
              </a:rPr>
              <a:t>i</a:t>
            </a:r>
            <a:r>
              <a:rPr sz="3000" spc="-160" dirty="0">
                <a:solidFill>
                  <a:srgbClr val="1B1B1B"/>
                </a:solidFill>
              </a:rPr>
              <a:t>ó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85" dirty="0">
                <a:solidFill>
                  <a:srgbClr val="1B1B1B"/>
                </a:solidFill>
              </a:rPr>
              <a:t>l</a:t>
            </a:r>
            <a:r>
              <a:rPr sz="3000" spc="-270" dirty="0">
                <a:solidFill>
                  <a:srgbClr val="1B1B1B"/>
                </a:solidFill>
              </a:rPr>
              <a:t>a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-509" dirty="0">
                <a:solidFill>
                  <a:srgbClr val="1B1B1B"/>
                </a:solidFill>
              </a:rPr>
              <a:t>c</a:t>
            </a:r>
            <a:r>
              <a:rPr sz="3000" spc="-535" dirty="0">
                <a:solidFill>
                  <a:srgbClr val="1B1B1B"/>
                </a:solidFill>
              </a:rPr>
              <a:t>a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420" dirty="0">
                <a:solidFill>
                  <a:srgbClr val="1B1B1B"/>
                </a:solidFill>
              </a:rPr>
              <a:t>a</a:t>
            </a:r>
            <a:r>
              <a:rPr sz="3000" spc="-595" dirty="0">
                <a:solidFill>
                  <a:srgbClr val="1B1B1B"/>
                </a:solidFill>
              </a:rPr>
              <a:t>c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pa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m</a:t>
            </a:r>
            <a:r>
              <a:rPr sz="3000" spc="-270" dirty="0">
                <a:solidFill>
                  <a:srgbClr val="1B1B1B"/>
                </a:solidFill>
              </a:rPr>
              <a:t>ú</a:t>
            </a:r>
            <a:r>
              <a:rPr sz="3000" spc="-80" dirty="0">
                <a:solidFill>
                  <a:srgbClr val="1B1B1B"/>
                </a:solidFill>
              </a:rPr>
              <a:t>l</a:t>
            </a:r>
            <a:r>
              <a:rPr sz="3000" spc="-125" dirty="0">
                <a:solidFill>
                  <a:srgbClr val="1B1B1B"/>
                </a:solidFill>
              </a:rPr>
              <a:t>t</a:t>
            </a:r>
            <a:r>
              <a:rPr sz="3000" spc="-85" dirty="0">
                <a:solidFill>
                  <a:srgbClr val="1B1B1B"/>
                </a:solidFill>
              </a:rPr>
              <a:t>i</a:t>
            </a:r>
            <a:r>
              <a:rPr sz="3000" spc="-254" dirty="0">
                <a:solidFill>
                  <a:srgbClr val="1B1B1B"/>
                </a:solidFill>
              </a:rPr>
              <a:t>p</a:t>
            </a:r>
            <a:r>
              <a:rPr sz="3000" spc="-95" dirty="0">
                <a:solidFill>
                  <a:srgbClr val="1B1B1B"/>
                </a:solidFill>
              </a:rPr>
              <a:t>l</a:t>
            </a:r>
            <a:r>
              <a:rPr sz="3000" spc="-290" dirty="0">
                <a:solidFill>
                  <a:srgbClr val="1B1B1B"/>
                </a:solidFill>
              </a:rPr>
              <a:t>e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0" dirty="0">
                <a:solidFill>
                  <a:srgbClr val="1B1B1B"/>
                </a:solidFill>
              </a:rPr>
              <a:t> 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75" dirty="0">
                <a:solidFill>
                  <a:srgbClr val="1B1B1B"/>
                </a:solidFill>
              </a:rPr>
              <a:t>l</a:t>
            </a:r>
            <a:r>
              <a:rPr sz="3000" spc="-305" dirty="0">
                <a:solidFill>
                  <a:srgbClr val="1B1B1B"/>
                </a:solidFill>
              </a:rPr>
              <a:t>m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530" dirty="0">
                <a:solidFill>
                  <a:srgbClr val="1B1B1B"/>
                </a:solidFill>
              </a:rPr>
              <a:t>c</a:t>
            </a:r>
            <a:r>
              <a:rPr sz="3000" spc="-52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340" dirty="0">
                <a:solidFill>
                  <a:srgbClr val="1B1B1B"/>
                </a:solidFill>
              </a:rPr>
              <a:t>(v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85" dirty="0">
                <a:solidFill>
                  <a:srgbClr val="1B1B1B"/>
                </a:solidFill>
              </a:rPr>
              <a:t>ón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55" dirty="0">
                <a:solidFill>
                  <a:srgbClr val="1B1B1B"/>
                </a:solidFill>
              </a:rPr>
              <a:t>3</a:t>
            </a:r>
            <a:r>
              <a:rPr sz="3000" spc="-145" dirty="0">
                <a:solidFill>
                  <a:srgbClr val="1B1B1B"/>
                </a:solidFill>
              </a:rPr>
              <a:t>).</a:t>
            </a:r>
            <a:endParaRPr sz="3000">
              <a:latin typeface="MS Gothic"/>
              <a:cs typeface="MS Gothic"/>
            </a:endParaRPr>
          </a:p>
          <a:p>
            <a:pPr marL="228600">
              <a:lnSpc>
                <a:spcPct val="100000"/>
              </a:lnSpc>
              <a:spcBef>
                <a:spcPts val="715"/>
              </a:spcBef>
            </a:pPr>
            <a:r>
              <a:rPr sz="2025" spc="120" baseline="30864" dirty="0">
                <a:solidFill>
                  <a:srgbClr val="000000"/>
                </a:solidFill>
                <a:latin typeface="MS Gothic"/>
                <a:cs typeface="MS Gothic"/>
              </a:rPr>
              <a:t>➔</a:t>
            </a:r>
            <a:r>
              <a:rPr sz="2025" spc="-630" baseline="30864" dirty="0">
                <a:solidFill>
                  <a:srgbClr val="000000"/>
                </a:solidFill>
                <a:latin typeface="MS Gothic"/>
                <a:cs typeface="MS Gothic"/>
              </a:rPr>
              <a:t> </a:t>
            </a:r>
            <a:r>
              <a:rPr sz="3000" spc="-80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60" dirty="0">
                <a:solidFill>
                  <a:srgbClr val="1B1B1B"/>
                </a:solidFill>
              </a:rPr>
              <a:t>19</a:t>
            </a:r>
            <a:r>
              <a:rPr sz="3000" spc="55" dirty="0">
                <a:solidFill>
                  <a:srgbClr val="1B1B1B"/>
                </a:solidFill>
              </a:rPr>
              <a:t>9</a:t>
            </a:r>
            <a:r>
              <a:rPr sz="3000" spc="65" dirty="0">
                <a:solidFill>
                  <a:srgbClr val="1B1B1B"/>
                </a:solidFill>
              </a:rPr>
              <a:t>4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185" dirty="0">
                <a:solidFill>
                  <a:srgbClr val="1B1B1B"/>
                </a:solidFill>
              </a:rPr>
              <a:t>z</a:t>
            </a:r>
            <a:r>
              <a:rPr sz="3000" spc="-280" dirty="0">
                <a:solidFill>
                  <a:srgbClr val="1B1B1B"/>
                </a:solidFill>
              </a:rPr>
              <a:t>ó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85" dirty="0">
                <a:solidFill>
                  <a:srgbClr val="1B1B1B"/>
                </a:solidFill>
              </a:rPr>
              <a:t>l</a:t>
            </a:r>
            <a:r>
              <a:rPr sz="3000" spc="-270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135" dirty="0">
                <a:solidFill>
                  <a:srgbClr val="1B1B1B"/>
                </a:solidFill>
              </a:rPr>
              <a:t>ú</a:t>
            </a:r>
            <a:r>
              <a:rPr sz="3000" spc="-40" dirty="0">
                <a:solidFill>
                  <a:srgbClr val="1B1B1B"/>
                </a:solidFill>
              </a:rPr>
              <a:t>l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515" dirty="0">
                <a:solidFill>
                  <a:srgbClr val="1B1B1B"/>
                </a:solidFill>
              </a:rPr>
              <a:t>m</a:t>
            </a:r>
            <a:r>
              <a:rPr sz="3000" spc="-370" dirty="0">
                <a:solidFill>
                  <a:srgbClr val="1B1B1B"/>
                </a:solidFill>
              </a:rPr>
              <a:t>a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-405" dirty="0">
                <a:solidFill>
                  <a:srgbClr val="1B1B1B"/>
                </a:solidFill>
              </a:rPr>
              <a:t>v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85" dirty="0">
                <a:solidFill>
                  <a:srgbClr val="1B1B1B"/>
                </a:solidFill>
              </a:rPr>
              <a:t>ón</a:t>
            </a:r>
            <a:r>
              <a:rPr sz="3000" spc="30" dirty="0">
                <a:solidFill>
                  <a:srgbClr val="1B1B1B"/>
                </a:solidFill>
              </a:rPr>
              <a:t>,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40" dirty="0">
                <a:solidFill>
                  <a:srgbClr val="1B1B1B"/>
                </a:solidFill>
              </a:rPr>
              <a:t>4.</a:t>
            </a:r>
            <a:endParaRPr sz="30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35720" cy="236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2639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90" dirty="0">
                <a:solidFill>
                  <a:srgbClr val="1B1B1B"/>
                </a:solidFill>
                <a:latin typeface="Century Gothic"/>
                <a:cs typeface="Century Gothic"/>
              </a:rPr>
              <a:t>95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300"/>
              </a:lnSpc>
              <a:spcBef>
                <a:spcPts val="3295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9</a:t>
            </a:r>
            <a:r>
              <a:rPr sz="3000" spc="114" dirty="0">
                <a:latin typeface="Century Gothic"/>
                <a:cs typeface="Century Gothic"/>
              </a:rPr>
              <a:t>5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65" dirty="0">
                <a:latin typeface="Century Gothic"/>
                <a:cs typeface="Century Gothic"/>
              </a:rPr>
              <a:t>4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–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55" dirty="0">
                <a:latin typeface="Century Gothic"/>
                <a:cs typeface="Century Gothic"/>
              </a:rPr>
              <a:t>5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9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m</a:t>
            </a:r>
            <a:r>
              <a:rPr sz="3000" spc="-270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5" dirty="0">
                <a:latin typeface="Century Gothic"/>
                <a:cs typeface="Century Gothic"/>
              </a:rPr>
              <a:t>w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45" dirty="0">
                <a:latin typeface="Century Gothic"/>
                <a:cs typeface="Century Gothic"/>
              </a:rPr>
              <a:t>Y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45" dirty="0">
                <a:latin typeface="Century Gothic"/>
                <a:cs typeface="Century Gothic"/>
              </a:rPr>
              <a:t>J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4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0" dirty="0">
                <a:latin typeface="Century Gothic"/>
                <a:cs typeface="Century Gothic"/>
              </a:rPr>
              <a:t>Q</a:t>
            </a:r>
            <a:r>
              <a:rPr sz="3000" spc="-14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60" dirty="0">
                <a:latin typeface="Century Gothic"/>
                <a:cs typeface="Century Gothic"/>
              </a:rPr>
              <a:t>j</a:t>
            </a:r>
            <a:r>
              <a:rPr sz="3000" spc="-180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60" dirty="0">
                <a:latin typeface="Century Gothic"/>
                <a:cs typeface="Century Gothic"/>
              </a:rPr>
              <a:t>ci</a:t>
            </a:r>
            <a:r>
              <a:rPr sz="3000" spc="-409" dirty="0">
                <a:latin typeface="Century Gothic"/>
                <a:cs typeface="Century Gothic"/>
              </a:rPr>
              <a:t>a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496575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4889528"/>
            <a:ext cx="8564880" cy="187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579"/>
              </a:lnSpc>
            </a:pPr>
            <a:r>
              <a:rPr sz="3000" spc="-44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uc</a:t>
            </a:r>
            <a:r>
              <a:rPr sz="3000" spc="-3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0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no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0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cód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9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108585">
              <a:lnSpc>
                <a:spcPts val="3579"/>
              </a:lnSpc>
              <a:spcBef>
                <a:spcPts val="840"/>
              </a:spcBef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10" dirty="0">
                <a:solidFill>
                  <a:srgbClr val="1B1B1B"/>
                </a:solidFill>
                <a:latin typeface="Century Gothic"/>
                <a:cs typeface="Century Gothic"/>
              </a:rPr>
              <a:t>iv</a:t>
            </a:r>
            <a:r>
              <a:rPr sz="3000" spc="-34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cód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12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ba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li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598302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35720" cy="236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2639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90" dirty="0">
                <a:solidFill>
                  <a:srgbClr val="1B1B1B"/>
                </a:solidFill>
                <a:latin typeface="Century Gothic"/>
                <a:cs typeface="Century Gothic"/>
              </a:rPr>
              <a:t>95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300"/>
              </a:lnSpc>
              <a:spcBef>
                <a:spcPts val="3295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9</a:t>
            </a:r>
            <a:r>
              <a:rPr sz="3000" spc="114" dirty="0">
                <a:latin typeface="Century Gothic"/>
                <a:cs typeface="Century Gothic"/>
              </a:rPr>
              <a:t>5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65" dirty="0">
                <a:latin typeface="Century Gothic"/>
                <a:cs typeface="Century Gothic"/>
              </a:rPr>
              <a:t>4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–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55" dirty="0">
                <a:latin typeface="Century Gothic"/>
                <a:cs typeface="Century Gothic"/>
              </a:rPr>
              <a:t>5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9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m</a:t>
            </a:r>
            <a:r>
              <a:rPr sz="3000" spc="-270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5" dirty="0">
                <a:latin typeface="Century Gothic"/>
                <a:cs typeface="Century Gothic"/>
              </a:rPr>
              <a:t>w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45" dirty="0">
                <a:latin typeface="Century Gothic"/>
                <a:cs typeface="Century Gothic"/>
              </a:rPr>
              <a:t>Y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45" dirty="0">
                <a:latin typeface="Century Gothic"/>
                <a:cs typeface="Century Gothic"/>
              </a:rPr>
              <a:t>J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4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0" dirty="0">
                <a:latin typeface="Century Gothic"/>
                <a:cs typeface="Century Gothic"/>
              </a:rPr>
              <a:t>Q</a:t>
            </a:r>
            <a:r>
              <a:rPr sz="3000" spc="-14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60" dirty="0">
                <a:latin typeface="Century Gothic"/>
                <a:cs typeface="Century Gothic"/>
              </a:rPr>
              <a:t>j</a:t>
            </a:r>
            <a:r>
              <a:rPr sz="3000" spc="-180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60" dirty="0">
                <a:latin typeface="Century Gothic"/>
                <a:cs typeface="Century Gothic"/>
              </a:rPr>
              <a:t>ci</a:t>
            </a:r>
            <a:r>
              <a:rPr sz="3000" spc="-409" dirty="0">
                <a:latin typeface="Century Gothic"/>
                <a:cs typeface="Century Gothic"/>
              </a:rPr>
              <a:t>a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496575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4889528"/>
            <a:ext cx="6902450" cy="1985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3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18415">
              <a:lnSpc>
                <a:spcPts val="3570"/>
              </a:lnSpc>
              <a:spcBef>
                <a:spcPts val="969"/>
              </a:spcBef>
            </a:pPr>
            <a:r>
              <a:rPr sz="3000" spc="9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(</a:t>
            </a:r>
            <a:r>
              <a:rPr sz="3000" spc="-47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)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 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6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4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552836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780" y="654436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35720" cy="236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2639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r>
              <a:rPr sz="4400" spc="-19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90" dirty="0">
                <a:solidFill>
                  <a:srgbClr val="1B1B1B"/>
                </a:solidFill>
                <a:latin typeface="Century Gothic"/>
                <a:cs typeface="Century Gothic"/>
              </a:rPr>
              <a:t>95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300"/>
              </a:lnSpc>
              <a:spcBef>
                <a:spcPts val="3295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9</a:t>
            </a:r>
            <a:r>
              <a:rPr sz="3000" spc="114" dirty="0">
                <a:latin typeface="Century Gothic"/>
                <a:cs typeface="Century Gothic"/>
              </a:rPr>
              <a:t>5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65" dirty="0">
                <a:latin typeface="Century Gothic"/>
                <a:cs typeface="Century Gothic"/>
              </a:rPr>
              <a:t>4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–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55" dirty="0">
                <a:latin typeface="Century Gothic"/>
                <a:cs typeface="Century Gothic"/>
              </a:rPr>
              <a:t>5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9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m</a:t>
            </a:r>
            <a:r>
              <a:rPr sz="3000" spc="-270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5" dirty="0">
                <a:latin typeface="Century Gothic"/>
                <a:cs typeface="Century Gothic"/>
              </a:rPr>
              <a:t>w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45" dirty="0">
                <a:latin typeface="Century Gothic"/>
                <a:cs typeface="Century Gothic"/>
              </a:rPr>
              <a:t>Y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45" dirty="0">
                <a:latin typeface="Century Gothic"/>
                <a:cs typeface="Century Gothic"/>
              </a:rPr>
              <a:t>J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4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0" dirty="0">
                <a:latin typeface="Century Gothic"/>
                <a:cs typeface="Century Gothic"/>
              </a:rPr>
              <a:t>Q</a:t>
            </a:r>
            <a:r>
              <a:rPr sz="3000" spc="-14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60" dirty="0">
                <a:latin typeface="Century Gothic"/>
                <a:cs typeface="Century Gothic"/>
              </a:rPr>
              <a:t>j</a:t>
            </a:r>
            <a:r>
              <a:rPr sz="3000" spc="-180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60" dirty="0">
                <a:latin typeface="Century Gothic"/>
                <a:cs typeface="Century Gothic"/>
              </a:rPr>
              <a:t>ci</a:t>
            </a:r>
            <a:r>
              <a:rPr sz="3000" spc="-409" dirty="0">
                <a:latin typeface="Century Gothic"/>
                <a:cs typeface="Century Gothic"/>
              </a:rPr>
              <a:t>a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496575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4889528"/>
            <a:ext cx="8734425" cy="187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579"/>
              </a:lnSpc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3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act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uy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39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55" dirty="0">
                <a:solidFill>
                  <a:srgbClr val="1B1B1B"/>
                </a:solidFill>
                <a:latin typeface="Century Gothic"/>
                <a:cs typeface="Century Gothic"/>
              </a:rPr>
              <a:t>9</a:t>
            </a:r>
            <a:r>
              <a:rPr sz="3000" spc="65" dirty="0">
                <a:solidFill>
                  <a:srgbClr val="1B1B1B"/>
                </a:solidFill>
                <a:latin typeface="Century Gothic"/>
                <a:cs typeface="Century Gothic"/>
              </a:rPr>
              <a:t>5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cód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22860">
              <a:lnSpc>
                <a:spcPts val="3579"/>
              </a:lnSpc>
              <a:spcBef>
                <a:spcPts val="840"/>
              </a:spcBef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19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90" dirty="0">
                <a:solidFill>
                  <a:srgbClr val="1B1B1B"/>
                </a:solidFill>
                <a:latin typeface="Century Gothic"/>
                <a:cs typeface="Century Gothic"/>
              </a:rPr>
              <a:t>iz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9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40" dirty="0">
                <a:solidFill>
                  <a:srgbClr val="1B1B1B"/>
                </a:solidFill>
                <a:latin typeface="Century Gothic"/>
                <a:cs typeface="Century Gothic"/>
              </a:rPr>
              <a:t>k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r.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59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8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2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598302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22385" cy="282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2789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2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40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22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400"/>
              </a:lnSpc>
              <a:spcBef>
                <a:spcPts val="3290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20" dirty="0">
                <a:latin typeface="Century Gothic"/>
                <a:cs typeface="Century Gothic"/>
              </a:rPr>
              <a:t>Q</a:t>
            </a:r>
            <a:r>
              <a:rPr sz="3000" spc="-105" dirty="0">
                <a:latin typeface="Century Gothic"/>
                <a:cs typeface="Century Gothic"/>
              </a:rPr>
              <a:t>L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60" dirty="0">
                <a:latin typeface="Century Gothic"/>
                <a:cs typeface="Century Gothic"/>
              </a:rPr>
              <a:t>199</a:t>
            </a:r>
            <a:r>
              <a:rPr sz="3000" spc="65" dirty="0">
                <a:latin typeface="Century Gothic"/>
                <a:cs typeface="Century Gothic"/>
              </a:rPr>
              <a:t>6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–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105" dirty="0">
                <a:latin typeface="Century Gothic"/>
                <a:cs typeface="Century Gothic"/>
              </a:rPr>
              <a:t> </a:t>
            </a:r>
            <a:r>
              <a:rPr sz="3000" spc="-250" dirty="0">
                <a:latin typeface="Century Gothic"/>
                <a:cs typeface="Century Gothic"/>
              </a:rPr>
              <a:t>M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585" dirty="0">
                <a:latin typeface="Century Gothic"/>
                <a:cs typeface="Century Gothic"/>
              </a:rPr>
              <a:t>c</a:t>
            </a:r>
            <a:r>
              <a:rPr sz="3000" spc="-250" dirty="0">
                <a:latin typeface="Century Gothic"/>
                <a:cs typeface="Century Gothic"/>
              </a:rPr>
              <a:t> </a:t>
            </a:r>
            <a:r>
              <a:rPr sz="3000" spc="55" dirty="0">
                <a:latin typeface="Century Gothic"/>
                <a:cs typeface="Century Gothic"/>
              </a:rPr>
              <a:t>F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45" dirty="0">
                <a:latin typeface="Century Gothic"/>
                <a:cs typeface="Century Gothic"/>
              </a:rPr>
              <a:t>u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330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-254" dirty="0">
                <a:latin typeface="Century Gothic"/>
                <a:cs typeface="Century Gothic"/>
              </a:rPr>
              <a:t>h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34" dirty="0">
                <a:latin typeface="Century Gothic"/>
                <a:cs typeface="Century Gothic"/>
              </a:rPr>
              <a:t>m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130" dirty="0">
                <a:latin typeface="Century Gothic"/>
                <a:cs typeface="Century Gothic"/>
              </a:rPr>
              <a:t>k</a:t>
            </a:r>
            <a:r>
              <a:rPr sz="3000" spc="-254" dirty="0">
                <a:latin typeface="Century Gothic"/>
                <a:cs typeface="Century Gothic"/>
              </a:rPr>
              <a:t>h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5" dirty="0">
                <a:latin typeface="Century Gothic"/>
                <a:cs typeface="Century Gothic"/>
              </a:rPr>
              <a:t>i</a:t>
            </a:r>
            <a:r>
              <a:rPr sz="3000" spc="-45" dirty="0">
                <a:latin typeface="Century Gothic"/>
                <a:cs typeface="Century Gothic"/>
              </a:rPr>
              <a:t>f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75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V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34" dirty="0">
                <a:latin typeface="Century Gothic"/>
                <a:cs typeface="Century Gothic"/>
              </a:rPr>
              <a:t>d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10" dirty="0">
                <a:latin typeface="Century Gothic"/>
                <a:cs typeface="Century Gothic"/>
              </a:rPr>
              <a:t>m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30" dirty="0">
                <a:latin typeface="Century Gothic"/>
                <a:cs typeface="Century Gothic"/>
              </a:rPr>
              <a:t>k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445" dirty="0">
                <a:latin typeface="Century Gothic"/>
                <a:cs typeface="Century Gothic"/>
              </a:rPr>
              <a:t>e</a:t>
            </a:r>
            <a:r>
              <a:rPr sz="3000" spc="-385" dirty="0">
                <a:latin typeface="Century Gothic"/>
                <a:cs typeface="Century Gothic"/>
              </a:rPr>
              <a:t>v</a:t>
            </a:r>
            <a:r>
              <a:rPr sz="3000" spc="8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0" dirty="0">
                <a:latin typeface="Century Gothic"/>
                <a:cs typeface="Century Gothic"/>
              </a:rPr>
              <a:t>K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-375" dirty="0">
                <a:latin typeface="Century Gothic"/>
                <a:cs typeface="Century Gothic"/>
              </a:rPr>
              <a:t>y</a:t>
            </a:r>
            <a:r>
              <a:rPr sz="3000" spc="-459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B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245" dirty="0">
                <a:latin typeface="Century Gothic"/>
                <a:cs typeface="Century Gothic"/>
              </a:rPr>
              <a:t>u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M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34" dirty="0">
                <a:latin typeface="Century Gothic"/>
                <a:cs typeface="Century Gothic"/>
              </a:rPr>
              <a:t>m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9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90" dirty="0">
                <a:latin typeface="Century Gothic"/>
                <a:cs typeface="Century Gothic"/>
              </a:rPr>
              <a:t>Ph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360" dirty="0">
                <a:latin typeface="Century Gothic"/>
                <a:cs typeface="Century Gothic"/>
              </a:rPr>
              <a:t>P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50" dirty="0">
                <a:latin typeface="Century Gothic"/>
                <a:cs typeface="Century Gothic"/>
              </a:rPr>
              <a:t>y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542041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5344188"/>
            <a:ext cx="5702300" cy="153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30580">
              <a:lnSpc>
                <a:spcPct val="122800"/>
              </a:lnSpc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8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 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35" dirty="0">
                <a:solidFill>
                  <a:srgbClr val="1B1B1B"/>
                </a:solidFill>
                <a:latin typeface="Century Gothic"/>
                <a:cs typeface="Century Gothic"/>
              </a:rPr>
              <a:t>B.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598302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780" y="654436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300360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0869" rIns="0" bIns="0" rtlCol="0">
            <a:spAutoFit/>
          </a:bodyPr>
          <a:lstStyle/>
          <a:p>
            <a:pPr marL="228600" marR="5080">
              <a:lnSpc>
                <a:spcPct val="99400"/>
              </a:lnSpc>
            </a:pPr>
            <a:r>
              <a:rPr spc="-445" dirty="0">
                <a:solidFill>
                  <a:srgbClr val="000000"/>
                </a:solidFill>
              </a:rPr>
              <a:t>A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85" dirty="0">
                <a:solidFill>
                  <a:srgbClr val="000000"/>
                </a:solidFill>
              </a:rPr>
              <a:t>í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285" dirty="0">
                <a:solidFill>
                  <a:srgbClr val="000000"/>
                </a:solidFill>
              </a:rPr>
              <a:t>ho</a:t>
            </a:r>
            <a:r>
              <a:rPr spc="-265" dirty="0">
                <a:solidFill>
                  <a:srgbClr val="000000"/>
                </a:solidFill>
              </a:rPr>
              <a:t>y</a:t>
            </a:r>
            <a:r>
              <a:rPr spc="-135" dirty="0">
                <a:solidFill>
                  <a:srgbClr val="000000"/>
                </a:solidFill>
              </a:rPr>
              <a:t>,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l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95" dirty="0">
                <a:solidFill>
                  <a:srgbClr val="000000"/>
                </a:solidFill>
              </a:rPr>
              <a:t>i</a:t>
            </a:r>
            <a:r>
              <a:rPr spc="-290" dirty="0">
                <a:solidFill>
                  <a:srgbClr val="000000"/>
                </a:solidFill>
              </a:rPr>
              <a:t>e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430" dirty="0">
                <a:solidFill>
                  <a:srgbClr val="000000"/>
                </a:solidFill>
              </a:rPr>
              <a:t>b</a:t>
            </a:r>
            <a:r>
              <a:rPr spc="35" dirty="0">
                <a:solidFill>
                  <a:srgbClr val="000000"/>
                </a:solidFill>
              </a:rPr>
              <a:t>r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80" dirty="0">
                <a:solidFill>
                  <a:srgbClr val="000000"/>
                </a:solidFill>
              </a:rPr>
              <a:t>l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5" dirty="0">
                <a:solidFill>
                  <a:srgbClr val="000000"/>
                </a:solidFill>
              </a:rPr>
              <a:t>co</a:t>
            </a:r>
            <a:r>
              <a:rPr spc="25" dirty="0">
                <a:solidFill>
                  <a:srgbClr val="000000"/>
                </a:solidFill>
              </a:rPr>
              <a:t>r</a:t>
            </a:r>
            <a:r>
              <a:rPr spc="-470" dirty="0">
                <a:solidFill>
                  <a:srgbClr val="000000"/>
                </a:solidFill>
              </a:rPr>
              <a:t>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420" dirty="0">
                <a:solidFill>
                  <a:srgbClr val="000000"/>
                </a:solidFill>
              </a:rPr>
              <a:t>a</a:t>
            </a:r>
            <a:r>
              <a:rPr spc="-455" dirty="0">
                <a:solidFill>
                  <a:srgbClr val="000000"/>
                </a:solidFill>
              </a:rPr>
              <a:t>m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65" dirty="0">
                <a:solidFill>
                  <a:srgbClr val="000000"/>
                </a:solidFill>
              </a:rPr>
              <a:t>e</a:t>
            </a:r>
            <a:r>
              <a:rPr spc="-25" dirty="0">
                <a:solidFill>
                  <a:srgbClr val="000000"/>
                </a:solidFill>
              </a:rPr>
              <a:t>s</a:t>
            </a:r>
            <a:r>
              <a:rPr spc="-280" dirty="0">
                <a:solidFill>
                  <a:srgbClr val="000000"/>
                </a:solidFill>
              </a:rPr>
              <a:t>t</a:t>
            </a:r>
            <a:r>
              <a:rPr spc="-434" dirty="0">
                <a:solidFill>
                  <a:srgbClr val="000000"/>
                </a:solidFill>
              </a:rPr>
              <a:t>á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170" dirty="0">
                <a:solidFill>
                  <a:srgbClr val="000000"/>
                </a:solidFill>
              </a:rPr>
              <a:t>f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25" dirty="0">
                <a:solidFill>
                  <a:srgbClr val="000000"/>
                </a:solidFill>
              </a:rPr>
              <a:t>r</a:t>
            </a:r>
            <a:r>
              <a:rPr spc="-450" dirty="0">
                <a:solidFill>
                  <a:srgbClr val="000000"/>
                </a:solidFill>
              </a:rPr>
              <a:t>m</a:t>
            </a:r>
            <a:r>
              <a:rPr spc="-434" dirty="0">
                <a:solidFill>
                  <a:srgbClr val="000000"/>
                </a:solidFill>
              </a:rPr>
              <a:t>a</a:t>
            </a:r>
            <a:r>
              <a:rPr spc="-455" dirty="0">
                <a:solidFill>
                  <a:srgbClr val="000000"/>
                </a:solidFill>
              </a:rPr>
              <a:t>d</a:t>
            </a:r>
            <a:r>
              <a:rPr spc="-295" dirty="0">
                <a:solidFill>
                  <a:srgbClr val="000000"/>
                </a:solidFill>
              </a:rPr>
              <a:t>o</a:t>
            </a:r>
            <a:r>
              <a:rPr spc="-125" dirty="0">
                <a:solidFill>
                  <a:srgbClr val="000000"/>
                </a:solidFill>
              </a:rPr>
              <a:t> </a:t>
            </a:r>
            <a:r>
              <a:rPr spc="-415" dirty="0">
                <a:solidFill>
                  <a:srgbClr val="000000"/>
                </a:solidFill>
              </a:rPr>
              <a:t>p</a:t>
            </a:r>
            <a:r>
              <a:rPr spc="-300" dirty="0">
                <a:solidFill>
                  <a:srgbClr val="000000"/>
                </a:solidFill>
              </a:rPr>
              <a:t>o</a:t>
            </a:r>
            <a:r>
              <a:rPr spc="35" dirty="0">
                <a:solidFill>
                  <a:srgbClr val="000000"/>
                </a:solidFill>
              </a:rPr>
              <a:t>r </a:t>
            </a:r>
            <a:r>
              <a:rPr spc="65" dirty="0">
                <a:solidFill>
                  <a:srgbClr val="000000"/>
                </a:solidFill>
              </a:rPr>
              <a:t>5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450" dirty="0">
                <a:hlinkClick r:id="rId3"/>
              </a:rPr>
              <a:t>m</a:t>
            </a:r>
            <a:r>
              <a:rPr spc="-95" dirty="0">
                <a:hlinkClick r:id="rId3"/>
              </a:rPr>
              <a:t>i</a:t>
            </a:r>
            <a:r>
              <a:rPr spc="-290" dirty="0">
                <a:hlinkClick r:id="rId3"/>
              </a:rPr>
              <a:t>e</a:t>
            </a:r>
            <a:r>
              <a:rPr spc="-450" dirty="0">
                <a:hlinkClick r:id="rId3"/>
              </a:rPr>
              <a:t>m</a:t>
            </a:r>
            <a:r>
              <a:rPr spc="-430" dirty="0">
                <a:hlinkClick r:id="rId3"/>
              </a:rPr>
              <a:t>b</a:t>
            </a:r>
            <a:r>
              <a:rPr spc="35" dirty="0">
                <a:hlinkClick r:id="rId3"/>
              </a:rPr>
              <a:t>r</a:t>
            </a:r>
            <a:r>
              <a:rPr spc="-295" dirty="0">
                <a:hlinkClick r:id="rId3"/>
              </a:rPr>
              <a:t>o</a:t>
            </a:r>
            <a:r>
              <a:rPr spc="-25" dirty="0">
                <a:hlinkClick r:id="rId3"/>
              </a:rPr>
              <a:t>s</a:t>
            </a:r>
            <a:r>
              <a:rPr spc="30" dirty="0">
                <a:hlinkClick r:id="rId3"/>
              </a:rPr>
              <a:t> </a:t>
            </a:r>
            <a:r>
              <a:rPr spc="-440" dirty="0">
                <a:hlinkClick r:id="rId3"/>
              </a:rPr>
              <a:t>d</a:t>
            </a:r>
            <a:r>
              <a:rPr spc="-470" dirty="0">
                <a:hlinkClick r:id="rId3"/>
              </a:rPr>
              <a:t>e</a:t>
            </a:r>
            <a:r>
              <a:rPr spc="35" dirty="0">
                <a:hlinkClick r:id="rId3"/>
              </a:rPr>
              <a:t> </a:t>
            </a:r>
            <a:r>
              <a:rPr spc="-85" dirty="0">
                <a:hlinkClick r:id="rId3"/>
              </a:rPr>
              <a:t>l</a:t>
            </a:r>
            <a:r>
              <a:rPr spc="-270" dirty="0">
                <a:hlinkClick r:id="rId3"/>
              </a:rPr>
              <a:t>a</a:t>
            </a:r>
            <a:r>
              <a:rPr spc="45" dirty="0">
                <a:hlinkClick r:id="rId3"/>
              </a:rPr>
              <a:t> </a:t>
            </a:r>
            <a:r>
              <a:rPr spc="-455" dirty="0">
                <a:hlinkClick r:id="rId3"/>
              </a:rPr>
              <a:t>co</a:t>
            </a:r>
            <a:r>
              <a:rPr spc="-430" dirty="0">
                <a:hlinkClick r:id="rId3"/>
              </a:rPr>
              <a:t>m</a:t>
            </a:r>
            <a:r>
              <a:rPr spc="-270" dirty="0">
                <a:hlinkClick r:id="rId3"/>
              </a:rPr>
              <a:t>u</a:t>
            </a:r>
            <a:r>
              <a:rPr spc="-275" dirty="0">
                <a:hlinkClick r:id="rId3"/>
              </a:rPr>
              <a:t>n</a:t>
            </a:r>
            <a:r>
              <a:rPr spc="85" dirty="0">
                <a:hlinkClick r:id="rId3"/>
              </a:rPr>
              <a:t>i</a:t>
            </a:r>
            <a:r>
              <a:rPr spc="-455" dirty="0">
                <a:hlinkClick r:id="rId3"/>
              </a:rPr>
              <a:t>d</a:t>
            </a:r>
            <a:r>
              <a:rPr spc="-434" dirty="0">
                <a:hlinkClick r:id="rId3"/>
              </a:rPr>
              <a:t>a</a:t>
            </a:r>
            <a:r>
              <a:rPr spc="-455" dirty="0">
                <a:hlinkClick r:id="rId3"/>
              </a:rPr>
              <a:t>d</a:t>
            </a:r>
            <a:r>
              <a:rPr spc="100" dirty="0">
                <a:hlinkClick r:id="rId3"/>
              </a:rPr>
              <a:t> </a:t>
            </a:r>
            <a:r>
              <a:rPr spc="-310" dirty="0">
                <a:solidFill>
                  <a:srgbClr val="000000"/>
                </a:solidFill>
              </a:rPr>
              <a:t>(</a:t>
            </a:r>
            <a:r>
              <a:rPr spc="-280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pc="-44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-26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pc="-459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pc="4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-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pc="-459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-254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pc="-27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pc="4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24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pc="-21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pc="30" dirty="0">
                <a:solidFill>
                  <a:srgbClr val="000000"/>
                </a:solidFill>
              </a:rPr>
              <a:t>, </a:t>
            </a:r>
            <a:r>
              <a:rPr spc="-2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390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pc="-254" dirty="0">
                <a:solidFill>
                  <a:srgbClr val="000000"/>
                </a:solidFill>
                <a:latin typeface="Century Gothic"/>
                <a:cs typeface="Century Gothic"/>
              </a:rPr>
              <a:t>nu</a:t>
            </a:r>
            <a:r>
              <a:rPr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pc="4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65" dirty="0">
                <a:solidFill>
                  <a:srgbClr val="000000"/>
                </a:solidFill>
                <a:latin typeface="Century Gothic"/>
                <a:cs typeface="Century Gothic"/>
              </a:rPr>
              <a:t>H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390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254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pc="-44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8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pc="30" dirty="0">
                <a:solidFill>
                  <a:srgbClr val="000000"/>
                </a:solidFill>
              </a:rPr>
              <a:t>,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22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pc="-28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pc="-455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-15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254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pc="-434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30" dirty="0">
                <a:solidFill>
                  <a:srgbClr val="000000"/>
                </a:solidFill>
              </a:rPr>
              <a:t>, </a:t>
            </a:r>
            <a:r>
              <a:rPr spc="-55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pc="4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pc="-254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pc="-580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-2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pc="-28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pc="80" dirty="0">
                <a:solidFill>
                  <a:srgbClr val="000000"/>
                </a:solidFill>
                <a:latin typeface="Century Gothic"/>
                <a:cs typeface="Century Gothic"/>
              </a:rPr>
              <a:t>j</a:t>
            </a:r>
            <a:r>
              <a:rPr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pc="9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-405" dirty="0">
                <a:solidFill>
                  <a:srgbClr val="000000"/>
                </a:solidFill>
              </a:rPr>
              <a:t>y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13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370" dirty="0">
                <a:solidFill>
                  <a:srgbClr val="000000"/>
                </a:solidFill>
                <a:latin typeface="Century Gothic"/>
                <a:cs typeface="Century Gothic"/>
              </a:rPr>
              <a:t>v</a:t>
            </a:r>
            <a:r>
              <a:rPr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-20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-280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pc="-415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pc="-390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pc="-434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pc="-310" dirty="0">
                <a:solidFill>
                  <a:srgbClr val="000000"/>
                </a:solidFill>
              </a:rPr>
              <a:t>)</a:t>
            </a:r>
            <a:r>
              <a:rPr spc="30" dirty="0">
                <a:solidFill>
                  <a:srgbClr val="000000"/>
                </a:solidFill>
              </a:rPr>
              <a:t>.</a:t>
            </a:r>
          </a:p>
          <a:p>
            <a:pPr marL="228600" marR="1083945">
              <a:lnSpc>
                <a:spcPts val="3579"/>
              </a:lnSpc>
              <a:spcBef>
                <a:spcPts val="1525"/>
              </a:spcBef>
            </a:pPr>
            <a:r>
              <a:rPr spc="-340" dirty="0">
                <a:solidFill>
                  <a:srgbClr val="1B1B1B"/>
                </a:solidFill>
              </a:rPr>
              <a:t>P</a:t>
            </a:r>
            <a:r>
              <a:rPr spc="-375" dirty="0">
                <a:solidFill>
                  <a:srgbClr val="1B1B1B"/>
                </a:solidFill>
              </a:rPr>
              <a:t>a</a:t>
            </a:r>
            <a:r>
              <a:rPr spc="2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co</a:t>
            </a:r>
            <a:r>
              <a:rPr spc="-285" dirty="0">
                <a:solidFill>
                  <a:srgbClr val="1B1B1B"/>
                </a:solidFill>
              </a:rPr>
              <a:t>no</a:t>
            </a:r>
            <a:r>
              <a:rPr spc="-530" dirty="0">
                <a:solidFill>
                  <a:srgbClr val="1B1B1B"/>
                </a:solidFill>
              </a:rPr>
              <a:t>c</a:t>
            </a:r>
            <a:r>
              <a:rPr spc="-52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80" dirty="0">
                <a:solidFill>
                  <a:srgbClr val="1B1B1B"/>
                </a:solidFill>
              </a:rPr>
              <a:t>l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75" dirty="0">
                <a:solidFill>
                  <a:srgbClr val="1B1B1B"/>
                </a:solidFill>
              </a:rPr>
              <a:t>l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5" dirty="0">
                <a:solidFill>
                  <a:srgbClr val="1B1B1B"/>
                </a:solidFill>
              </a:rPr>
              <a:t>on</a:t>
            </a:r>
            <a:r>
              <a:rPr spc="-420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15" dirty="0">
                <a:solidFill>
                  <a:srgbClr val="1B1B1B"/>
                </a:solidFill>
              </a:rPr>
              <a:t>q</a:t>
            </a:r>
            <a:r>
              <a:rPr spc="-355" dirty="0">
                <a:solidFill>
                  <a:srgbClr val="1B1B1B"/>
                </a:solidFill>
              </a:rPr>
              <a:t>u</a:t>
            </a:r>
            <a:r>
              <a:rPr spc="-37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275" dirty="0">
                <a:solidFill>
                  <a:srgbClr val="1B1B1B"/>
                </a:solidFill>
              </a:rPr>
              <a:t>h</a:t>
            </a:r>
            <a:r>
              <a:rPr spc="-420" dirty="0">
                <a:solidFill>
                  <a:srgbClr val="1B1B1B"/>
                </a:solidFill>
              </a:rPr>
              <a:t>a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12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co</a:t>
            </a:r>
            <a:r>
              <a:rPr spc="-275" dirty="0">
                <a:solidFill>
                  <a:srgbClr val="1B1B1B"/>
                </a:solidFill>
              </a:rPr>
              <a:t>nt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85" dirty="0">
                <a:solidFill>
                  <a:srgbClr val="1B1B1B"/>
                </a:solidFill>
              </a:rPr>
              <a:t>i</a:t>
            </a:r>
            <a:r>
              <a:rPr spc="-270" dirty="0">
                <a:solidFill>
                  <a:srgbClr val="1B1B1B"/>
                </a:solidFill>
              </a:rPr>
              <a:t>b</a:t>
            </a:r>
            <a:r>
              <a:rPr spc="-254" dirty="0">
                <a:solidFill>
                  <a:srgbClr val="1B1B1B"/>
                </a:solidFill>
              </a:rPr>
              <a:t>u</a:t>
            </a:r>
            <a:r>
              <a:rPr spc="-85" dirty="0">
                <a:solidFill>
                  <a:srgbClr val="1B1B1B"/>
                </a:solidFill>
              </a:rPr>
              <a:t>i</a:t>
            </a:r>
            <a:r>
              <a:rPr spc="-254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á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co</a:t>
            </a:r>
            <a:r>
              <a:rPr spc="-260" dirty="0">
                <a:solidFill>
                  <a:srgbClr val="1B1B1B"/>
                </a:solidFill>
              </a:rPr>
              <a:t>n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85" dirty="0">
                <a:solidFill>
                  <a:srgbClr val="1B1B1B"/>
                </a:solidFill>
              </a:rPr>
              <a:t>i</a:t>
            </a:r>
            <a:r>
              <a:rPr spc="-254" dirty="0">
                <a:solidFill>
                  <a:srgbClr val="1B1B1B"/>
                </a:solidFill>
              </a:rPr>
              <a:t>b</a:t>
            </a:r>
            <a:r>
              <a:rPr spc="-355" dirty="0">
                <a:solidFill>
                  <a:srgbClr val="1B1B1B"/>
                </a:solidFill>
              </a:rPr>
              <a:t>u</a:t>
            </a:r>
            <a:r>
              <a:rPr spc="-305" dirty="0">
                <a:solidFill>
                  <a:srgbClr val="1B1B1B"/>
                </a:solidFill>
              </a:rPr>
              <a:t>y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80" dirty="0">
                <a:solidFill>
                  <a:srgbClr val="1B1B1B"/>
                </a:solidFill>
              </a:rPr>
              <a:t>l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409" dirty="0">
                <a:solidFill>
                  <a:srgbClr val="1B1B1B"/>
                </a:solidFill>
              </a:rPr>
              <a:t>y</a:t>
            </a:r>
            <a:r>
              <a:rPr spc="-484" dirty="0">
                <a:solidFill>
                  <a:srgbClr val="1B1B1B"/>
                </a:solidFill>
              </a:rPr>
              <a:t>e</a:t>
            </a:r>
            <a:r>
              <a:rPr spc="-434" dirty="0">
                <a:solidFill>
                  <a:srgbClr val="1B1B1B"/>
                </a:solidFill>
              </a:rPr>
              <a:t>ct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125" dirty="0">
                <a:solidFill>
                  <a:srgbClr val="1B1B1B"/>
                </a:solidFill>
              </a:rPr>
              <a:t> </a:t>
            </a:r>
            <a:r>
              <a:rPr spc="-300" dirty="0">
                <a:solidFill>
                  <a:srgbClr val="1B1B1B"/>
                </a:solidFill>
              </a:rPr>
              <a:t>Po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150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,</a:t>
            </a:r>
            <a:r>
              <a:rPr spc="25" dirty="0">
                <a:solidFill>
                  <a:srgbClr val="1B1B1B"/>
                </a:solidFill>
              </a:rPr>
              <a:t> 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-254" dirty="0">
                <a:solidFill>
                  <a:srgbClr val="1B1B1B"/>
                </a:solidFill>
              </a:rPr>
              <a:t>u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20" dirty="0">
                <a:solidFill>
                  <a:srgbClr val="1B1B1B"/>
                </a:solidFill>
              </a:rPr>
              <a:t>a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-530" dirty="0">
                <a:solidFill>
                  <a:srgbClr val="1B1B1B"/>
                </a:solidFill>
              </a:rPr>
              <a:t>c</a:t>
            </a:r>
            <a:r>
              <a:rPr spc="-525" dirty="0">
                <a:solidFill>
                  <a:srgbClr val="1B1B1B"/>
                </a:solidFill>
              </a:rPr>
              <a:t>e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575" dirty="0">
                <a:solidFill>
                  <a:srgbClr val="1B1B1B"/>
                </a:solidFill>
              </a:rPr>
              <a:t>w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30" dirty="0">
                <a:solidFill>
                  <a:srgbClr val="1B1B1B"/>
                </a:solidFill>
              </a:rPr>
              <a:t>b</a:t>
            </a:r>
            <a:r>
              <a:rPr spc="-175" dirty="0">
                <a:solidFill>
                  <a:srgbClr val="1B1B1B"/>
                </a:solidFill>
              </a:rPr>
              <a:t> </a:t>
            </a:r>
            <a:r>
              <a:rPr spc="-320" dirty="0">
                <a:hlinkClick r:id="rId4"/>
              </a:rPr>
              <a:t>C</a:t>
            </a:r>
            <a:r>
              <a:rPr spc="-285" dirty="0">
                <a:hlinkClick r:id="rId4"/>
              </a:rPr>
              <a:t>on</a:t>
            </a:r>
            <a:r>
              <a:rPr spc="-275" dirty="0">
                <a:hlinkClick r:id="rId4"/>
              </a:rPr>
              <a:t>t</a:t>
            </a:r>
            <a:r>
              <a:rPr spc="35" dirty="0">
                <a:hlinkClick r:id="rId4"/>
              </a:rPr>
              <a:t>r</a:t>
            </a:r>
            <a:r>
              <a:rPr spc="-85" dirty="0">
                <a:hlinkClick r:id="rId4"/>
              </a:rPr>
              <a:t>i</a:t>
            </a:r>
            <a:r>
              <a:rPr spc="-270" dirty="0">
                <a:hlinkClick r:id="rId4"/>
              </a:rPr>
              <a:t>b</a:t>
            </a:r>
            <a:r>
              <a:rPr spc="-254" dirty="0">
                <a:hlinkClick r:id="rId4"/>
              </a:rPr>
              <a:t>u</a:t>
            </a:r>
            <a:r>
              <a:rPr spc="-280" dirty="0">
                <a:hlinkClick r:id="rId4"/>
              </a:rPr>
              <a:t>t</a:t>
            </a:r>
            <a:r>
              <a:rPr spc="-295" dirty="0">
                <a:hlinkClick r:id="rId4"/>
              </a:rPr>
              <a:t>o</a:t>
            </a:r>
            <a:r>
              <a:rPr spc="35" dirty="0">
                <a:hlinkClick r:id="rId4"/>
              </a:rPr>
              <a:t>r</a:t>
            </a:r>
            <a:r>
              <a:rPr spc="30" dirty="0">
                <a:hlinkClick r:id="rId4"/>
              </a:rPr>
              <a:t> </a:t>
            </a:r>
            <a:r>
              <a:rPr spc="-280" dirty="0">
                <a:hlinkClick r:id="rId4"/>
              </a:rPr>
              <a:t>P</a:t>
            </a:r>
            <a:r>
              <a:rPr spc="25" dirty="0">
                <a:hlinkClick r:id="rId4"/>
              </a:rPr>
              <a:t>r</a:t>
            </a:r>
            <a:r>
              <a:rPr spc="-295" dirty="0">
                <a:hlinkClick r:id="rId4"/>
              </a:rPr>
              <a:t>o</a:t>
            </a:r>
            <a:r>
              <a:rPr spc="-170" dirty="0">
                <a:hlinkClick r:id="rId4"/>
              </a:rPr>
              <a:t>f</a:t>
            </a:r>
            <a:r>
              <a:rPr spc="85" dirty="0">
                <a:hlinkClick r:id="rId4"/>
              </a:rPr>
              <a:t>i</a:t>
            </a:r>
            <a:r>
              <a:rPr spc="-95" dirty="0">
                <a:hlinkClick r:id="rId4"/>
              </a:rPr>
              <a:t>l</a:t>
            </a:r>
            <a:r>
              <a:rPr spc="-290" dirty="0">
                <a:hlinkClick r:id="rId4"/>
              </a:rPr>
              <a:t>e</a:t>
            </a:r>
            <a:r>
              <a:rPr spc="-25" dirty="0">
                <a:hlinkClick r:id="rId4"/>
              </a:rPr>
              <a:t>s</a:t>
            </a:r>
            <a:r>
              <a:rPr spc="90" dirty="0">
                <a:hlinkClick r:id="rId4"/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300" dirty="0">
                <a:solidFill>
                  <a:srgbClr val="1B1B1B"/>
                </a:solidFill>
              </a:rPr>
              <a:t>Po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150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80" y="500131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6970" y="1876509"/>
            <a:ext cx="503555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2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40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22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300360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0869" rIns="0" bIns="0" rtlCol="0">
            <a:spAutoFit/>
          </a:bodyPr>
          <a:lstStyle/>
          <a:p>
            <a:pPr marL="228600" marR="5080">
              <a:lnSpc>
                <a:spcPct val="99400"/>
              </a:lnSpc>
            </a:pPr>
            <a:r>
              <a:rPr spc="-80" dirty="0">
                <a:solidFill>
                  <a:srgbClr val="1B1B1B"/>
                </a:solidFill>
              </a:rPr>
              <a:t>E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spc="-85" dirty="0">
                <a:solidFill>
                  <a:srgbClr val="1B1B1B"/>
                </a:solidFill>
              </a:rPr>
              <a:t>l</a:t>
            </a:r>
            <a:r>
              <a:rPr spc="-270" dirty="0">
                <a:solidFill>
                  <a:srgbClr val="1B1B1B"/>
                </a:solidFill>
              </a:rPr>
              <a:t>a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spc="-434" dirty="0">
                <a:solidFill>
                  <a:srgbClr val="1B1B1B"/>
                </a:solidFill>
              </a:rPr>
              <a:t>act</a:t>
            </a:r>
            <a:r>
              <a:rPr spc="-254" dirty="0">
                <a:solidFill>
                  <a:srgbClr val="1B1B1B"/>
                </a:solidFill>
              </a:rPr>
              <a:t>u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75" dirty="0">
                <a:solidFill>
                  <a:srgbClr val="1B1B1B"/>
                </a:solidFill>
              </a:rPr>
              <a:t>l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40" dirty="0">
                <a:solidFill>
                  <a:srgbClr val="1B1B1B"/>
                </a:solidFill>
              </a:rPr>
              <a:t>dad</a:t>
            </a:r>
            <a:r>
              <a:rPr spc="30" dirty="0">
                <a:solidFill>
                  <a:srgbClr val="1B1B1B"/>
                </a:solidFill>
              </a:rPr>
              <a:t>,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80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e</a:t>
            </a:r>
            <a:r>
              <a:rPr spc="-459" dirty="0">
                <a:solidFill>
                  <a:srgbClr val="1B1B1B"/>
                </a:solidFill>
              </a:rPr>
              <a:t>q</a:t>
            </a:r>
            <a:r>
              <a:rPr spc="-135" dirty="0">
                <a:solidFill>
                  <a:srgbClr val="1B1B1B"/>
                </a:solidFill>
              </a:rPr>
              <a:t>u</a:t>
            </a:r>
            <a:r>
              <a:rPr spc="-40" dirty="0">
                <a:solidFill>
                  <a:srgbClr val="1B1B1B"/>
                </a:solidFill>
              </a:rPr>
              <a:t>i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9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15" dirty="0">
                <a:solidFill>
                  <a:srgbClr val="1B1B1B"/>
                </a:solidFill>
              </a:rPr>
              <a:t>b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60" dirty="0">
                <a:solidFill>
                  <a:srgbClr val="1B1B1B"/>
                </a:solidFill>
              </a:rPr>
              <a:t>j</a:t>
            </a:r>
            <a:r>
              <a:rPr spc="-180" dirty="0">
                <a:solidFill>
                  <a:srgbClr val="1B1B1B"/>
                </a:solidFill>
              </a:rPr>
              <a:t>o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300" dirty="0">
                <a:solidFill>
                  <a:srgbClr val="1B1B1B"/>
                </a:solidFill>
              </a:rPr>
              <a:t>Po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155" dirty="0">
                <a:solidFill>
                  <a:srgbClr val="1B1B1B"/>
                </a:solidFill>
              </a:rPr>
              <a:t>L</a:t>
            </a:r>
            <a:r>
              <a:rPr spc="-95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á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60" dirty="0">
                <a:solidFill>
                  <a:srgbClr val="1B1B1B"/>
                </a:solidFill>
              </a:rPr>
              <a:t>n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380" dirty="0">
                <a:solidFill>
                  <a:srgbClr val="1B1B1B"/>
                </a:solidFill>
              </a:rPr>
              <a:t>v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55" dirty="0">
                <a:solidFill>
                  <a:srgbClr val="1B1B1B"/>
                </a:solidFill>
              </a:rPr>
              <a:t>l</a:t>
            </a:r>
            <a:r>
              <a:rPr spc="-150" dirty="0">
                <a:solidFill>
                  <a:srgbClr val="1B1B1B"/>
                </a:solidFill>
              </a:rPr>
              <a:t>o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300" dirty="0">
                <a:solidFill>
                  <a:srgbClr val="1B1B1B"/>
                </a:solidFill>
              </a:rPr>
              <a:t>o</a:t>
            </a:r>
            <a:r>
              <a:rPr spc="-530" dirty="0">
                <a:solidFill>
                  <a:srgbClr val="1B1B1B"/>
                </a:solidFill>
              </a:rPr>
              <a:t>c</a:t>
            </a:r>
            <a:r>
              <a:rPr spc="-525" dirty="0">
                <a:solidFill>
                  <a:srgbClr val="1B1B1B"/>
                </a:solidFill>
              </a:rPr>
              <a:t>e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300" dirty="0">
                <a:solidFill>
                  <a:srgbClr val="1B1B1B"/>
                </a:solidFill>
              </a:rPr>
              <a:t>o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05" dirty="0">
                <a:solidFill>
                  <a:srgbClr val="1B1B1B"/>
                </a:solidFill>
              </a:rPr>
              <a:t>y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60" dirty="0">
                <a:solidFill>
                  <a:srgbClr val="1B1B1B"/>
                </a:solidFill>
              </a:rPr>
              <a:t>ñ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260" dirty="0">
                <a:solidFill>
                  <a:srgbClr val="1B1B1B"/>
                </a:solidFill>
              </a:rPr>
              <a:t>n</a:t>
            </a:r>
            <a:r>
              <a:rPr spc="-355" dirty="0">
                <a:solidFill>
                  <a:srgbClr val="1B1B1B"/>
                </a:solidFill>
              </a:rPr>
              <a:t>u</a:t>
            </a:r>
            <a:r>
              <a:rPr spc="-370" dirty="0">
                <a:solidFill>
                  <a:srgbClr val="1B1B1B"/>
                </a:solidFill>
              </a:rPr>
              <a:t>e</a:t>
            </a:r>
            <a:r>
              <a:rPr spc="-380" dirty="0">
                <a:solidFill>
                  <a:srgbClr val="1B1B1B"/>
                </a:solidFill>
              </a:rPr>
              <a:t>v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509" dirty="0">
                <a:solidFill>
                  <a:srgbClr val="1B1B1B"/>
                </a:solidFill>
              </a:rPr>
              <a:t>c</a:t>
            </a:r>
            <a:r>
              <a:rPr spc="-535" dirty="0">
                <a:solidFill>
                  <a:srgbClr val="1B1B1B"/>
                </a:solidFill>
              </a:rPr>
              <a:t>a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act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85" dirty="0">
                <a:solidFill>
                  <a:srgbClr val="1B1B1B"/>
                </a:solidFill>
              </a:rPr>
              <a:t>í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509" dirty="0">
                <a:solidFill>
                  <a:srgbClr val="1B1B1B"/>
                </a:solidFill>
              </a:rPr>
              <a:t>c</a:t>
            </a:r>
            <a:r>
              <a:rPr spc="-535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q</a:t>
            </a:r>
            <a:r>
              <a:rPr spc="-355" dirty="0">
                <a:solidFill>
                  <a:srgbClr val="1B1B1B"/>
                </a:solidFill>
              </a:rPr>
              <a:t>u</a:t>
            </a:r>
            <a:r>
              <a:rPr spc="-375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95" dirty="0">
                <a:solidFill>
                  <a:srgbClr val="1B1B1B"/>
                </a:solidFill>
              </a:rPr>
              <a:t>l</a:t>
            </a:r>
            <a:r>
              <a:rPr spc="-295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á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50" dirty="0">
                <a:solidFill>
                  <a:srgbClr val="1B1B1B"/>
                </a:solidFill>
              </a:rPr>
              <a:t>m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20" dirty="0">
                <a:solidFill>
                  <a:srgbClr val="1B1B1B"/>
                </a:solidFill>
              </a:rPr>
              <a:t>a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40" dirty="0">
                <a:solidFill>
                  <a:srgbClr val="1B1B1B"/>
                </a:solidFill>
              </a:rPr>
              <a:t>d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-20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80" dirty="0">
                <a:solidFill>
                  <a:srgbClr val="1B1B1B"/>
                </a:solidFill>
              </a:rPr>
              <a:t>l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m</a:t>
            </a:r>
            <a:r>
              <a:rPr spc="-270" dirty="0">
                <a:solidFill>
                  <a:srgbClr val="1B1B1B"/>
                </a:solidFill>
              </a:rPr>
              <a:t>u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50" dirty="0">
                <a:solidFill>
                  <a:srgbClr val="1B1B1B"/>
                </a:solidFill>
              </a:rPr>
              <a:t>m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50" dirty="0">
                <a:solidFill>
                  <a:srgbClr val="1B1B1B"/>
                </a:solidFill>
              </a:rPr>
              <a:t>l.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26970" y="1876509"/>
            <a:ext cx="503555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2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40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22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78825" cy="3728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088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15" dirty="0">
                <a:solidFill>
                  <a:srgbClr val="1B1B1B"/>
                </a:solidFill>
                <a:latin typeface="Century Gothic"/>
                <a:cs typeface="Century Gothic"/>
              </a:rPr>
              <a:t>tó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6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215" dirty="0">
                <a:solidFill>
                  <a:srgbClr val="1B1B1B"/>
                </a:solidFill>
                <a:latin typeface="Century Gothic"/>
                <a:cs typeface="Century Gothic"/>
              </a:rPr>
              <a:t>io</a:t>
            </a:r>
            <a:r>
              <a:rPr sz="4400" spc="-28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75" dirty="0">
                <a:solidFill>
                  <a:srgbClr val="1B1B1B"/>
                </a:solidFill>
                <a:latin typeface="Century Gothic"/>
                <a:cs typeface="Century Gothic"/>
              </a:rPr>
              <a:t>es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ct val="99300"/>
              </a:lnSpc>
              <a:spcBef>
                <a:spcPts val="3295"/>
              </a:spcBef>
            </a:pP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1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(c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ño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)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65" dirty="0">
                <a:solidFill>
                  <a:srgbClr val="1B1B1B"/>
                </a:solidFill>
                <a:latin typeface="Century Gothic"/>
                <a:cs typeface="Century Gothic"/>
              </a:rPr>
              <a:t>5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ñ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114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3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3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290829" y="1772920"/>
            <a:ext cx="9498330" cy="5674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649335" cy="4182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2110" algn="ctr">
              <a:lnSpc>
                <a:spcPct val="100000"/>
              </a:lnSpc>
            </a:pP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2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55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400"/>
              </a:lnSpc>
              <a:spcBef>
                <a:spcPts val="329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Po</a:t>
            </a:r>
            <a:r>
              <a:rPr sz="3000" spc="-1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40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SQ</a:t>
            </a: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1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-3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41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b</a:t>
            </a:r>
            <a:r>
              <a:rPr sz="3000" spc="-43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3000" spc="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D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40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v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-2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4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</a:t>
            </a:r>
            <a:r>
              <a:rPr sz="3000" spc="-4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m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nt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1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3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25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u</a:t>
            </a:r>
            <a:r>
              <a:rPr sz="3000" spc="-4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31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(</a:t>
            </a:r>
            <a:r>
              <a:rPr sz="3000" spc="-2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</a:t>
            </a:r>
            <a:r>
              <a:rPr sz="3000" spc="-2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D</a:t>
            </a:r>
            <a:r>
              <a:rPr sz="3000" spc="-1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-204" dirty="0">
                <a:solidFill>
                  <a:srgbClr val="0000A7"/>
                </a:solidFill>
                <a:latin typeface="Century Gothic"/>
                <a:cs typeface="Century Gothic"/>
              </a:rPr>
              <a:t>)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4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y/</a:t>
            </a:r>
            <a:r>
              <a:rPr sz="3000" spc="-33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47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165" dirty="0">
                <a:solidFill>
                  <a:srgbClr val="1B1B1B"/>
                </a:solidFill>
                <a:latin typeface="Century Gothic"/>
                <a:cs typeface="Century Gothic"/>
              </a:rPr>
              <a:t>iv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65" dirty="0">
                <a:solidFill>
                  <a:srgbClr val="1B1B1B"/>
                </a:solidFill>
                <a:latin typeface="Century Gothic"/>
                <a:cs typeface="Century Gothic"/>
              </a:rPr>
              <a:t>5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ño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1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3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3520" algn="ctr">
              <a:lnSpc>
                <a:spcPct val="100000"/>
              </a:lnSpc>
            </a:pP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2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55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400"/>
              </a:lnSpc>
              <a:spcBef>
                <a:spcPts val="329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80" dirty="0">
                <a:solidFill>
                  <a:srgbClr val="1B1B1B"/>
                </a:solidFill>
              </a:rPr>
              <a:t>E</a:t>
            </a:r>
            <a:r>
              <a:rPr sz="3000" spc="-254" dirty="0">
                <a:solidFill>
                  <a:srgbClr val="1B1B1B"/>
                </a:solidFill>
              </a:rPr>
              <a:t>x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65" dirty="0">
                <a:solidFill>
                  <a:srgbClr val="1B1B1B"/>
                </a:solidFill>
              </a:rPr>
              <a:t>u</a:t>
            </a:r>
            <a:r>
              <a:rPr sz="3000" spc="-245" dirty="0">
                <a:solidFill>
                  <a:srgbClr val="1B1B1B"/>
                </a:solidFill>
              </a:rPr>
              <a:t>n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60" dirty="0">
                <a:solidFill>
                  <a:srgbClr val="1B1B1B"/>
                </a:solidFill>
              </a:rPr>
              <a:t> </a:t>
            </a:r>
            <a:r>
              <a:rPr sz="3000" spc="85" dirty="0"/>
              <a:t>l</a:t>
            </a:r>
            <a:r>
              <a:rPr sz="3000" spc="15" dirty="0">
                <a:hlinkClick r:id="rId3"/>
              </a:rPr>
              <a:t>i</a:t>
            </a:r>
            <a:r>
              <a:rPr sz="3000" spc="45" dirty="0">
                <a:hlinkClick r:id="rId3"/>
              </a:rPr>
              <a:t>s</a:t>
            </a:r>
            <a:r>
              <a:rPr sz="3000" spc="-275" dirty="0">
                <a:hlinkClick r:id="rId3"/>
              </a:rPr>
              <a:t>t</a:t>
            </a:r>
            <a:r>
              <a:rPr sz="3000" spc="-434" dirty="0">
                <a:hlinkClick r:id="rId3"/>
              </a:rPr>
              <a:t>a</a:t>
            </a:r>
            <a:r>
              <a:rPr sz="3000" spc="-25" dirty="0">
                <a:hlinkClick r:id="rId3"/>
              </a:rPr>
              <a:t>s</a:t>
            </a:r>
            <a:r>
              <a:rPr sz="3000" spc="35" dirty="0">
                <a:hlinkClick r:id="rId3"/>
              </a:rPr>
              <a:t> </a:t>
            </a:r>
            <a:r>
              <a:rPr sz="3000" spc="-455" dirty="0">
                <a:hlinkClick r:id="rId3"/>
              </a:rPr>
              <a:t>d</a:t>
            </a:r>
            <a:r>
              <a:rPr sz="3000" spc="-470" dirty="0">
                <a:hlinkClick r:id="rId3"/>
              </a:rPr>
              <a:t>e</a:t>
            </a:r>
            <a:r>
              <a:rPr sz="3000" spc="35" dirty="0">
                <a:hlinkClick r:id="rId3"/>
              </a:rPr>
              <a:t> </a:t>
            </a:r>
            <a:r>
              <a:rPr sz="3000" spc="-455" dirty="0">
                <a:hlinkClick r:id="rId3"/>
              </a:rPr>
              <a:t>co</a:t>
            </a:r>
            <a:r>
              <a:rPr sz="3000" spc="35" dirty="0">
                <a:hlinkClick r:id="rId3"/>
              </a:rPr>
              <a:t>rr</a:t>
            </a:r>
            <a:r>
              <a:rPr sz="3000" spc="-465" dirty="0">
                <a:hlinkClick r:id="rId3"/>
              </a:rPr>
              <a:t>e</a:t>
            </a:r>
            <a:r>
              <a:rPr sz="3000" spc="-295" dirty="0">
                <a:hlinkClick r:id="rId3"/>
              </a:rPr>
              <a:t>o</a:t>
            </a:r>
            <a:r>
              <a:rPr sz="3000" spc="75" dirty="0">
                <a:hlinkClick r:id="rId3"/>
              </a:rPr>
              <a:t> </a:t>
            </a:r>
            <a:r>
              <a:rPr sz="3000" spc="-440" dirty="0">
                <a:solidFill>
                  <a:srgbClr val="1B1B1B"/>
                </a:solidFill>
              </a:rPr>
              <a:t>d</a:t>
            </a:r>
            <a:r>
              <a:rPr sz="3000" spc="-300" dirty="0">
                <a:solidFill>
                  <a:srgbClr val="1B1B1B"/>
                </a:solidFill>
              </a:rPr>
              <a:t>o</a:t>
            </a:r>
            <a:r>
              <a:rPr sz="3000" spc="-260" dirty="0">
                <a:solidFill>
                  <a:srgbClr val="1B1B1B"/>
                </a:solidFill>
              </a:rPr>
              <a:t>n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440" dirty="0">
                <a:solidFill>
                  <a:srgbClr val="1B1B1B"/>
                </a:solidFill>
              </a:rPr>
              <a:t>d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459" dirty="0">
                <a:solidFill>
                  <a:srgbClr val="1B1B1B"/>
                </a:solidFill>
              </a:rPr>
              <a:t>m</a:t>
            </a:r>
            <a:r>
              <a:rPr sz="3000" spc="-315" dirty="0">
                <a:solidFill>
                  <a:srgbClr val="1B1B1B"/>
                </a:solidFill>
              </a:rPr>
              <a:t>o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65" dirty="0">
                <a:solidFill>
                  <a:srgbClr val="1B1B1B"/>
                </a:solidFill>
              </a:rPr>
              <a:t>u</a:t>
            </a:r>
            <a:r>
              <a:rPr sz="3000" spc="-260" dirty="0">
                <a:solidFill>
                  <a:srgbClr val="1B1B1B"/>
                </a:solidFill>
              </a:rPr>
              <a:t>n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85" dirty="0">
                <a:solidFill>
                  <a:srgbClr val="1B1B1B"/>
                </a:solidFill>
              </a:rPr>
              <a:t>no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0" dirty="0">
                <a:solidFill>
                  <a:srgbClr val="1B1B1B"/>
                </a:solidFill>
              </a:rPr>
              <a:t> </a:t>
            </a:r>
            <a:r>
              <a:rPr sz="3000" spc="-415" dirty="0">
                <a:solidFill>
                  <a:srgbClr val="1B1B1B"/>
                </a:solidFill>
              </a:rPr>
              <a:t>p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80" dirty="0">
                <a:solidFill>
                  <a:srgbClr val="1B1B1B"/>
                </a:solidFill>
              </a:rPr>
              <a:t>l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85" dirty="0">
                <a:solidFill>
                  <a:srgbClr val="1B1B1B"/>
                </a:solidFill>
              </a:rPr>
              <a:t>í</a:t>
            </a:r>
            <a:r>
              <a:rPr sz="3000" spc="-270" dirty="0">
                <a:solidFill>
                  <a:srgbClr val="1B1B1B"/>
                </a:solidFill>
              </a:rPr>
              <a:t>a</a:t>
            </a:r>
            <a:r>
              <a:rPr sz="3000" spc="45" dirty="0">
                <a:solidFill>
                  <a:srgbClr val="1B1B1B"/>
                </a:solidFill>
              </a:rPr>
              <a:t> </a:t>
            </a:r>
            <a:r>
              <a:rPr sz="3000" spc="-405" dirty="0">
                <a:solidFill>
                  <a:srgbClr val="1B1B1B"/>
                </a:solidFill>
              </a:rPr>
              <a:t>y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25" dirty="0">
                <a:solidFill>
                  <a:srgbClr val="1B1B1B"/>
                </a:solidFill>
              </a:rPr>
              <a:t>r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60" dirty="0">
                <a:solidFill>
                  <a:srgbClr val="1B1B1B"/>
                </a:solidFill>
              </a:rPr>
              <a:t>ci</a:t>
            </a:r>
            <a:r>
              <a:rPr sz="3000" spc="-400" dirty="0">
                <a:solidFill>
                  <a:srgbClr val="1B1B1B"/>
                </a:solidFill>
              </a:rPr>
              <a:t>b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300" dirty="0">
                <a:solidFill>
                  <a:srgbClr val="1B1B1B"/>
                </a:solidFill>
              </a:rPr>
              <a:t>o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0" dirty="0">
                <a:solidFill>
                  <a:srgbClr val="1B1B1B"/>
                </a:solidFill>
              </a:rPr>
              <a:t> </a:t>
            </a:r>
            <a:r>
              <a:rPr sz="3000" spc="-440" dirty="0">
                <a:solidFill>
                  <a:srgbClr val="1B1B1B"/>
                </a:solidFill>
              </a:rPr>
              <a:t>d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rr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75" dirty="0">
                <a:solidFill>
                  <a:srgbClr val="1B1B1B"/>
                </a:solidFill>
              </a:rPr>
              <a:t>l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0" dirty="0">
                <a:solidFill>
                  <a:srgbClr val="1B1B1B"/>
                </a:solidFill>
              </a:rPr>
              <a:t>. </a:t>
            </a:r>
            <a:r>
              <a:rPr sz="3000" spc="204" dirty="0">
                <a:solidFill>
                  <a:srgbClr val="1B1B1B"/>
                </a:solidFill>
              </a:rPr>
              <a:t>T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430" dirty="0">
                <a:solidFill>
                  <a:srgbClr val="1B1B1B"/>
                </a:solidFill>
              </a:rPr>
              <a:t>b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465" dirty="0">
                <a:solidFill>
                  <a:srgbClr val="1B1B1B"/>
                </a:solidFill>
              </a:rPr>
              <a:t>é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4" dirty="0">
                <a:solidFill>
                  <a:srgbClr val="1B1B1B"/>
                </a:solidFill>
              </a:rPr>
              <a:t>x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95" dirty="0">
                <a:solidFill>
                  <a:srgbClr val="1B1B1B"/>
                </a:solidFill>
              </a:rPr>
              <a:t>ó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254" dirty="0">
                <a:solidFill>
                  <a:srgbClr val="1B1B1B"/>
                </a:solidFill>
              </a:rPr>
              <a:t>u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400" dirty="0">
                <a:solidFill>
                  <a:srgbClr val="1B1B1B"/>
                </a:solidFill>
              </a:rPr>
              <a:t>y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595" dirty="0">
                <a:solidFill>
                  <a:srgbClr val="1B1B1B"/>
                </a:solidFill>
              </a:rPr>
              <a:t>c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85" dirty="0">
                <a:solidFill>
                  <a:srgbClr val="1B1B1B"/>
                </a:solidFill>
              </a:rPr>
              <a:t>l</a:t>
            </a:r>
            <a:r>
              <a:rPr sz="3000" spc="-270" dirty="0">
                <a:solidFill>
                  <a:srgbClr val="1B1B1B"/>
                </a:solidFill>
              </a:rPr>
              <a:t>a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40" dirty="0">
                <a:solidFill>
                  <a:srgbClr val="1B1B1B"/>
                </a:solidFill>
              </a:rPr>
              <a:t>d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125" dirty="0">
                <a:solidFill>
                  <a:srgbClr val="1B1B1B"/>
                </a:solidFill>
              </a:rPr>
              <a:t> </a:t>
            </a:r>
            <a:r>
              <a:rPr sz="3000" spc="-300" dirty="0">
                <a:hlinkClick r:id="rId4"/>
              </a:rPr>
              <a:t>Po</a:t>
            </a:r>
            <a:r>
              <a:rPr sz="3000" spc="-15" dirty="0">
                <a:hlinkClick r:id="rId4"/>
              </a:rPr>
              <a:t>s</a:t>
            </a:r>
            <a:r>
              <a:rPr sz="3000" spc="-280" dirty="0">
                <a:hlinkClick r:id="rId4"/>
              </a:rPr>
              <a:t>t</a:t>
            </a:r>
            <a:r>
              <a:rPr sz="3000" spc="-405" dirty="0">
                <a:hlinkClick r:id="rId4"/>
              </a:rPr>
              <a:t>g</a:t>
            </a:r>
            <a:r>
              <a:rPr sz="3000" spc="35" dirty="0">
                <a:hlinkClick r:id="rId4"/>
              </a:rPr>
              <a:t>r</a:t>
            </a:r>
            <a:r>
              <a:rPr sz="3000" spc="-465" dirty="0">
                <a:hlinkClick r:id="rId4"/>
              </a:rPr>
              <a:t>e</a:t>
            </a:r>
            <a:r>
              <a:rPr sz="3000" dirty="0">
                <a:hlinkClick r:id="rId4"/>
              </a:rPr>
              <a:t>SQ</a:t>
            </a:r>
            <a:r>
              <a:rPr sz="3000" spc="-150" dirty="0">
                <a:hlinkClick r:id="rId4"/>
              </a:rPr>
              <a:t>L</a:t>
            </a:r>
            <a:r>
              <a:rPr sz="3000" spc="-155" dirty="0">
                <a:hlinkClick r:id="rId4"/>
              </a:rPr>
              <a:t>-</a:t>
            </a:r>
            <a:r>
              <a:rPr sz="3000" spc="-290" dirty="0">
                <a:hlinkClick r:id="rId4"/>
              </a:rPr>
              <a:t>e</a:t>
            </a:r>
            <a:r>
              <a:rPr sz="3000" spc="-25" dirty="0">
                <a:hlinkClick r:id="rId4"/>
              </a:rPr>
              <a:t>s</a:t>
            </a:r>
            <a:r>
              <a:rPr sz="3000" spc="60" dirty="0">
                <a:hlinkClick r:id="rId4"/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285" dirty="0">
                <a:solidFill>
                  <a:srgbClr val="1B1B1B"/>
                </a:solidFill>
              </a:rPr>
              <a:t>on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15" dirty="0">
                <a:solidFill>
                  <a:srgbClr val="1B1B1B"/>
                </a:solidFill>
              </a:rPr>
              <a:t>s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254" dirty="0">
                <a:solidFill>
                  <a:srgbClr val="1B1B1B"/>
                </a:solidFill>
              </a:rPr>
              <a:t>u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455" dirty="0">
                <a:solidFill>
                  <a:srgbClr val="1B1B1B"/>
                </a:solidFill>
              </a:rPr>
              <a:t>co</a:t>
            </a:r>
            <a:r>
              <a:rPr sz="3000" spc="-260" dirty="0">
                <a:solidFill>
                  <a:srgbClr val="1B1B1B"/>
                </a:solidFill>
              </a:rPr>
              <a:t>n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85" dirty="0">
                <a:solidFill>
                  <a:srgbClr val="1B1B1B"/>
                </a:solidFill>
              </a:rPr>
              <a:t>í</a:t>
            </a:r>
            <a:r>
              <a:rPr sz="3000" spc="-325" dirty="0">
                <a:solidFill>
                  <a:srgbClr val="1B1B1B"/>
                </a:solidFill>
              </a:rPr>
              <a:t>cu</a:t>
            </a:r>
            <a:r>
              <a:rPr sz="3000" spc="-105" dirty="0">
                <a:solidFill>
                  <a:srgbClr val="1B1B1B"/>
                </a:solidFill>
              </a:rPr>
              <a:t>l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125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15" dirty="0">
                <a:solidFill>
                  <a:srgbClr val="1B1B1B"/>
                </a:solidFill>
              </a:rPr>
              <a:t>s</a:t>
            </a:r>
            <a:r>
              <a:rPr sz="3000" spc="-430" dirty="0">
                <a:solidFill>
                  <a:srgbClr val="1B1B1B"/>
                </a:solidFill>
              </a:rPr>
              <a:t>pa</a:t>
            </a:r>
            <a:r>
              <a:rPr sz="3000" spc="-285" dirty="0">
                <a:solidFill>
                  <a:srgbClr val="1B1B1B"/>
                </a:solidFill>
              </a:rPr>
              <a:t>ño</a:t>
            </a:r>
            <a:r>
              <a:rPr sz="3000" spc="80" dirty="0">
                <a:solidFill>
                  <a:srgbClr val="1B1B1B"/>
                </a:solidFill>
              </a:rPr>
              <a:t>l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300" dirty="0">
                <a:solidFill>
                  <a:srgbClr val="1B1B1B"/>
                </a:solidFill>
              </a:rPr>
              <a:t>Po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390" dirty="0">
                <a:solidFill>
                  <a:srgbClr val="1B1B1B"/>
                </a:solidFill>
              </a:rPr>
              <a:t>g</a:t>
            </a:r>
            <a:r>
              <a:rPr sz="3000" spc="25" dirty="0">
                <a:solidFill>
                  <a:srgbClr val="1B1B1B"/>
                </a:solidFill>
              </a:rPr>
              <a:t>r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10" dirty="0">
                <a:solidFill>
                  <a:srgbClr val="1B1B1B"/>
                </a:solidFill>
              </a:rPr>
              <a:t>S</a:t>
            </a:r>
            <a:r>
              <a:rPr sz="3000" spc="-10" dirty="0">
                <a:solidFill>
                  <a:srgbClr val="1B1B1B"/>
                </a:solidFill>
              </a:rPr>
              <a:t>Q</a:t>
            </a:r>
            <a:r>
              <a:rPr sz="3000" spc="-150" dirty="0">
                <a:solidFill>
                  <a:srgbClr val="1B1B1B"/>
                </a:solidFill>
              </a:rPr>
              <a:t>L</a:t>
            </a:r>
            <a:r>
              <a:rPr sz="3000" spc="30" dirty="0">
                <a:solidFill>
                  <a:srgbClr val="1B1B1B"/>
                </a:solidFill>
              </a:rPr>
              <a:t>.</a:t>
            </a:r>
            <a:endParaRPr sz="3000"/>
          </a:p>
          <a:p>
            <a:pPr marL="228600" marR="213995" indent="-215900">
              <a:lnSpc>
                <a:spcPct val="99400"/>
              </a:lnSpc>
              <a:spcBef>
                <a:spcPts val="14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440" dirty="0">
                <a:solidFill>
                  <a:srgbClr val="1B1B1B"/>
                </a:solidFill>
              </a:rPr>
              <a:t>Ad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515" dirty="0">
                <a:solidFill>
                  <a:srgbClr val="1B1B1B"/>
                </a:solidFill>
              </a:rPr>
              <a:t>m</a:t>
            </a:r>
            <a:r>
              <a:rPr sz="3000" spc="-370" dirty="0">
                <a:solidFill>
                  <a:srgbClr val="1B1B1B"/>
                </a:solidFill>
              </a:rPr>
              <a:t>á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80" dirty="0">
                <a:solidFill>
                  <a:srgbClr val="1B1B1B"/>
                </a:solidFill>
              </a:rPr>
              <a:t>l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15" dirty="0">
                <a:solidFill>
                  <a:srgbClr val="1B1B1B"/>
                </a:solidFill>
              </a:rPr>
              <a:t>s</a:t>
            </a:r>
            <a:r>
              <a:rPr sz="3000" spc="-300" dirty="0">
                <a:solidFill>
                  <a:srgbClr val="1B1B1B"/>
                </a:solidFill>
              </a:rPr>
              <a:t>o</a:t>
            </a:r>
            <a:r>
              <a:rPr sz="3000" spc="-415" dirty="0">
                <a:solidFill>
                  <a:srgbClr val="1B1B1B"/>
                </a:solidFill>
              </a:rPr>
              <a:t>p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25" dirty="0">
                <a:solidFill>
                  <a:srgbClr val="1B1B1B"/>
                </a:solidFill>
              </a:rPr>
              <a:t>r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b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440" dirty="0">
                <a:solidFill>
                  <a:srgbClr val="1B1B1B"/>
                </a:solidFill>
              </a:rPr>
              <a:t>d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595" dirty="0">
                <a:solidFill>
                  <a:srgbClr val="1B1B1B"/>
                </a:solidFill>
              </a:rPr>
              <a:t>c</a:t>
            </a:r>
            <a:r>
              <a:rPr sz="3000" spc="-285" dirty="0">
                <a:solidFill>
                  <a:srgbClr val="1B1B1B"/>
                </a:solidFill>
              </a:rPr>
              <a:t>o</a:t>
            </a:r>
            <a:r>
              <a:rPr sz="3000" spc="-430" dirty="0">
                <a:solidFill>
                  <a:srgbClr val="1B1B1B"/>
                </a:solidFill>
              </a:rPr>
              <a:t>m</a:t>
            </a:r>
            <a:r>
              <a:rPr sz="3000" spc="-270" dirty="0">
                <a:solidFill>
                  <a:srgbClr val="1B1B1B"/>
                </a:solidFill>
              </a:rPr>
              <a:t>u</a:t>
            </a:r>
            <a:r>
              <a:rPr sz="3000" spc="-275" dirty="0">
                <a:solidFill>
                  <a:srgbClr val="1B1B1B"/>
                </a:solidFill>
              </a:rPr>
              <a:t>n</a:t>
            </a:r>
            <a:r>
              <a:rPr sz="3000" spc="-85" dirty="0">
                <a:solidFill>
                  <a:srgbClr val="1B1B1B"/>
                </a:solidFill>
              </a:rPr>
              <a:t>i</a:t>
            </a:r>
            <a:r>
              <a:rPr sz="3000" spc="-270" dirty="0">
                <a:solidFill>
                  <a:srgbClr val="1B1B1B"/>
                </a:solidFill>
              </a:rPr>
              <a:t>d</a:t>
            </a:r>
            <a:r>
              <a:rPr sz="3000" spc="-420" dirty="0">
                <a:solidFill>
                  <a:srgbClr val="1B1B1B"/>
                </a:solidFill>
              </a:rPr>
              <a:t>a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30" dirty="0">
                <a:solidFill>
                  <a:srgbClr val="1B1B1B"/>
                </a:solidFill>
              </a:rPr>
              <a:t>, 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515" dirty="0">
                <a:solidFill>
                  <a:srgbClr val="1B1B1B"/>
                </a:solidFill>
              </a:rPr>
              <a:t>m</a:t>
            </a:r>
            <a:r>
              <a:rPr sz="3000" spc="-355" dirty="0">
                <a:solidFill>
                  <a:srgbClr val="1B1B1B"/>
                </a:solidFill>
              </a:rPr>
              <a:t>b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395" dirty="0">
                <a:solidFill>
                  <a:srgbClr val="1B1B1B"/>
                </a:solidFill>
              </a:rPr>
              <a:t>é</a:t>
            </a:r>
            <a:r>
              <a:rPr sz="3000" spc="-370" dirty="0">
                <a:solidFill>
                  <a:srgbClr val="1B1B1B"/>
                </a:solidFill>
              </a:rPr>
              <a:t>n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254" dirty="0">
                <a:solidFill>
                  <a:srgbClr val="1B1B1B"/>
                </a:solidFill>
              </a:rPr>
              <a:t>x</a:t>
            </a:r>
            <a:r>
              <a:rPr sz="3000" spc="15" dirty="0">
                <a:solidFill>
                  <a:srgbClr val="1B1B1B"/>
                </a:solidFill>
              </a:rPr>
              <a:t>i</a:t>
            </a:r>
            <a:r>
              <a:rPr sz="3000" spc="45" dirty="0">
                <a:solidFill>
                  <a:srgbClr val="1B1B1B"/>
                </a:solidFill>
              </a:rPr>
              <a:t>s</a:t>
            </a:r>
            <a:r>
              <a:rPr sz="3000" spc="-275" dirty="0">
                <a:solidFill>
                  <a:srgbClr val="1B1B1B"/>
                </a:solidFill>
              </a:rPr>
              <a:t>t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15" dirty="0">
                <a:solidFill>
                  <a:srgbClr val="1B1B1B"/>
                </a:solidFill>
              </a:rPr>
              <a:t>s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280" dirty="0">
                <a:solidFill>
                  <a:srgbClr val="1B1B1B"/>
                </a:solidFill>
              </a:rPr>
              <a:t>t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co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595" dirty="0">
                <a:solidFill>
                  <a:srgbClr val="1B1B1B"/>
                </a:solidFill>
              </a:rPr>
              <a:t>c</a:t>
            </a:r>
            <a:r>
              <a:rPr sz="3000" spc="85" dirty="0">
                <a:solidFill>
                  <a:srgbClr val="1B1B1B"/>
                </a:solidFill>
              </a:rPr>
              <a:t>i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80" dirty="0">
                <a:solidFill>
                  <a:srgbClr val="1B1B1B"/>
                </a:solidFill>
              </a:rPr>
              <a:t>l</a:t>
            </a:r>
            <a:r>
              <a:rPr sz="3000" spc="35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d</a:t>
            </a:r>
            <a:r>
              <a:rPr sz="3000" spc="-470" dirty="0">
                <a:solidFill>
                  <a:srgbClr val="1B1B1B"/>
                </a:solidFill>
              </a:rPr>
              <a:t>e</a:t>
            </a:r>
            <a:r>
              <a:rPr sz="3000" spc="40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430" dirty="0">
                <a:solidFill>
                  <a:srgbClr val="1B1B1B"/>
                </a:solidFill>
              </a:rPr>
              <a:t>p</a:t>
            </a:r>
            <a:r>
              <a:rPr sz="3000" spc="35" dirty="0">
                <a:solidFill>
                  <a:srgbClr val="1B1B1B"/>
                </a:solidFill>
              </a:rPr>
              <a:t>r</a:t>
            </a:r>
            <a:r>
              <a:rPr sz="3000" spc="-320" dirty="0">
                <a:solidFill>
                  <a:srgbClr val="1B1B1B"/>
                </a:solidFill>
              </a:rPr>
              <a:t>e</a:t>
            </a:r>
            <a:r>
              <a:rPr sz="3000" spc="-180" dirty="0">
                <a:solidFill>
                  <a:srgbClr val="1B1B1B"/>
                </a:solidFill>
              </a:rPr>
              <a:t>s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25" dirty="0">
                <a:solidFill>
                  <a:srgbClr val="1B1B1B"/>
                </a:solidFill>
              </a:rPr>
              <a:t>s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55" dirty="0">
                <a:solidFill>
                  <a:srgbClr val="1B1B1B"/>
                </a:solidFill>
              </a:rPr>
              <a:t>co</a:t>
            </a:r>
            <a:r>
              <a:rPr sz="3000" spc="-450" dirty="0">
                <a:solidFill>
                  <a:srgbClr val="1B1B1B"/>
                </a:solidFill>
              </a:rPr>
              <a:t>m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-125" dirty="0">
                <a:solidFill>
                  <a:srgbClr val="1B1B1B"/>
                </a:solidFill>
              </a:rPr>
              <a:t> </a:t>
            </a:r>
            <a:r>
              <a:rPr sz="3000" spc="-105" dirty="0">
                <a:hlinkClick r:id="rId5"/>
              </a:rPr>
              <a:t>2</a:t>
            </a:r>
            <a:r>
              <a:rPr sz="3000" spc="-110" dirty="0">
                <a:hlinkClick r:id="rId5"/>
              </a:rPr>
              <a:t>n</a:t>
            </a:r>
            <a:r>
              <a:rPr sz="3000" spc="-440" dirty="0">
                <a:hlinkClick r:id="rId5"/>
              </a:rPr>
              <a:t>d</a:t>
            </a:r>
            <a:r>
              <a:rPr sz="3000" spc="-10" dirty="0">
                <a:hlinkClick r:id="rId5"/>
              </a:rPr>
              <a:t>Q</a:t>
            </a:r>
            <a:r>
              <a:rPr sz="3000" spc="-254" dirty="0">
                <a:hlinkClick r:id="rId5"/>
              </a:rPr>
              <a:t>u</a:t>
            </a:r>
            <a:r>
              <a:rPr sz="3000" spc="-434" dirty="0">
                <a:hlinkClick r:id="rId5"/>
              </a:rPr>
              <a:t>a</a:t>
            </a:r>
            <a:r>
              <a:rPr sz="3000" spc="-455" dirty="0">
                <a:hlinkClick r:id="rId5"/>
              </a:rPr>
              <a:t>d</a:t>
            </a:r>
            <a:r>
              <a:rPr sz="3000" spc="35" dirty="0">
                <a:hlinkClick r:id="rId5"/>
              </a:rPr>
              <a:t>r</a:t>
            </a:r>
            <a:r>
              <a:rPr sz="3000" spc="-434" dirty="0">
                <a:hlinkClick r:id="rId5"/>
              </a:rPr>
              <a:t>a</a:t>
            </a:r>
            <a:r>
              <a:rPr sz="3000" spc="-275" dirty="0">
                <a:hlinkClick r:id="rId5"/>
              </a:rPr>
              <a:t>nt</a:t>
            </a:r>
            <a:r>
              <a:rPr sz="3000" spc="30" dirty="0">
                <a:hlinkClick r:id="rId5"/>
              </a:rPr>
              <a:t> </a:t>
            </a:r>
            <a:r>
              <a:rPr sz="3000" spc="-150" dirty="0">
                <a:hlinkClick r:id="rId5"/>
              </a:rPr>
              <a:t>L</a:t>
            </a:r>
            <a:r>
              <a:rPr sz="3000" spc="-280" dirty="0">
                <a:hlinkClick r:id="rId5"/>
              </a:rPr>
              <a:t>t</a:t>
            </a:r>
            <a:r>
              <a:rPr sz="3000" spc="-405" dirty="0">
                <a:hlinkClick r:id="rId5"/>
              </a:rPr>
              <a:t>d</a:t>
            </a:r>
            <a:r>
              <a:rPr sz="3000" spc="30" dirty="0">
                <a:solidFill>
                  <a:srgbClr val="1B1B1B"/>
                </a:solidFill>
              </a:rPr>
              <a:t>, </a:t>
            </a:r>
            <a:r>
              <a:rPr sz="3000" spc="-170" dirty="0">
                <a:hlinkClick r:id="rId6"/>
              </a:rPr>
              <a:t>En</a:t>
            </a:r>
            <a:r>
              <a:rPr sz="3000" spc="-280" dirty="0">
                <a:hlinkClick r:id="rId6"/>
              </a:rPr>
              <a:t>t</a:t>
            </a:r>
            <a:r>
              <a:rPr sz="3000" spc="-465" dirty="0">
                <a:hlinkClick r:id="rId6"/>
              </a:rPr>
              <a:t>e</a:t>
            </a:r>
            <a:r>
              <a:rPr sz="3000" spc="35" dirty="0">
                <a:hlinkClick r:id="rId6"/>
              </a:rPr>
              <a:t>r</a:t>
            </a:r>
            <a:r>
              <a:rPr sz="3000" spc="-430" dirty="0">
                <a:hlinkClick r:id="rId6"/>
              </a:rPr>
              <a:t>p</a:t>
            </a:r>
            <a:r>
              <a:rPr sz="3000" spc="35" dirty="0">
                <a:hlinkClick r:id="rId6"/>
              </a:rPr>
              <a:t>r</a:t>
            </a:r>
            <a:r>
              <a:rPr sz="3000" spc="15" dirty="0">
                <a:hlinkClick r:id="rId6"/>
              </a:rPr>
              <a:t>i</a:t>
            </a:r>
            <a:r>
              <a:rPr sz="3000" spc="50" dirty="0">
                <a:hlinkClick r:id="rId6"/>
              </a:rPr>
              <a:t>s</a:t>
            </a:r>
            <a:r>
              <a:rPr sz="3000" spc="-465" dirty="0">
                <a:hlinkClick r:id="rId6"/>
              </a:rPr>
              <a:t>e</a:t>
            </a:r>
            <a:r>
              <a:rPr sz="3000" spc="-155" dirty="0">
                <a:hlinkClick r:id="rId6"/>
              </a:rPr>
              <a:t>D</a:t>
            </a:r>
            <a:r>
              <a:rPr sz="3000" spc="-70" dirty="0">
                <a:hlinkClick r:id="rId6"/>
              </a:rPr>
              <a:t>B</a:t>
            </a:r>
            <a:r>
              <a:rPr sz="3000" spc="60" dirty="0">
                <a:hlinkClick r:id="rId6"/>
              </a:rPr>
              <a:t> </a:t>
            </a:r>
            <a:r>
              <a:rPr sz="3000" spc="-295" dirty="0">
                <a:solidFill>
                  <a:srgbClr val="1B1B1B"/>
                </a:solidFill>
              </a:rPr>
              <a:t>o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30" dirty="0">
                <a:solidFill>
                  <a:srgbClr val="1B1B1B"/>
                </a:solidFill>
              </a:rPr>
              <a:t> </a:t>
            </a:r>
            <a:r>
              <a:rPr sz="3000" spc="-465" dirty="0">
                <a:solidFill>
                  <a:srgbClr val="1B1B1B"/>
                </a:solidFill>
              </a:rPr>
              <a:t>e</a:t>
            </a:r>
            <a:r>
              <a:rPr sz="3000" spc="-15" dirty="0">
                <a:solidFill>
                  <a:srgbClr val="1B1B1B"/>
                </a:solidFill>
              </a:rPr>
              <a:t>s</a:t>
            </a:r>
            <a:r>
              <a:rPr sz="3000" spc="-430" dirty="0">
                <a:solidFill>
                  <a:srgbClr val="1B1B1B"/>
                </a:solidFill>
              </a:rPr>
              <a:t>pa</a:t>
            </a:r>
            <a:r>
              <a:rPr sz="3000" spc="-285" dirty="0">
                <a:solidFill>
                  <a:srgbClr val="1B1B1B"/>
                </a:solidFill>
              </a:rPr>
              <a:t>ño</a:t>
            </a:r>
            <a:r>
              <a:rPr sz="3000" spc="85" dirty="0">
                <a:solidFill>
                  <a:srgbClr val="1B1B1B"/>
                </a:solidFill>
              </a:rPr>
              <a:t>l</a:t>
            </a:r>
            <a:r>
              <a:rPr sz="3000" spc="-434" dirty="0">
                <a:solidFill>
                  <a:srgbClr val="1B1B1B"/>
                </a:solidFill>
              </a:rPr>
              <a:t>a</a:t>
            </a:r>
            <a:r>
              <a:rPr sz="3000" spc="-175" dirty="0">
                <a:solidFill>
                  <a:srgbClr val="1B1B1B"/>
                </a:solidFill>
              </a:rPr>
              <a:t> </a:t>
            </a:r>
            <a:r>
              <a:rPr sz="3000" spc="204" dirty="0">
                <a:hlinkClick r:id="rId7"/>
              </a:rPr>
              <a:t>T</a:t>
            </a:r>
            <a:r>
              <a:rPr sz="3000" spc="-295" dirty="0">
                <a:hlinkClick r:id="rId7"/>
              </a:rPr>
              <a:t>o</a:t>
            </a:r>
            <a:r>
              <a:rPr sz="3000" spc="-440" dirty="0">
                <a:hlinkClick r:id="rId7"/>
              </a:rPr>
              <a:t>d</a:t>
            </a:r>
            <a:r>
              <a:rPr sz="3000" spc="-295" dirty="0">
                <a:hlinkClick r:id="rId7"/>
              </a:rPr>
              <a:t>oP</a:t>
            </a:r>
            <a:r>
              <a:rPr sz="3000" spc="-285" dirty="0">
                <a:hlinkClick r:id="rId7"/>
              </a:rPr>
              <a:t>o</a:t>
            </a:r>
            <a:r>
              <a:rPr sz="3000" spc="-25" dirty="0">
                <a:hlinkClick r:id="rId7"/>
              </a:rPr>
              <a:t>s</a:t>
            </a:r>
            <a:r>
              <a:rPr sz="3000" spc="-280" dirty="0">
                <a:hlinkClick r:id="rId7"/>
              </a:rPr>
              <a:t>t</a:t>
            </a:r>
            <a:r>
              <a:rPr sz="3000" spc="-390" dirty="0">
                <a:hlinkClick r:id="rId7"/>
              </a:rPr>
              <a:t>g</a:t>
            </a:r>
            <a:r>
              <a:rPr sz="3000" spc="25" dirty="0">
                <a:hlinkClick r:id="rId7"/>
              </a:rPr>
              <a:t>r</a:t>
            </a:r>
            <a:r>
              <a:rPr sz="3000" spc="-465" dirty="0">
                <a:hlinkClick r:id="rId7"/>
              </a:rPr>
              <a:t>e</a:t>
            </a:r>
            <a:r>
              <a:rPr sz="3000" dirty="0">
                <a:hlinkClick r:id="rId7"/>
              </a:rPr>
              <a:t>SQ</a:t>
            </a:r>
            <a:r>
              <a:rPr sz="3000" spc="-120" dirty="0">
                <a:hlinkClick r:id="rId7"/>
              </a:rPr>
              <a:t>L</a:t>
            </a:r>
            <a:r>
              <a:rPr sz="3000" spc="30" dirty="0">
                <a:solidFill>
                  <a:srgbClr val="1B1B1B"/>
                </a:solidFill>
              </a:rPr>
              <a:t>.</a:t>
            </a:r>
            <a:endParaRPr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59850" cy="3728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289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0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300"/>
              </a:lnSpc>
              <a:spcBef>
                <a:spcPts val="329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ú</a:t>
            </a:r>
            <a:r>
              <a:rPr sz="3000" spc="-4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60" dirty="0">
                <a:solidFill>
                  <a:srgbClr val="1B1B1B"/>
                </a:solidFill>
                <a:latin typeface="Century Gothic"/>
                <a:cs typeface="Century Gothic"/>
              </a:rPr>
              <a:t>10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cód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10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65" dirty="0">
                <a:solidFill>
                  <a:srgbClr val="1B1B1B"/>
                </a:solidFill>
                <a:latin typeface="Century Gothic"/>
                <a:cs typeface="Century Gothic"/>
              </a:rPr>
              <a:t>ue</a:t>
            </a:r>
            <a:r>
              <a:rPr sz="3000" spc="-16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cu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ab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ez</a:t>
            </a:r>
            <a:r>
              <a:rPr sz="3000" spc="-12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496175" cy="1910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289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0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90" dirty="0">
                <a:solidFill>
                  <a:srgbClr val="1B1B1B"/>
                </a:solidFill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451109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4434868"/>
            <a:ext cx="8722360" cy="267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400"/>
              </a:lnSpc>
              <a:tabLst>
                <a:tab pos="2127885" algn="l"/>
              </a:tabLst>
            </a:pP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325" dirty="0">
                <a:solidFill>
                  <a:srgbClr val="1B1B1B"/>
                </a:solidFill>
                <a:latin typeface="Century Gothic"/>
                <a:cs typeface="Century Gothic"/>
              </a:rPr>
              <a:t>cu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90" dirty="0">
                <a:solidFill>
                  <a:srgbClr val="1B1B1B"/>
                </a:solidFill>
                <a:latin typeface="Century Gothic"/>
                <a:cs typeface="Century Gothic"/>
              </a:rPr>
              <a:t>: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25" dirty="0">
                <a:solidFill>
                  <a:srgbClr val="1B1B1B"/>
                </a:solidFill>
                <a:latin typeface="Century Gothic"/>
                <a:cs typeface="Century Gothic"/>
              </a:rPr>
              <a:t>cu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	</a:t>
            </a:r>
            <a:r>
              <a:rPr sz="3000" spc="-16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(</a:t>
            </a:r>
            <a:r>
              <a:rPr sz="3000" spc="-39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M</a:t>
            </a:r>
            <a:r>
              <a:rPr sz="3000" spc="-3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V</a:t>
            </a:r>
            <a:r>
              <a:rPr sz="3000" spc="-41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32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300" dirty="0">
                <a:solidFill>
                  <a:srgbClr val="0000A7"/>
                </a:solidFill>
                <a:latin typeface="Century Gothic"/>
                <a:cs typeface="Century Gothic"/>
              </a:rPr>
              <a:t>)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ab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  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9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ú</a:t>
            </a:r>
            <a:r>
              <a:rPr sz="3000" spc="-4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8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“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”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780" y="300360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680" y="2927378"/>
            <a:ext cx="8630285" cy="404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300"/>
              </a:lnSpc>
            </a:pP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2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90" dirty="0">
                <a:solidFill>
                  <a:srgbClr val="1B1B1B"/>
                </a:solidFill>
                <a:latin typeface="Century Gothic"/>
                <a:cs typeface="Century Gothic"/>
              </a:rPr>
              <a:t>: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nu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é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4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6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7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44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9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oo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4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4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é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4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cc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3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2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14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4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57785">
              <a:lnSpc>
                <a:spcPts val="3579"/>
              </a:lnSpc>
              <a:spcBef>
                <a:spcPts val="114"/>
              </a:spcBef>
            </a:pPr>
            <a:r>
              <a:rPr sz="3000" spc="204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é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8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59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4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6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484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ct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30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á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7070" y="1876509"/>
            <a:ext cx="343852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0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780" y="300360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0869" rIns="0" bIns="0" rtlCol="0">
            <a:spAutoFit/>
          </a:bodyPr>
          <a:lstStyle/>
          <a:p>
            <a:pPr marL="444500" marR="5080">
              <a:lnSpc>
                <a:spcPts val="3570"/>
              </a:lnSpc>
            </a:pPr>
            <a:r>
              <a:rPr dirty="0">
                <a:solidFill>
                  <a:srgbClr val="1B1B1B"/>
                </a:solidFill>
              </a:rPr>
              <a:t>SQ</a:t>
            </a:r>
            <a:r>
              <a:rPr spc="-150" dirty="0">
                <a:solidFill>
                  <a:srgbClr val="1B1B1B"/>
                </a:solidFill>
              </a:rPr>
              <a:t>L</a:t>
            </a:r>
            <a:r>
              <a:rPr spc="90" dirty="0">
                <a:solidFill>
                  <a:srgbClr val="1B1B1B"/>
                </a:solidFill>
              </a:rPr>
              <a:t>: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S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pa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15" dirty="0">
                <a:solidFill>
                  <a:srgbClr val="1B1B1B"/>
                </a:solidFill>
              </a:rPr>
              <a:t>p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80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20" dirty="0">
                <a:solidFill>
                  <a:srgbClr val="1B1B1B"/>
                </a:solidFill>
              </a:rPr>
              <a:t>á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155" dirty="0">
                <a:solidFill>
                  <a:srgbClr val="1B1B1B"/>
                </a:solidFill>
              </a:rPr>
              <a:t>L</a:t>
            </a:r>
            <a:r>
              <a:rPr spc="-95" dirty="0">
                <a:solidFill>
                  <a:srgbClr val="1B1B1B"/>
                </a:solidFill>
              </a:rPr>
              <a:t> </a:t>
            </a:r>
            <a:r>
              <a:rPr spc="-140" dirty="0">
                <a:solidFill>
                  <a:srgbClr val="1B1B1B"/>
                </a:solidFill>
              </a:rPr>
              <a:t>(</a:t>
            </a:r>
            <a:r>
              <a:rPr spc="-180" dirty="0">
                <a:solidFill>
                  <a:srgbClr val="1B1B1B"/>
                </a:solidFill>
              </a:rPr>
              <a:t>S</a:t>
            </a:r>
            <a:r>
              <a:rPr dirty="0">
                <a:solidFill>
                  <a:srgbClr val="1B1B1B"/>
                </a:solidFill>
              </a:rPr>
              <a:t>Q</a:t>
            </a:r>
            <a:r>
              <a:rPr spc="-150" dirty="0">
                <a:solidFill>
                  <a:srgbClr val="1B1B1B"/>
                </a:solidFill>
              </a:rPr>
              <a:t>L</a:t>
            </a:r>
            <a:r>
              <a:rPr spc="55" dirty="0">
                <a:solidFill>
                  <a:srgbClr val="1B1B1B"/>
                </a:solidFill>
              </a:rPr>
              <a:t>9</a:t>
            </a:r>
            <a:r>
              <a:rPr spc="60" dirty="0">
                <a:solidFill>
                  <a:srgbClr val="1B1B1B"/>
                </a:solidFill>
              </a:rPr>
              <a:t>2</a:t>
            </a:r>
            <a:r>
              <a:rPr spc="30" dirty="0">
                <a:solidFill>
                  <a:srgbClr val="1B1B1B"/>
                </a:solidFill>
              </a:rPr>
              <a:t>,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5" dirty="0">
                <a:solidFill>
                  <a:srgbClr val="1B1B1B"/>
                </a:solidFill>
              </a:rPr>
              <a:t>L99,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150" dirty="0">
                <a:solidFill>
                  <a:srgbClr val="1B1B1B"/>
                </a:solidFill>
              </a:rPr>
              <a:t>L</a:t>
            </a:r>
            <a:r>
              <a:rPr spc="60" dirty="0">
                <a:solidFill>
                  <a:srgbClr val="1B1B1B"/>
                </a:solidFill>
              </a:rPr>
              <a:t>20</a:t>
            </a:r>
            <a:r>
              <a:rPr spc="55" dirty="0">
                <a:solidFill>
                  <a:srgbClr val="1B1B1B"/>
                </a:solidFill>
              </a:rPr>
              <a:t>0</a:t>
            </a:r>
            <a:r>
              <a:rPr spc="60" dirty="0">
                <a:solidFill>
                  <a:srgbClr val="1B1B1B"/>
                </a:solidFill>
              </a:rPr>
              <a:t>3</a:t>
            </a:r>
            <a:r>
              <a:rPr spc="30" dirty="0">
                <a:solidFill>
                  <a:srgbClr val="1B1B1B"/>
                </a:solidFill>
              </a:rPr>
              <a:t>,</a:t>
            </a:r>
            <a:r>
              <a:rPr dirty="0">
                <a:solidFill>
                  <a:srgbClr val="1B1B1B"/>
                </a:solidFill>
              </a:rPr>
              <a:t>S</a:t>
            </a:r>
            <a:r>
              <a:rPr spc="-10" dirty="0">
                <a:solidFill>
                  <a:srgbClr val="1B1B1B"/>
                </a:solidFill>
              </a:rPr>
              <a:t>Q</a:t>
            </a:r>
            <a:r>
              <a:rPr spc="-150" dirty="0">
                <a:solidFill>
                  <a:srgbClr val="1B1B1B"/>
                </a:solidFill>
              </a:rPr>
              <a:t>L</a:t>
            </a:r>
            <a:r>
              <a:rPr spc="60" dirty="0">
                <a:solidFill>
                  <a:srgbClr val="1B1B1B"/>
                </a:solidFill>
              </a:rPr>
              <a:t>20</a:t>
            </a:r>
            <a:r>
              <a:rPr spc="55" dirty="0">
                <a:solidFill>
                  <a:srgbClr val="1B1B1B"/>
                </a:solidFill>
              </a:rPr>
              <a:t>0</a:t>
            </a:r>
            <a:r>
              <a:rPr spc="-80" dirty="0">
                <a:solidFill>
                  <a:srgbClr val="1B1B1B"/>
                </a:solidFill>
              </a:rPr>
              <a:t>8).</a:t>
            </a:r>
          </a:p>
          <a:p>
            <a:pPr marL="444500">
              <a:lnSpc>
                <a:spcPct val="100000"/>
              </a:lnSpc>
              <a:spcBef>
                <a:spcPts val="715"/>
              </a:spcBef>
            </a:pPr>
            <a:r>
              <a:rPr spc="-320" dirty="0">
                <a:solidFill>
                  <a:srgbClr val="1B1B1B"/>
                </a:solidFill>
              </a:rPr>
              <a:t>C</a:t>
            </a:r>
            <a:r>
              <a:rPr spc="-285" dirty="0">
                <a:solidFill>
                  <a:srgbClr val="1B1B1B"/>
                </a:solidFill>
              </a:rPr>
              <a:t>on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135" dirty="0">
                <a:solidFill>
                  <a:srgbClr val="1B1B1B"/>
                </a:solidFill>
              </a:rPr>
              <a:t>u</a:t>
            </a:r>
            <a:r>
              <a:rPr spc="-40" dirty="0">
                <a:solidFill>
                  <a:srgbClr val="1B1B1B"/>
                </a:solidFill>
              </a:rPr>
              <a:t>l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co</a:t>
            </a:r>
            <a:r>
              <a:rPr spc="-515" dirty="0">
                <a:solidFill>
                  <a:srgbClr val="1B1B1B"/>
                </a:solidFill>
              </a:rPr>
              <a:t>m</a:t>
            </a:r>
            <a:r>
              <a:rPr spc="-370" dirty="0">
                <a:solidFill>
                  <a:srgbClr val="1B1B1B"/>
                </a:solidFill>
              </a:rPr>
              <a:t>p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80" dirty="0">
                <a:solidFill>
                  <a:srgbClr val="1B1B1B"/>
                </a:solidFill>
              </a:rPr>
              <a:t>j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.</a:t>
            </a:r>
          </a:p>
          <a:p>
            <a:pPr marL="444500" marR="2839085">
              <a:lnSpc>
                <a:spcPct val="123100"/>
              </a:lnSpc>
            </a:pPr>
            <a:r>
              <a:rPr spc="-320" dirty="0">
                <a:solidFill>
                  <a:srgbClr val="1B1B1B"/>
                </a:solidFill>
              </a:rPr>
              <a:t>C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05" dirty="0">
                <a:solidFill>
                  <a:srgbClr val="1B1B1B"/>
                </a:solidFill>
              </a:rPr>
              <a:t>v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4" dirty="0">
                <a:solidFill>
                  <a:srgbClr val="1B1B1B"/>
                </a:solidFill>
              </a:rPr>
              <a:t>x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260" dirty="0">
                <a:solidFill>
                  <a:srgbClr val="1B1B1B"/>
                </a:solidFill>
              </a:rPr>
              <a:t>(</a:t>
            </a:r>
            <a:r>
              <a:rPr spc="-220" dirty="0">
                <a:solidFill>
                  <a:srgbClr val="1B1B1B"/>
                </a:solidFill>
              </a:rPr>
              <a:t>f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25" dirty="0">
                <a:solidFill>
                  <a:srgbClr val="1B1B1B"/>
                </a:solidFill>
              </a:rPr>
              <a:t>r</a:t>
            </a:r>
            <a:r>
              <a:rPr spc="-459" dirty="0">
                <a:solidFill>
                  <a:srgbClr val="1B1B1B"/>
                </a:solidFill>
              </a:rPr>
              <a:t>e</a:t>
            </a:r>
            <a:r>
              <a:rPr spc="-80" dirty="0">
                <a:solidFill>
                  <a:srgbClr val="1B1B1B"/>
                </a:solidFill>
              </a:rPr>
              <a:t>i</a:t>
            </a:r>
            <a:r>
              <a:rPr spc="-245" dirty="0">
                <a:solidFill>
                  <a:srgbClr val="1B1B1B"/>
                </a:solidFill>
              </a:rPr>
              <a:t>g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140" dirty="0">
                <a:solidFill>
                  <a:srgbClr val="1B1B1B"/>
                </a:solidFill>
              </a:rPr>
              <a:t>k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65" dirty="0">
                <a:solidFill>
                  <a:srgbClr val="1B1B1B"/>
                </a:solidFill>
              </a:rPr>
              <a:t>y</a:t>
            </a:r>
            <a:r>
              <a:rPr spc="-190" dirty="0">
                <a:solidFill>
                  <a:srgbClr val="1B1B1B"/>
                </a:solidFill>
              </a:rPr>
              <a:t>s</a:t>
            </a:r>
            <a:r>
              <a:rPr spc="-145" dirty="0">
                <a:solidFill>
                  <a:srgbClr val="1B1B1B"/>
                </a:solidFill>
              </a:rPr>
              <a:t>).</a:t>
            </a:r>
            <a:r>
              <a:rPr spc="-125" dirty="0">
                <a:solidFill>
                  <a:srgbClr val="1B1B1B"/>
                </a:solidFill>
              </a:rPr>
              <a:t> </a:t>
            </a:r>
            <a:r>
              <a:rPr spc="-145" dirty="0">
                <a:solidFill>
                  <a:srgbClr val="1B1B1B"/>
                </a:solidFill>
              </a:rPr>
              <a:t>D</a:t>
            </a:r>
            <a:r>
              <a:rPr spc="15" dirty="0">
                <a:solidFill>
                  <a:srgbClr val="1B1B1B"/>
                </a:solidFill>
              </a:rPr>
              <a:t>i</a:t>
            </a:r>
            <a:r>
              <a:rPr spc="45" dirty="0">
                <a:solidFill>
                  <a:srgbClr val="1B1B1B"/>
                </a:solidFill>
              </a:rPr>
              <a:t>s</a:t>
            </a:r>
            <a:r>
              <a:rPr spc="-415" dirty="0">
                <a:solidFill>
                  <a:srgbClr val="1B1B1B"/>
                </a:solidFill>
              </a:rPr>
              <a:t>p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295" dirty="0">
                <a:solidFill>
                  <a:srgbClr val="1B1B1B"/>
                </a:solidFill>
              </a:rPr>
              <a:t>(t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05" dirty="0">
                <a:solidFill>
                  <a:srgbClr val="1B1B1B"/>
                </a:solidFill>
              </a:rPr>
              <a:t>gg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145" dirty="0">
                <a:solidFill>
                  <a:srgbClr val="1B1B1B"/>
                </a:solidFill>
              </a:rPr>
              <a:t>).</a:t>
            </a:r>
          </a:p>
          <a:p>
            <a:pPr marL="444500" marR="3260725">
              <a:lnSpc>
                <a:spcPct val="122800"/>
              </a:lnSpc>
              <a:spcBef>
                <a:spcPts val="10"/>
              </a:spcBef>
            </a:pPr>
            <a:r>
              <a:rPr spc="-465" dirty="0">
                <a:solidFill>
                  <a:srgbClr val="1B1B1B"/>
                </a:solidFill>
              </a:rPr>
              <a:t>V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05" dirty="0">
                <a:solidFill>
                  <a:srgbClr val="1B1B1B"/>
                </a:solidFill>
              </a:rPr>
              <a:t>y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225" dirty="0">
                <a:solidFill>
                  <a:srgbClr val="1B1B1B"/>
                </a:solidFill>
              </a:rPr>
              <a:t>v</a:t>
            </a:r>
            <a:r>
              <a:rPr spc="-75" dirty="0">
                <a:solidFill>
                  <a:srgbClr val="1B1B1B"/>
                </a:solidFill>
              </a:rPr>
              <a:t>i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34" dirty="0">
                <a:solidFill>
                  <a:srgbClr val="1B1B1B"/>
                </a:solidFill>
              </a:rPr>
              <a:t>act</a:t>
            </a:r>
            <a:r>
              <a:rPr spc="-254" dirty="0">
                <a:solidFill>
                  <a:srgbClr val="1B1B1B"/>
                </a:solidFill>
              </a:rPr>
              <a:t>u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120" dirty="0">
                <a:solidFill>
                  <a:srgbClr val="1B1B1B"/>
                </a:solidFill>
              </a:rPr>
              <a:t>iz</a:t>
            </a:r>
            <a:r>
              <a:rPr spc="-235" dirty="0">
                <a:solidFill>
                  <a:srgbClr val="1B1B1B"/>
                </a:solidFill>
              </a:rPr>
              <a:t>a</a:t>
            </a:r>
            <a:r>
              <a:rPr spc="-430" dirty="0">
                <a:solidFill>
                  <a:srgbClr val="1B1B1B"/>
                </a:solidFill>
              </a:rPr>
              <a:t>b</a:t>
            </a:r>
            <a:r>
              <a:rPr spc="-95" dirty="0">
                <a:solidFill>
                  <a:srgbClr val="1B1B1B"/>
                </a:solidFill>
              </a:rPr>
              <a:t>l</a:t>
            </a:r>
            <a:r>
              <a:rPr spc="-290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. </a:t>
            </a:r>
            <a:r>
              <a:rPr spc="50" dirty="0">
                <a:solidFill>
                  <a:srgbClr val="1B1B1B"/>
                </a:solidFill>
              </a:rPr>
              <a:t>I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320" dirty="0">
                <a:solidFill>
                  <a:srgbClr val="1B1B1B"/>
                </a:solidFill>
              </a:rPr>
              <a:t>cci</a:t>
            </a:r>
            <a:r>
              <a:rPr spc="-415" dirty="0">
                <a:solidFill>
                  <a:srgbClr val="1B1B1B"/>
                </a:solidFill>
              </a:rPr>
              <a:t>o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.</a:t>
            </a:r>
          </a:p>
          <a:p>
            <a:pPr marL="444500">
              <a:lnSpc>
                <a:spcPct val="100000"/>
              </a:lnSpc>
              <a:spcBef>
                <a:spcPts val="830"/>
              </a:spcBef>
            </a:pPr>
            <a:r>
              <a:rPr spc="204" dirty="0">
                <a:solidFill>
                  <a:srgbClr val="1B1B1B"/>
                </a:solidFill>
              </a:rPr>
              <a:t>T</a:t>
            </a:r>
            <a:r>
              <a:rPr spc="-575" dirty="0">
                <a:solidFill>
                  <a:srgbClr val="1B1B1B"/>
                </a:solidFill>
              </a:rPr>
              <a:t>w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135" dirty="0">
                <a:solidFill>
                  <a:srgbClr val="1B1B1B"/>
                </a:solidFill>
              </a:rPr>
              <a:t>-</a:t>
            </a:r>
            <a:r>
              <a:rPr spc="-254" dirty="0">
                <a:solidFill>
                  <a:srgbClr val="1B1B1B"/>
                </a:solidFill>
              </a:rPr>
              <a:t>p</a:t>
            </a:r>
            <a:r>
              <a:rPr spc="-275" dirty="0">
                <a:solidFill>
                  <a:srgbClr val="1B1B1B"/>
                </a:solidFill>
              </a:rPr>
              <a:t>h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co</a:t>
            </a:r>
            <a:r>
              <a:rPr spc="-450" dirty="0">
                <a:solidFill>
                  <a:srgbClr val="1B1B1B"/>
                </a:solidFill>
              </a:rPr>
              <a:t>m</a:t>
            </a:r>
            <a:r>
              <a:rPr spc="-315" dirty="0">
                <a:solidFill>
                  <a:srgbClr val="1B1B1B"/>
                </a:solidFill>
              </a:rPr>
              <a:t>m</a:t>
            </a:r>
            <a:r>
              <a:rPr spc="-65" dirty="0">
                <a:solidFill>
                  <a:srgbClr val="1B1B1B"/>
                </a:solidFill>
              </a:rPr>
              <a:t>i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30" dirty="0">
                <a:solidFill>
                  <a:srgbClr val="1B1B1B"/>
                </a:solidFill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780" y="402087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458221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780" y="514482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780" y="570743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2780" y="627004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780" y="683138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7070" y="1876509"/>
            <a:ext cx="343852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0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780" y="300360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0869" rIns="0" bIns="0" rtlCol="0">
            <a:spAutoFit/>
          </a:bodyPr>
          <a:lstStyle/>
          <a:p>
            <a:pPr marL="444500" marR="5080">
              <a:lnSpc>
                <a:spcPts val="3570"/>
              </a:lnSpc>
            </a:pPr>
            <a:r>
              <a:rPr spc="-5" dirty="0">
                <a:solidFill>
                  <a:srgbClr val="1B1B1B"/>
                </a:solidFill>
              </a:rPr>
              <a:t>100</a:t>
            </a:r>
            <a:r>
              <a:rPr dirty="0">
                <a:solidFill>
                  <a:srgbClr val="1B1B1B"/>
                </a:solidFill>
              </a:rPr>
              <a:t>%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40" dirty="0">
                <a:solidFill>
                  <a:srgbClr val="1B1B1B"/>
                </a:solidFill>
              </a:rPr>
              <a:t>A</a:t>
            </a:r>
            <a:r>
              <a:rPr spc="-320" dirty="0">
                <a:solidFill>
                  <a:srgbClr val="1B1B1B"/>
                </a:solidFill>
              </a:rPr>
              <a:t>C</a:t>
            </a:r>
            <a:r>
              <a:rPr spc="-35" dirty="0">
                <a:solidFill>
                  <a:srgbClr val="1B1B1B"/>
                </a:solidFill>
              </a:rPr>
              <a:t>I</a:t>
            </a:r>
            <a:r>
              <a:rPr spc="-90" dirty="0">
                <a:solidFill>
                  <a:srgbClr val="1B1B1B"/>
                </a:solidFill>
              </a:rPr>
              <a:t>D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285" dirty="0">
                <a:solidFill>
                  <a:srgbClr val="1B1B1B"/>
                </a:solidFill>
              </a:rPr>
              <a:t>(</a:t>
            </a:r>
            <a:r>
              <a:rPr spc="-440" dirty="0">
                <a:hlinkClick r:id="rId3"/>
              </a:rPr>
              <a:t>A</a:t>
            </a:r>
            <a:r>
              <a:rPr spc="-280" dirty="0">
                <a:hlinkClick r:id="rId3"/>
              </a:rPr>
              <a:t>t</a:t>
            </a:r>
            <a:r>
              <a:rPr spc="-295" dirty="0">
                <a:hlinkClick r:id="rId3"/>
              </a:rPr>
              <a:t>o</a:t>
            </a:r>
            <a:r>
              <a:rPr spc="-450" dirty="0">
                <a:hlinkClick r:id="rId3"/>
              </a:rPr>
              <a:t>m</a:t>
            </a:r>
            <a:r>
              <a:rPr spc="85" dirty="0">
                <a:hlinkClick r:id="rId3"/>
              </a:rPr>
              <a:t>i</a:t>
            </a:r>
            <a:r>
              <a:rPr spc="-595" dirty="0">
                <a:hlinkClick r:id="rId3"/>
              </a:rPr>
              <a:t>c</a:t>
            </a:r>
            <a:r>
              <a:rPr spc="85" dirty="0">
                <a:hlinkClick r:id="rId3"/>
              </a:rPr>
              <a:t>i</a:t>
            </a:r>
            <a:r>
              <a:rPr spc="-455" dirty="0">
                <a:hlinkClick r:id="rId3"/>
              </a:rPr>
              <a:t>d</a:t>
            </a:r>
            <a:r>
              <a:rPr spc="-434" dirty="0">
                <a:hlinkClick r:id="rId3"/>
              </a:rPr>
              <a:t>a</a:t>
            </a:r>
            <a:r>
              <a:rPr spc="-425" dirty="0">
                <a:hlinkClick r:id="rId3"/>
              </a:rPr>
              <a:t>d</a:t>
            </a:r>
            <a:r>
              <a:rPr spc="30" dirty="0">
                <a:solidFill>
                  <a:srgbClr val="1B1B1B"/>
                </a:solidFill>
              </a:rPr>
              <a:t>, </a:t>
            </a:r>
            <a:r>
              <a:rPr spc="-320" dirty="0">
                <a:hlinkClick r:id="rId4"/>
              </a:rPr>
              <a:t>C</a:t>
            </a:r>
            <a:r>
              <a:rPr spc="-285" dirty="0">
                <a:hlinkClick r:id="rId4"/>
              </a:rPr>
              <a:t>on</a:t>
            </a:r>
            <a:r>
              <a:rPr spc="-25" dirty="0">
                <a:hlinkClick r:id="rId4"/>
              </a:rPr>
              <a:t>s</a:t>
            </a:r>
            <a:r>
              <a:rPr spc="85" dirty="0">
                <a:hlinkClick r:id="rId4"/>
              </a:rPr>
              <a:t>i</a:t>
            </a:r>
            <a:r>
              <a:rPr spc="-25" dirty="0">
                <a:hlinkClick r:id="rId4"/>
              </a:rPr>
              <a:t>s</a:t>
            </a:r>
            <a:r>
              <a:rPr spc="-275" dirty="0">
                <a:hlinkClick r:id="rId4"/>
              </a:rPr>
              <a:t>t</a:t>
            </a:r>
            <a:r>
              <a:rPr spc="-465" dirty="0">
                <a:hlinkClick r:id="rId4"/>
              </a:rPr>
              <a:t>e</a:t>
            </a:r>
            <a:r>
              <a:rPr spc="-275" dirty="0">
                <a:hlinkClick r:id="rId4"/>
              </a:rPr>
              <a:t>n</a:t>
            </a:r>
            <a:r>
              <a:rPr spc="-260" dirty="0">
                <a:hlinkClick r:id="rId4"/>
              </a:rPr>
              <a:t>ci</a:t>
            </a:r>
            <a:r>
              <a:rPr spc="-370" dirty="0">
                <a:hlinkClick r:id="rId4"/>
              </a:rPr>
              <a:t>a</a:t>
            </a:r>
            <a:r>
              <a:rPr spc="30" dirty="0">
                <a:solidFill>
                  <a:srgbClr val="1B1B1B"/>
                </a:solidFill>
              </a:rPr>
              <a:t>, </a:t>
            </a:r>
            <a:r>
              <a:rPr spc="-440" dirty="0">
                <a:hlinkClick r:id="rId5"/>
              </a:rPr>
              <a:t>A</a:t>
            </a:r>
            <a:r>
              <a:rPr spc="85" dirty="0">
                <a:hlinkClick r:id="rId5"/>
              </a:rPr>
              <a:t>i</a:t>
            </a:r>
            <a:r>
              <a:rPr spc="-25" dirty="0">
                <a:hlinkClick r:id="rId5"/>
              </a:rPr>
              <a:t>s</a:t>
            </a:r>
            <a:r>
              <a:rPr spc="85" dirty="0">
                <a:hlinkClick r:id="rId5"/>
              </a:rPr>
              <a:t>l</a:t>
            </a:r>
            <a:r>
              <a:rPr spc="-434" dirty="0">
                <a:hlinkClick r:id="rId5"/>
              </a:rPr>
              <a:t>a</a:t>
            </a:r>
            <a:r>
              <a:rPr spc="-315" dirty="0">
                <a:hlinkClick r:id="rId5"/>
              </a:rPr>
              <a:t>m</a:t>
            </a:r>
            <a:r>
              <a:rPr spc="-65" dirty="0">
                <a:hlinkClick r:id="rId5"/>
              </a:rPr>
              <a:t>i</a:t>
            </a:r>
            <a:r>
              <a:rPr spc="-465" dirty="0">
                <a:hlinkClick r:id="rId5"/>
              </a:rPr>
              <a:t>e</a:t>
            </a:r>
            <a:r>
              <a:rPr spc="-275" dirty="0">
                <a:hlinkClick r:id="rId5"/>
              </a:rPr>
              <a:t>nt</a:t>
            </a:r>
            <a:r>
              <a:rPr spc="-295" dirty="0">
                <a:hlinkClick r:id="rId5"/>
              </a:rPr>
              <a:t>o</a:t>
            </a:r>
            <a:r>
              <a:rPr spc="70" dirty="0">
                <a:hlinkClick r:id="rId5"/>
              </a:rPr>
              <a:t> </a:t>
            </a:r>
            <a:r>
              <a:rPr spc="-405" dirty="0">
                <a:solidFill>
                  <a:srgbClr val="1B1B1B"/>
                </a:solidFill>
              </a:rPr>
              <a:t>y</a:t>
            </a:r>
            <a:r>
              <a:rPr spc="-210" dirty="0">
                <a:solidFill>
                  <a:srgbClr val="1B1B1B"/>
                </a:solidFill>
              </a:rPr>
              <a:t> </a:t>
            </a:r>
            <a:r>
              <a:rPr spc="-145" dirty="0">
                <a:hlinkClick r:id="rId6"/>
              </a:rPr>
              <a:t>D</a:t>
            </a:r>
            <a:r>
              <a:rPr spc="-155" dirty="0">
                <a:hlinkClick r:id="rId6"/>
              </a:rPr>
              <a:t>u</a:t>
            </a:r>
            <a:r>
              <a:rPr spc="-75" dirty="0">
                <a:hlinkClick r:id="rId6"/>
              </a:rPr>
              <a:t>r</a:t>
            </a:r>
            <a:r>
              <a:rPr spc="-430" dirty="0">
                <a:hlinkClick r:id="rId6"/>
              </a:rPr>
              <a:t>ab</a:t>
            </a:r>
            <a:r>
              <a:rPr spc="85" dirty="0">
                <a:hlinkClick r:id="rId6"/>
              </a:rPr>
              <a:t>i</a:t>
            </a:r>
            <a:r>
              <a:rPr spc="75" dirty="0">
                <a:hlinkClick r:id="rId6"/>
              </a:rPr>
              <a:t>l</a:t>
            </a:r>
            <a:r>
              <a:rPr spc="85" dirty="0">
                <a:hlinkClick r:id="rId6"/>
              </a:rPr>
              <a:t>i</a:t>
            </a:r>
            <a:r>
              <a:rPr spc="-455" dirty="0">
                <a:hlinkClick r:id="rId6"/>
              </a:rPr>
              <a:t>d</a:t>
            </a:r>
            <a:r>
              <a:rPr spc="-434" dirty="0">
                <a:hlinkClick r:id="rId6"/>
              </a:rPr>
              <a:t>a</a:t>
            </a:r>
            <a:r>
              <a:rPr spc="-415" dirty="0">
                <a:hlinkClick r:id="rId6"/>
              </a:rPr>
              <a:t>d</a:t>
            </a:r>
            <a:r>
              <a:rPr spc="-145" dirty="0">
                <a:solidFill>
                  <a:srgbClr val="1B1B1B"/>
                </a:solidFill>
              </a:rPr>
              <a:t>).</a:t>
            </a:r>
          </a:p>
          <a:p>
            <a:pPr marL="444500" marR="1026160">
              <a:lnSpc>
                <a:spcPts val="3579"/>
              </a:lnSpc>
              <a:spcBef>
                <a:spcPts val="850"/>
              </a:spcBef>
            </a:pPr>
            <a:r>
              <a:rPr spc="-254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260" dirty="0">
                <a:solidFill>
                  <a:srgbClr val="1B1B1B"/>
                </a:solidFill>
              </a:rPr>
              <a:t>ic</a:t>
            </a:r>
            <a:r>
              <a:rPr spc="-405" dirty="0">
                <a:solidFill>
                  <a:srgbClr val="1B1B1B"/>
                </a:solidFill>
              </a:rPr>
              <a:t>a</a:t>
            </a:r>
            <a:r>
              <a:rPr spc="-395" dirty="0">
                <a:solidFill>
                  <a:srgbClr val="1B1B1B"/>
                </a:solidFill>
              </a:rPr>
              <a:t>c</a:t>
            </a:r>
            <a:r>
              <a:rPr spc="-114" dirty="0">
                <a:solidFill>
                  <a:srgbClr val="1B1B1B"/>
                </a:solidFill>
              </a:rPr>
              <a:t>i</a:t>
            </a:r>
            <a:r>
              <a:rPr spc="-285" dirty="0">
                <a:solidFill>
                  <a:srgbClr val="1B1B1B"/>
                </a:solidFill>
              </a:rPr>
              <a:t>ón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55" dirty="0">
                <a:solidFill>
                  <a:srgbClr val="1B1B1B"/>
                </a:solidFill>
              </a:rPr>
              <a:t>i</a:t>
            </a:r>
            <a:r>
              <a:rPr spc="-135" dirty="0">
                <a:solidFill>
                  <a:srgbClr val="1B1B1B"/>
                </a:solidFill>
              </a:rPr>
              <a:t>n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85" dirty="0">
                <a:solidFill>
                  <a:srgbClr val="1B1B1B"/>
                </a:solidFill>
              </a:rPr>
              <a:t>ón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509" dirty="0">
                <a:solidFill>
                  <a:srgbClr val="1B1B1B"/>
                </a:solidFill>
              </a:rPr>
              <a:t>c</a:t>
            </a:r>
            <a:r>
              <a:rPr spc="-535" dirty="0">
                <a:solidFill>
                  <a:srgbClr val="1B1B1B"/>
                </a:solidFill>
              </a:rPr>
              <a:t>a</a:t>
            </a:r>
            <a:r>
              <a:rPr spc="-75" dirty="0">
                <a:solidFill>
                  <a:srgbClr val="1B1B1B"/>
                </a:solidFill>
              </a:rPr>
              <a:t>/</a:t>
            </a:r>
            <a:r>
              <a:rPr spc="-60" dirty="0">
                <a:solidFill>
                  <a:srgbClr val="1B1B1B"/>
                </a:solidFill>
              </a:rPr>
              <a:t>s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375" dirty="0">
                <a:solidFill>
                  <a:srgbClr val="1B1B1B"/>
                </a:solidFill>
              </a:rPr>
              <a:t>c</a:t>
            </a:r>
            <a:r>
              <a:rPr spc="-175" dirty="0">
                <a:solidFill>
                  <a:srgbClr val="1B1B1B"/>
                </a:solidFill>
              </a:rPr>
              <a:t>r</a:t>
            </a:r>
            <a:r>
              <a:rPr spc="-285" dirty="0">
                <a:solidFill>
                  <a:srgbClr val="1B1B1B"/>
                </a:solidFill>
              </a:rPr>
              <a:t>ón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spc="-105" dirty="0">
                <a:solidFill>
                  <a:srgbClr val="1B1B1B"/>
                </a:solidFill>
              </a:rPr>
              <a:t>/</a:t>
            </a:r>
            <a:r>
              <a:rPr spc="2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S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315" dirty="0">
                <a:solidFill>
                  <a:srgbClr val="1B1B1B"/>
                </a:solidFill>
              </a:rPr>
              <a:t>m</a:t>
            </a:r>
            <a:r>
              <a:rPr spc="-65" dirty="0">
                <a:solidFill>
                  <a:srgbClr val="1B1B1B"/>
                </a:solidFill>
              </a:rPr>
              <a:t>i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-170" dirty="0">
                <a:solidFill>
                  <a:srgbClr val="1B1B1B"/>
                </a:solidFill>
              </a:rPr>
              <a:t> 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85" dirty="0">
                <a:solidFill>
                  <a:srgbClr val="1B1B1B"/>
                </a:solidFill>
              </a:rPr>
              <a:t>li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-420" dirty="0">
                <a:solidFill>
                  <a:srgbClr val="1B1B1B"/>
                </a:solidFill>
              </a:rPr>
              <a:t>a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285" dirty="0">
                <a:solidFill>
                  <a:srgbClr val="1B1B1B"/>
                </a:solidFill>
              </a:rPr>
              <a:t>on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35" dirty="0">
                <a:solidFill>
                  <a:srgbClr val="1B1B1B"/>
                </a:solidFill>
              </a:rPr>
              <a:t>- </a:t>
            </a:r>
            <a:r>
              <a:rPr spc="45" dirty="0">
                <a:solidFill>
                  <a:srgbClr val="1B1B1B"/>
                </a:solidFill>
              </a:rPr>
              <a:t>H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S</a:t>
            </a:r>
            <a:r>
              <a:rPr spc="-280" dirty="0">
                <a:solidFill>
                  <a:srgbClr val="1B1B1B"/>
                </a:solidFill>
              </a:rPr>
              <a:t>t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60" dirty="0">
                <a:solidFill>
                  <a:srgbClr val="1B1B1B"/>
                </a:solidFill>
              </a:rPr>
              <a:t>n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30" dirty="0">
                <a:solidFill>
                  <a:srgbClr val="1B1B1B"/>
                </a:solidFill>
              </a:rPr>
              <a:t>b</a:t>
            </a:r>
            <a:r>
              <a:rPr spc="-204" dirty="0">
                <a:solidFill>
                  <a:srgbClr val="1B1B1B"/>
                </a:solidFill>
              </a:rPr>
              <a:t>y.</a:t>
            </a:r>
          </a:p>
          <a:p>
            <a:pPr marL="444500">
              <a:lnSpc>
                <a:spcPct val="100000"/>
              </a:lnSpc>
              <a:spcBef>
                <a:spcPts val="715"/>
              </a:spcBef>
            </a:pPr>
            <a:r>
              <a:rPr spc="-180" dirty="0">
                <a:solidFill>
                  <a:srgbClr val="1B1B1B"/>
                </a:solidFill>
              </a:rPr>
              <a:t>P</a:t>
            </a:r>
            <a:r>
              <a:rPr spc="-65" dirty="0">
                <a:solidFill>
                  <a:srgbClr val="1B1B1B"/>
                </a:solidFill>
              </a:rPr>
              <a:t>I</a:t>
            </a:r>
            <a:r>
              <a:rPr spc="204" dirty="0">
                <a:solidFill>
                  <a:srgbClr val="1B1B1B"/>
                </a:solidFill>
              </a:rPr>
              <a:t>T</a:t>
            </a:r>
            <a:r>
              <a:rPr spc="-254" dirty="0">
                <a:solidFill>
                  <a:srgbClr val="1B1B1B"/>
                </a:solidFill>
              </a:rPr>
              <a:t>R</a:t>
            </a:r>
            <a:r>
              <a:rPr spc="25" dirty="0">
                <a:solidFill>
                  <a:srgbClr val="1B1B1B"/>
                </a:solidFill>
              </a:rPr>
              <a:t> </a:t>
            </a:r>
            <a:r>
              <a:rPr spc="35" dirty="0">
                <a:solidFill>
                  <a:srgbClr val="1B1B1B"/>
                </a:solidFill>
              </a:rPr>
              <a:t>- 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-285" dirty="0">
                <a:solidFill>
                  <a:srgbClr val="1B1B1B"/>
                </a:solidFill>
              </a:rPr>
              <a:t>o</a:t>
            </a:r>
            <a:r>
              <a:rPr spc="-55" dirty="0">
                <a:solidFill>
                  <a:srgbClr val="1B1B1B"/>
                </a:solidFill>
              </a:rPr>
              <a:t>i</a:t>
            </a:r>
            <a:r>
              <a:rPr spc="-150" dirty="0">
                <a:solidFill>
                  <a:srgbClr val="1B1B1B"/>
                </a:solidFill>
              </a:rPr>
              <a:t>n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-75" dirty="0">
                <a:solidFill>
                  <a:srgbClr val="1B1B1B"/>
                </a:solidFill>
              </a:rPr>
              <a:t>i</a:t>
            </a:r>
            <a:r>
              <a:rPr spc="-305" dirty="0">
                <a:solidFill>
                  <a:srgbClr val="1B1B1B"/>
                </a:solidFill>
              </a:rPr>
              <a:t>m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r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55" dirty="0">
                <a:solidFill>
                  <a:srgbClr val="1B1B1B"/>
                </a:solidFill>
              </a:rPr>
              <a:t>co</a:t>
            </a:r>
            <a:r>
              <a:rPr spc="-405" dirty="0">
                <a:solidFill>
                  <a:srgbClr val="1B1B1B"/>
                </a:solidFill>
              </a:rPr>
              <a:t>v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04" dirty="0">
                <a:solidFill>
                  <a:srgbClr val="1B1B1B"/>
                </a:solidFill>
              </a:rPr>
              <a:t>y.</a:t>
            </a:r>
          </a:p>
          <a:p>
            <a:pPr marL="444500">
              <a:lnSpc>
                <a:spcPct val="100000"/>
              </a:lnSpc>
              <a:spcBef>
                <a:spcPts val="820"/>
              </a:spcBef>
            </a:pPr>
            <a:r>
              <a:rPr spc="-320" dirty="0">
                <a:solidFill>
                  <a:srgbClr val="1B1B1B"/>
                </a:solidFill>
              </a:rPr>
              <a:t>C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15" dirty="0">
                <a:solidFill>
                  <a:srgbClr val="1B1B1B"/>
                </a:solidFill>
              </a:rPr>
              <a:t>s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-155" dirty="0">
                <a:solidFill>
                  <a:srgbClr val="1B1B1B"/>
                </a:solidFill>
              </a:rPr>
              <a:t>u</a:t>
            </a:r>
            <a:r>
              <a:rPr spc="-75" dirty="0">
                <a:solidFill>
                  <a:srgbClr val="1B1B1B"/>
                </a:solidFill>
              </a:rPr>
              <a:t>r</a:t>
            </a:r>
            <a:r>
              <a:rPr spc="85" dirty="0">
                <a:solidFill>
                  <a:srgbClr val="1B1B1B"/>
                </a:solidFill>
              </a:rPr>
              <a:t>i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310" dirty="0">
                <a:solidFill>
                  <a:srgbClr val="1B1B1B"/>
                </a:solidFill>
              </a:rPr>
              <a:t>(</a:t>
            </a:r>
            <a:r>
              <a:rPr dirty="0">
                <a:solidFill>
                  <a:srgbClr val="1B1B1B"/>
                </a:solidFill>
              </a:rPr>
              <a:t>O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55" dirty="0">
                <a:solidFill>
                  <a:srgbClr val="1B1B1B"/>
                </a:solidFill>
              </a:rPr>
              <a:t>i</a:t>
            </a:r>
            <a:r>
              <a:rPr spc="-135" dirty="0">
                <a:solidFill>
                  <a:srgbClr val="1B1B1B"/>
                </a:solidFill>
              </a:rPr>
              <a:t>n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165" dirty="0">
                <a:solidFill>
                  <a:srgbClr val="1B1B1B"/>
                </a:solidFill>
              </a:rPr>
              <a:t>/</a:t>
            </a:r>
            <a:r>
              <a:rPr spc="-220" dirty="0">
                <a:solidFill>
                  <a:srgbClr val="1B1B1B"/>
                </a:solidFill>
              </a:rPr>
              <a:t>h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275" dirty="0">
                <a:solidFill>
                  <a:srgbClr val="1B1B1B"/>
                </a:solidFill>
              </a:rPr>
              <a:t>t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ba</a:t>
            </a:r>
            <a:r>
              <a:rPr spc="-415" dirty="0">
                <a:solidFill>
                  <a:srgbClr val="1B1B1B"/>
                </a:solidFill>
              </a:rPr>
              <a:t>c</a:t>
            </a:r>
            <a:r>
              <a:rPr spc="-320" dirty="0">
                <a:solidFill>
                  <a:srgbClr val="1B1B1B"/>
                </a:solidFill>
              </a:rPr>
              <a:t>k</a:t>
            </a:r>
            <a:r>
              <a:rPr spc="-254" dirty="0">
                <a:solidFill>
                  <a:srgbClr val="1B1B1B"/>
                </a:solidFill>
              </a:rPr>
              <a:t>u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145" dirty="0">
                <a:solidFill>
                  <a:srgbClr val="1B1B1B"/>
                </a:solidFill>
              </a:rPr>
              <a:t>).</a:t>
            </a:r>
          </a:p>
          <a:p>
            <a:pPr marL="444500" marR="260350">
              <a:lnSpc>
                <a:spcPts val="3579"/>
              </a:lnSpc>
              <a:spcBef>
                <a:spcPts val="965"/>
              </a:spcBef>
            </a:pPr>
            <a:r>
              <a:rPr spc="10" dirty="0">
                <a:solidFill>
                  <a:srgbClr val="1B1B1B"/>
                </a:solidFill>
              </a:rPr>
              <a:t>N</a:t>
            </a:r>
            <a:r>
              <a:rPr spc="-280" dirty="0">
                <a:solidFill>
                  <a:srgbClr val="1B1B1B"/>
                </a:solidFill>
              </a:rPr>
              <a:t>u</a:t>
            </a:r>
            <a:r>
              <a:rPr spc="-420" dirty="0">
                <a:solidFill>
                  <a:srgbClr val="1B1B1B"/>
                </a:solidFill>
              </a:rPr>
              <a:t>m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-254" dirty="0">
                <a:solidFill>
                  <a:srgbClr val="1B1B1B"/>
                </a:solidFill>
              </a:rPr>
              <a:t>u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80" dirty="0">
                <a:solidFill>
                  <a:srgbClr val="1B1B1B"/>
                </a:solidFill>
              </a:rPr>
              <a:t>j</a:t>
            </a:r>
            <a:r>
              <a:rPr spc="-465" dirty="0">
                <a:solidFill>
                  <a:srgbClr val="1B1B1B"/>
                </a:solidFill>
              </a:rPr>
              <a:t>e</a:t>
            </a:r>
            <a:r>
              <a:rPr spc="-25" dirty="0">
                <a:solidFill>
                  <a:srgbClr val="1B1B1B"/>
                </a:solidFill>
              </a:rPr>
              <a:t>s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spc="-455" dirty="0">
                <a:solidFill>
                  <a:srgbClr val="1B1B1B"/>
                </a:solidFill>
              </a:rPr>
              <a:t>d</a:t>
            </a:r>
            <a:r>
              <a:rPr spc="-470" dirty="0">
                <a:solidFill>
                  <a:srgbClr val="1B1B1B"/>
                </a:solidFill>
              </a:rPr>
              <a:t>e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-430" dirty="0">
                <a:solidFill>
                  <a:srgbClr val="1B1B1B"/>
                </a:solidFill>
              </a:rPr>
              <a:t>p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295" dirty="0">
                <a:solidFill>
                  <a:srgbClr val="1B1B1B"/>
                </a:solidFill>
              </a:rPr>
              <a:t>o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450" dirty="0">
                <a:solidFill>
                  <a:srgbClr val="1B1B1B"/>
                </a:solidFill>
              </a:rPr>
              <a:t>m</a:t>
            </a:r>
            <a:r>
              <a:rPr spc="-434" dirty="0">
                <a:solidFill>
                  <a:srgbClr val="1B1B1B"/>
                </a:solidFill>
              </a:rPr>
              <a:t>a</a:t>
            </a:r>
            <a:r>
              <a:rPr spc="-235" dirty="0">
                <a:solidFill>
                  <a:srgbClr val="1B1B1B"/>
                </a:solidFill>
              </a:rPr>
              <a:t>ci</a:t>
            </a:r>
            <a:r>
              <a:rPr spc="-355" dirty="0">
                <a:solidFill>
                  <a:srgbClr val="1B1B1B"/>
                </a:solidFill>
              </a:rPr>
              <a:t>ó</a:t>
            </a:r>
            <a:r>
              <a:rPr spc="-275" dirty="0">
                <a:solidFill>
                  <a:srgbClr val="1B1B1B"/>
                </a:solidFill>
              </a:rPr>
              <a:t>n</a:t>
            </a:r>
            <a:r>
              <a:rPr spc="90" dirty="0">
                <a:solidFill>
                  <a:srgbClr val="1B1B1B"/>
                </a:solidFill>
              </a:rPr>
              <a:t>: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280" dirty="0">
                <a:solidFill>
                  <a:srgbClr val="1B1B1B"/>
                </a:solidFill>
              </a:rPr>
              <a:t>P</a:t>
            </a:r>
            <a:r>
              <a:rPr spc="-210" dirty="0">
                <a:solidFill>
                  <a:srgbClr val="1B1B1B"/>
                </a:solidFill>
              </a:rPr>
              <a:t>L/</a:t>
            </a:r>
            <a:r>
              <a:rPr spc="-300" dirty="0">
                <a:solidFill>
                  <a:srgbClr val="1B1B1B"/>
                </a:solidFill>
              </a:rPr>
              <a:t>p</a:t>
            </a:r>
            <a:r>
              <a:rPr spc="-405" dirty="0">
                <a:solidFill>
                  <a:srgbClr val="1B1B1B"/>
                </a:solidFill>
              </a:rPr>
              <a:t>g</a:t>
            </a:r>
            <a:r>
              <a:rPr dirty="0">
                <a:solidFill>
                  <a:srgbClr val="1B1B1B"/>
                </a:solidFill>
              </a:rPr>
              <a:t>SQ</a:t>
            </a:r>
            <a:r>
              <a:rPr spc="-75" dirty="0">
                <a:solidFill>
                  <a:srgbClr val="1B1B1B"/>
                </a:solidFill>
              </a:rPr>
              <a:t>L,</a:t>
            </a:r>
            <a:r>
              <a:rPr spc="-55" dirty="0">
                <a:solidFill>
                  <a:srgbClr val="1B1B1B"/>
                </a:solidFill>
              </a:rPr>
              <a:t> </a:t>
            </a:r>
            <a:r>
              <a:rPr spc="-250" dirty="0">
                <a:solidFill>
                  <a:srgbClr val="1B1B1B"/>
                </a:solidFill>
              </a:rPr>
              <a:t>P</a:t>
            </a:r>
            <a:r>
              <a:rPr spc="-190" dirty="0">
                <a:solidFill>
                  <a:srgbClr val="1B1B1B"/>
                </a:solidFill>
              </a:rPr>
              <a:t>L</a:t>
            </a:r>
            <a:r>
              <a:rPr spc="-270" dirty="0">
                <a:solidFill>
                  <a:srgbClr val="1B1B1B"/>
                </a:solidFill>
              </a:rPr>
              <a:t>/P</a:t>
            </a:r>
            <a:r>
              <a:rPr spc="-330" dirty="0">
                <a:solidFill>
                  <a:srgbClr val="1B1B1B"/>
                </a:solidFill>
              </a:rPr>
              <a:t>e</a:t>
            </a:r>
            <a:r>
              <a:rPr spc="35" dirty="0">
                <a:solidFill>
                  <a:srgbClr val="1B1B1B"/>
                </a:solidFill>
              </a:rPr>
              <a:t>r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, </a:t>
            </a:r>
            <a:r>
              <a:rPr spc="-190" dirty="0">
                <a:solidFill>
                  <a:srgbClr val="1B1B1B"/>
                </a:solidFill>
              </a:rPr>
              <a:t>PL</a:t>
            </a:r>
            <a:r>
              <a:rPr spc="-155" dirty="0">
                <a:solidFill>
                  <a:srgbClr val="1B1B1B"/>
                </a:solidFill>
              </a:rPr>
              <a:t>/</a:t>
            </a:r>
            <a:r>
              <a:rPr spc="-375" dirty="0">
                <a:solidFill>
                  <a:srgbClr val="1B1B1B"/>
                </a:solidFill>
              </a:rPr>
              <a:t>Py</a:t>
            </a:r>
            <a:r>
              <a:rPr spc="-235" dirty="0">
                <a:solidFill>
                  <a:srgbClr val="1B1B1B"/>
                </a:solidFill>
              </a:rPr>
              <a:t>t</a:t>
            </a:r>
            <a:r>
              <a:rPr spc="-260" dirty="0">
                <a:solidFill>
                  <a:srgbClr val="1B1B1B"/>
                </a:solidFill>
              </a:rPr>
              <a:t>h</a:t>
            </a:r>
            <a:r>
              <a:rPr spc="-300" dirty="0">
                <a:solidFill>
                  <a:srgbClr val="1B1B1B"/>
                </a:solidFill>
              </a:rPr>
              <a:t>o</a:t>
            </a:r>
            <a:r>
              <a:rPr spc="-260" dirty="0">
                <a:solidFill>
                  <a:srgbClr val="1B1B1B"/>
                </a:solidFill>
              </a:rPr>
              <a:t>n</a:t>
            </a:r>
            <a:r>
              <a:rPr spc="30" dirty="0">
                <a:solidFill>
                  <a:srgbClr val="1B1B1B"/>
                </a:solidFill>
              </a:rPr>
              <a:t>, </a:t>
            </a:r>
            <a:r>
              <a:rPr spc="-190" dirty="0">
                <a:solidFill>
                  <a:srgbClr val="1B1B1B"/>
                </a:solidFill>
              </a:rPr>
              <a:t>PL</a:t>
            </a:r>
            <a:r>
              <a:rPr spc="-155" dirty="0">
                <a:solidFill>
                  <a:srgbClr val="1B1B1B"/>
                </a:solidFill>
              </a:rPr>
              <a:t>/</a:t>
            </a:r>
            <a:r>
              <a:rPr spc="204" dirty="0">
                <a:solidFill>
                  <a:srgbClr val="1B1B1B"/>
                </a:solidFill>
              </a:rPr>
              <a:t>T</a:t>
            </a:r>
            <a:r>
              <a:rPr spc="-595" dirty="0">
                <a:solidFill>
                  <a:srgbClr val="1B1B1B"/>
                </a:solidFill>
              </a:rPr>
              <a:t>c</a:t>
            </a:r>
            <a:r>
              <a:rPr spc="85" dirty="0">
                <a:solidFill>
                  <a:srgbClr val="1B1B1B"/>
                </a:solidFill>
              </a:rPr>
              <a:t>l</a:t>
            </a:r>
            <a:r>
              <a:rPr spc="30" dirty="0">
                <a:solidFill>
                  <a:srgbClr val="1B1B1B"/>
                </a:solidFill>
              </a:rPr>
              <a:t>, </a:t>
            </a:r>
            <a:r>
              <a:rPr spc="-250" dirty="0">
                <a:solidFill>
                  <a:srgbClr val="1B1B1B"/>
                </a:solidFill>
              </a:rPr>
              <a:t>P</a:t>
            </a:r>
            <a:r>
              <a:rPr spc="-190" dirty="0">
                <a:solidFill>
                  <a:srgbClr val="1B1B1B"/>
                </a:solidFill>
              </a:rPr>
              <a:t>L</a:t>
            </a:r>
            <a:r>
              <a:rPr spc="-215" dirty="0">
                <a:solidFill>
                  <a:srgbClr val="1B1B1B"/>
                </a:solidFill>
              </a:rPr>
              <a:t>/</a:t>
            </a:r>
            <a:r>
              <a:rPr spc="-245" dirty="0">
                <a:solidFill>
                  <a:srgbClr val="1B1B1B"/>
                </a:solidFill>
              </a:rPr>
              <a:t>J</a:t>
            </a:r>
            <a:r>
              <a:rPr spc="-420" dirty="0">
                <a:solidFill>
                  <a:srgbClr val="1B1B1B"/>
                </a:solidFill>
              </a:rPr>
              <a:t>a</a:t>
            </a:r>
            <a:r>
              <a:rPr spc="-375" dirty="0">
                <a:solidFill>
                  <a:srgbClr val="1B1B1B"/>
                </a:solidFill>
              </a:rPr>
              <a:t>v</a:t>
            </a:r>
            <a:r>
              <a:rPr spc="-455" dirty="0">
                <a:solidFill>
                  <a:srgbClr val="1B1B1B"/>
                </a:solidFill>
              </a:rPr>
              <a:t>a</a:t>
            </a:r>
            <a:r>
              <a:rPr spc="25" dirty="0">
                <a:solidFill>
                  <a:srgbClr val="1B1B1B"/>
                </a:solidFill>
              </a:rPr>
              <a:t>.</a:t>
            </a:r>
            <a:r>
              <a:rPr spc="30" dirty="0">
                <a:solidFill>
                  <a:srgbClr val="1B1B1B"/>
                </a:solidFill>
              </a:rPr>
              <a:t>..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780" y="402087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503687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780" y="559948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780" y="616209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7070" y="1876509"/>
            <a:ext cx="343852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0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780" y="300360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680" y="2927378"/>
            <a:ext cx="8387080" cy="3802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80975">
              <a:lnSpc>
                <a:spcPts val="3570"/>
              </a:lnSpc>
            </a:pP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3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675" dirty="0">
                <a:solidFill>
                  <a:srgbClr val="1B1B1B"/>
                </a:solidFill>
                <a:latin typeface="Century Gothic"/>
                <a:cs typeface="Century Gothic"/>
              </a:rPr>
              <a:t>++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345" dirty="0">
                <a:solidFill>
                  <a:srgbClr val="1B1B1B"/>
                </a:solidFill>
                <a:latin typeface="Century Gothic"/>
                <a:cs typeface="Century Gothic"/>
              </a:rPr>
              <a:t>J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3000" spc="1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6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36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36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hon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3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0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204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Ph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204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..</a:t>
            </a:r>
            <a:endParaRPr sz="3000">
              <a:latin typeface="Century Gothic"/>
              <a:cs typeface="Century Gothic"/>
            </a:endParaRPr>
          </a:p>
          <a:p>
            <a:pPr marL="12700" marR="447040">
              <a:lnSpc>
                <a:spcPts val="3579"/>
              </a:lnSpc>
              <a:spcBef>
                <a:spcPts val="850"/>
              </a:spcBef>
            </a:pPr>
            <a:r>
              <a:rPr sz="3000" spc="-1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1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7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11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2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40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10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50" dirty="0">
                <a:solidFill>
                  <a:srgbClr val="1B1B1B"/>
                </a:solidFill>
                <a:latin typeface="Century Gothic"/>
                <a:cs typeface="Century Gothic"/>
              </a:rPr>
              <a:t>(</a:t>
            </a:r>
            <a:r>
              <a:rPr sz="3000" spc="-48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05" dirty="0">
                <a:solidFill>
                  <a:srgbClr val="1B1B1B"/>
                </a:solidFill>
                <a:latin typeface="Century Gothic"/>
                <a:cs typeface="Century Gothic"/>
              </a:rPr>
              <a:t>IX,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H</a:t>
            </a:r>
            <a:r>
              <a:rPr sz="3000" spc="-45" dirty="0">
                <a:solidFill>
                  <a:srgbClr val="1B1B1B"/>
                </a:solidFill>
                <a:latin typeface="Century Gothic"/>
                <a:cs typeface="Century Gothic"/>
              </a:rPr>
              <a:t>P-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45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-11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8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70" dirty="0">
                <a:solidFill>
                  <a:srgbClr val="1B1B1B"/>
                </a:solidFill>
                <a:latin typeface="Century Gothic"/>
                <a:cs typeface="Century Gothic"/>
              </a:rPr>
              <a:t>IR</a:t>
            </a:r>
            <a:r>
              <a:rPr sz="3000" spc="-3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45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-110" dirty="0">
                <a:solidFill>
                  <a:srgbClr val="1B1B1B"/>
                </a:solidFill>
                <a:latin typeface="Century Gothic"/>
                <a:cs typeface="Century Gothic"/>
              </a:rPr>
              <a:t>,</a:t>
            </a:r>
            <a:r>
              <a:rPr sz="3000" spc="6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8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2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7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80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204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35" dirty="0">
                <a:solidFill>
                  <a:srgbClr val="1B1B1B"/>
                </a:solidFill>
                <a:latin typeface="Century Gothic"/>
                <a:cs typeface="Century Gothic"/>
              </a:rPr>
              <a:t>u64,</a:t>
            </a:r>
            <a:endParaRPr sz="3000">
              <a:latin typeface="Century Gothic"/>
              <a:cs typeface="Century Gothic"/>
            </a:endParaRPr>
          </a:p>
          <a:p>
            <a:pPr marL="12700" algn="just">
              <a:lnSpc>
                <a:spcPts val="3465"/>
              </a:lnSpc>
            </a:pP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4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)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W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555" dirty="0">
                <a:solidFill>
                  <a:srgbClr val="1B1B1B"/>
                </a:solidFill>
                <a:latin typeface="Century Gothic"/>
                <a:cs typeface="Century Gothic"/>
              </a:rPr>
              <a:t>w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10" dirty="0">
                <a:solidFill>
                  <a:srgbClr val="1B1B1B"/>
                </a:solidFill>
                <a:latin typeface="Century Gothic"/>
                <a:cs typeface="Century Gothic"/>
              </a:rPr>
              <a:t>32/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6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4</a:t>
            </a:r>
            <a:r>
              <a:rPr sz="3000" spc="-19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5080" algn="just">
              <a:lnSpc>
                <a:spcPts val="3579"/>
              </a:lnSpc>
              <a:spcBef>
                <a:spcPts val="955"/>
              </a:spcBef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4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9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</a:rPr>
              <a:t>l</a:t>
            </a:r>
            <a:r>
              <a:rPr sz="3000" spc="1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sz="3000" spc="4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43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4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co</a:t>
            </a:r>
            <a:r>
              <a:rPr sz="3000" spc="-4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m</a:t>
            </a:r>
            <a:r>
              <a:rPr sz="3000" spc="-4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43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3000" spc="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(</a:t>
            </a:r>
            <a:r>
              <a:rPr sz="3000" spc="-484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é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)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780" y="402087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5491538"/>
            <a:ext cx="1384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75" dirty="0">
                <a:latin typeface="MS Gothic"/>
                <a:cs typeface="MS Gothic"/>
              </a:rPr>
              <a:t>✔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7070" y="1876509"/>
            <a:ext cx="343852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0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03995" cy="2545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6020">
              <a:lnSpc>
                <a:spcPct val="100000"/>
              </a:lnSpc>
            </a:pPr>
            <a:r>
              <a:rPr sz="4400" spc="3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pos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30" dirty="0">
                <a:solidFill>
                  <a:srgbClr val="1B1B1B"/>
                </a:solidFill>
                <a:latin typeface="Century Gothic"/>
                <a:cs typeface="Century Gothic"/>
              </a:rPr>
              <a:t>as</a:t>
            </a:r>
            <a:endParaRPr sz="4400">
              <a:latin typeface="Century Gothic"/>
              <a:cs typeface="Century Gothic"/>
            </a:endParaRPr>
          </a:p>
          <a:p>
            <a:pPr marL="228600" marR="979805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sz="3000" spc="-5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459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-26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ci</a:t>
            </a:r>
            <a:r>
              <a:rPr sz="3000" spc="-409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3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Po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40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1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Q</a:t>
            </a:r>
            <a:r>
              <a:rPr sz="3000" spc="-1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9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ab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, 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160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1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28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0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L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i</a:t>
            </a:r>
            <a:r>
              <a:rPr sz="3000" spc="-59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c</a:t>
            </a:r>
            <a:r>
              <a:rPr sz="3000" spc="-459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n</a:t>
            </a:r>
            <a:r>
              <a:rPr sz="3000" spc="-260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ci</a:t>
            </a:r>
            <a:r>
              <a:rPr sz="3000" spc="-409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a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s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 </a:t>
            </a:r>
            <a:r>
              <a:rPr sz="3000" spc="-80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n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t</a:t>
            </a:r>
            <a:r>
              <a:rPr sz="3000" spc="-459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e</a:t>
            </a:r>
            <a:r>
              <a:rPr sz="3000" spc="2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r</a:t>
            </a:r>
            <a:r>
              <a:rPr sz="3000" spc="-41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p</a:t>
            </a:r>
            <a:r>
              <a:rPr sz="3000" spc="2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r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i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s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e</a:t>
            </a: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D</a:t>
            </a:r>
            <a:r>
              <a:rPr sz="3000" spc="-5" dirty="0">
                <a:solidFill>
                  <a:srgbClr val="0000A7"/>
                </a:solidFill>
                <a:latin typeface="Century Gothic"/>
                <a:cs typeface="Century Gothic"/>
                <a:hlinkClick r:id="rId4"/>
              </a:rPr>
              <a:t>B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-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409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751445" cy="261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7620">
              <a:lnSpc>
                <a:spcPct val="100000"/>
              </a:lnSpc>
            </a:pPr>
            <a:r>
              <a:rPr sz="4400" spc="-7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1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22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6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90" dirty="0">
                <a:solidFill>
                  <a:srgbClr val="1B1B1B"/>
                </a:solidFill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444500" lvl="1" indent="-215900">
              <a:lnSpc>
                <a:spcPct val="100000"/>
              </a:lnSpc>
              <a:spcBef>
                <a:spcPts val="1120"/>
              </a:spcBef>
              <a:buSzPct val="45000"/>
              <a:buFont typeface="MS Gothic"/>
              <a:buChar char="➢"/>
              <a:tabLst>
                <a:tab pos="444500" algn="l"/>
              </a:tabLst>
            </a:pP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2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lvl="1" indent="-215900">
              <a:lnSpc>
                <a:spcPct val="100000"/>
              </a:lnSpc>
              <a:spcBef>
                <a:spcPts val="819"/>
              </a:spcBef>
              <a:buSzPct val="45000"/>
              <a:buFont typeface="MS Gothic"/>
              <a:buChar char="➢"/>
              <a:tabLst>
                <a:tab pos="444500" algn="l"/>
              </a:tabLst>
            </a:pPr>
            <a:r>
              <a:rPr sz="3000" spc="-34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37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3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751445" cy="145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7620">
              <a:lnSpc>
                <a:spcPct val="100000"/>
              </a:lnSpc>
            </a:pPr>
            <a:r>
              <a:rPr sz="4400" spc="-7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1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22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6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í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1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90" dirty="0">
                <a:solidFill>
                  <a:srgbClr val="1B1B1B"/>
                </a:solidFill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3600" y="3779520"/>
            <a:ext cx="8351520" cy="32397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325120" y="1440180"/>
            <a:ext cx="9429750" cy="5864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557530" y="1555750"/>
            <a:ext cx="8963660" cy="57569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2919424"/>
            <a:ext cx="4090035" cy="426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9390" indent="-186690">
              <a:lnSpc>
                <a:spcPct val="100000"/>
              </a:lnSpc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155" dirty="0">
                <a:solidFill>
                  <a:srgbClr val="1B1B1B"/>
                </a:solidFill>
                <a:latin typeface="Century Gothic"/>
                <a:cs typeface="Century Gothic"/>
              </a:rPr>
              <a:t>Pos</a:t>
            </a:r>
            <a:r>
              <a:rPr sz="2550" spc="-24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2550" spc="-13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30" dirty="0">
                <a:solidFill>
                  <a:srgbClr val="1B1B1B"/>
                </a:solidFill>
                <a:latin typeface="Century Gothic"/>
                <a:cs typeface="Century Gothic"/>
              </a:rPr>
              <a:t>is</a:t>
            </a:r>
            <a:endParaRPr sz="2550">
              <a:latin typeface="Century Gothic"/>
              <a:cs typeface="Century Gothic"/>
            </a:endParaRPr>
          </a:p>
          <a:p>
            <a:pPr marL="199390" indent="-186690">
              <a:lnSpc>
                <a:spcPct val="100000"/>
              </a:lnSpc>
              <a:spcBef>
                <a:spcPts val="760"/>
              </a:spcBef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36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2550" spc="-3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-22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2550" spc="-135" dirty="0">
                <a:solidFill>
                  <a:srgbClr val="1B1B1B"/>
                </a:solidFill>
                <a:latin typeface="Century Gothic"/>
                <a:cs typeface="Century Gothic"/>
              </a:rPr>
              <a:t>ool</a:t>
            </a:r>
            <a:endParaRPr sz="2550">
              <a:latin typeface="Century Gothic"/>
              <a:cs typeface="Century Gothic"/>
            </a:endParaRPr>
          </a:p>
          <a:p>
            <a:pPr marL="199390" indent="-186690">
              <a:lnSpc>
                <a:spcPct val="100000"/>
              </a:lnSpc>
              <a:spcBef>
                <a:spcPts val="750"/>
              </a:spcBef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26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2550" spc="-3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-180" dirty="0">
                <a:solidFill>
                  <a:srgbClr val="1B1B1B"/>
                </a:solidFill>
                <a:latin typeface="Century Gothic"/>
                <a:cs typeface="Century Gothic"/>
              </a:rPr>
              <a:t>Bou</a:t>
            </a:r>
            <a:r>
              <a:rPr sz="2550" spc="-18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2550" spc="-434" dirty="0">
                <a:solidFill>
                  <a:srgbClr val="1B1B1B"/>
                </a:solidFill>
                <a:latin typeface="Century Gothic"/>
                <a:cs typeface="Century Gothic"/>
              </a:rPr>
              <a:t>ce</a:t>
            </a:r>
            <a:r>
              <a:rPr sz="255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endParaRPr sz="2550">
              <a:latin typeface="Century Gothic"/>
              <a:cs typeface="Century Gothic"/>
            </a:endParaRPr>
          </a:p>
          <a:p>
            <a:pPr marL="199390" indent="-186690">
              <a:lnSpc>
                <a:spcPct val="100000"/>
              </a:lnSpc>
              <a:spcBef>
                <a:spcPts val="760"/>
              </a:spcBef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26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2550" spc="-3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-38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2550" spc="-360" dirty="0">
                <a:solidFill>
                  <a:srgbClr val="1B1B1B"/>
                </a:solidFill>
                <a:latin typeface="Century Gothic"/>
                <a:cs typeface="Century Gothic"/>
              </a:rPr>
              <a:t>dm</a:t>
            </a:r>
            <a:r>
              <a:rPr sz="2550" spc="-80" dirty="0">
                <a:solidFill>
                  <a:srgbClr val="1B1B1B"/>
                </a:solidFill>
                <a:latin typeface="Century Gothic"/>
                <a:cs typeface="Century Gothic"/>
              </a:rPr>
              <a:t>in</a:t>
            </a:r>
            <a:endParaRPr sz="2550">
              <a:latin typeface="Century Gothic"/>
              <a:cs typeface="Century Gothic"/>
            </a:endParaRPr>
          </a:p>
          <a:p>
            <a:pPr marL="199390" indent="-186690">
              <a:lnSpc>
                <a:spcPct val="100000"/>
              </a:lnSpc>
              <a:spcBef>
                <a:spcPts val="750"/>
              </a:spcBef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155" dirty="0">
                <a:solidFill>
                  <a:srgbClr val="1B1B1B"/>
                </a:solidFill>
                <a:latin typeface="Century Gothic"/>
                <a:cs typeface="Century Gothic"/>
              </a:rPr>
              <a:t>Pos</a:t>
            </a:r>
            <a:r>
              <a:rPr sz="2550" spc="-24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2550" spc="-3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4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2550" spc="-3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-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255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2550" spc="-6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-22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2550" spc="-24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2550" spc="-3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-10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2550" spc="-2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2550" spc="4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2550" spc="30" dirty="0">
                <a:solidFill>
                  <a:srgbClr val="1B1B1B"/>
                </a:solidFill>
                <a:latin typeface="Century Gothic"/>
                <a:cs typeface="Century Gothic"/>
              </a:rPr>
              <a:t>is</a:t>
            </a:r>
            <a:r>
              <a:rPr sz="255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2550" spc="-19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2550" spc="-36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2550" spc="-22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2550" spc="-36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2550" spc="-3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-3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endParaRPr sz="2550">
              <a:latin typeface="Century Gothic"/>
              <a:cs typeface="Century Gothic"/>
            </a:endParaRPr>
          </a:p>
          <a:p>
            <a:pPr marL="199390" indent="-186690">
              <a:lnSpc>
                <a:spcPct val="100000"/>
              </a:lnSpc>
              <a:spcBef>
                <a:spcPts val="760"/>
              </a:spcBef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6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-114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2550" spc="-4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255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2550" spc="-13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2550" spc="-17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2550" spc="7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2550" spc="6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2550" spc="-31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2550" spc="-250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2550" spc="-3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35" dirty="0">
                <a:solidFill>
                  <a:srgbClr val="1B1B1B"/>
                </a:solidFill>
                <a:latin typeface="Century Gothic"/>
                <a:cs typeface="Century Gothic"/>
              </a:rPr>
              <a:t>r </a:t>
            </a:r>
            <a:r>
              <a:rPr sz="2550" spc="-19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2550" spc="-36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2550" spc="-22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2550" spc="-36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2550" spc="-3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2550" spc="-3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255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endParaRPr sz="2550">
              <a:latin typeface="Century Gothic"/>
              <a:cs typeface="Century Gothic"/>
            </a:endParaRPr>
          </a:p>
          <a:p>
            <a:pPr marL="199390" indent="-186690">
              <a:lnSpc>
                <a:spcPct val="100000"/>
              </a:lnSpc>
              <a:spcBef>
                <a:spcPts val="750"/>
              </a:spcBef>
              <a:buSzPct val="43137"/>
              <a:buFont typeface="MS Gothic"/>
              <a:buChar char="●"/>
              <a:tabLst>
                <a:tab pos="199390" algn="l"/>
              </a:tabLst>
            </a:pPr>
            <a:r>
              <a:rPr sz="2550" spc="-5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2550" spc="-355" dirty="0">
                <a:solidFill>
                  <a:srgbClr val="1B1B1B"/>
                </a:solidFill>
                <a:latin typeface="Century Gothic"/>
                <a:cs typeface="Century Gothic"/>
              </a:rPr>
              <a:t>uca</a:t>
            </a:r>
            <a:r>
              <a:rPr sz="2550" spc="-10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2550" spc="-229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2550" spc="-23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  <a:spcBef>
                <a:spcPts val="1830"/>
              </a:spcBef>
            </a:pPr>
            <a:r>
              <a:rPr sz="2550" spc="-25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2550" spc="-3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2550" spc="-24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2550" spc="-36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á</a:t>
            </a:r>
            <a:r>
              <a:rPr sz="2550" spc="-1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log</a:t>
            </a:r>
            <a:r>
              <a:rPr sz="2550" spc="-2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2550" spc="4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2550" spc="-3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d</a:t>
            </a:r>
            <a:r>
              <a:rPr sz="2550" spc="-3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255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25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2550" spc="-26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2550" spc="-1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f</a:t>
            </a:r>
            <a:r>
              <a:rPr sz="2550" spc="-3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tw</a:t>
            </a:r>
            <a:r>
              <a:rPr sz="2550" spc="-3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2550" spc="4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2550" spc="-3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endParaRPr sz="25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1500" y="1876509"/>
            <a:ext cx="620585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114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co</a:t>
            </a:r>
            <a:r>
              <a:rPr sz="4400" spc="-31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80" dirty="0">
                <a:solidFill>
                  <a:srgbClr val="1B1B1B"/>
                </a:solidFill>
                <a:latin typeface="Century Gothic"/>
                <a:cs typeface="Century Gothic"/>
              </a:rPr>
              <a:t>de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80" dirty="0">
                <a:solidFill>
                  <a:srgbClr val="1B1B1B"/>
                </a:solidFill>
                <a:latin typeface="Century Gothic"/>
                <a:cs typeface="Century Gothic"/>
              </a:rPr>
              <a:t>gr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SQ</a:t>
            </a:r>
            <a:r>
              <a:rPr sz="4400" spc="-22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1354</Words>
  <Application>Microsoft Office PowerPoint</Application>
  <PresentationFormat>Personalizado</PresentationFormat>
  <Paragraphs>162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MS Gothic</vt:lpstr>
      <vt:lpstr>Calibri</vt:lpstr>
      <vt:lpstr>Century Gothic</vt:lpstr>
      <vt:lpstr>Times New Roman</vt:lpstr>
      <vt:lpstr>Office Theme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PostgreSQL</dc:title>
  <cp:lastModifiedBy>Monica</cp:lastModifiedBy>
  <cp:revision>1</cp:revision>
  <dcterms:created xsi:type="dcterms:W3CDTF">2020-09-21T19:29:10Z</dcterms:created>
  <dcterms:modified xsi:type="dcterms:W3CDTF">2020-09-21T17:30:04Z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2018-04-05T00:00:00Z</vt:filetime>
  </property>
  <property fmtid="{D5CDD505-2E9C-101B-9397-08002B2CF9AE}" pid="3" name="LastSaved">
    <vt:filetime>2020-09-21T00:00:00Z</vt:filetime>
  </property>
</Properties>
</file>
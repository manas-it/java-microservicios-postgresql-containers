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0083800" cy="7556500"/>
  <p:notesSz cx="10083800" cy="75565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5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22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5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6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73050"/>
            <a:ext cx="9720580" cy="1080770"/>
          </a:xfrm>
          <a:custGeom>
            <a:avLst/>
            <a:gdLst/>
            <a:ahLst/>
            <a:cxnLst/>
            <a:rect l="l" t="t" r="r" b="b"/>
            <a:pathLst>
              <a:path w="9720580" h="1080770">
                <a:moveTo>
                  <a:pt x="9720580" y="0"/>
                </a:moveTo>
                <a:lnTo>
                  <a:pt x="0" y="0"/>
                </a:lnTo>
                <a:lnTo>
                  <a:pt x="0" y="1080770"/>
                </a:lnTo>
                <a:lnTo>
                  <a:pt x="9720580" y="1080770"/>
                </a:lnTo>
                <a:lnTo>
                  <a:pt x="9720580" y="0"/>
                </a:lnTo>
                <a:close/>
              </a:path>
            </a:pathLst>
          </a:custGeom>
          <a:solidFill>
            <a:srgbClr val="3366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450" y="644774"/>
            <a:ext cx="9740900" cy="53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1649" y="2927378"/>
            <a:ext cx="9080500" cy="391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27545"/>
            <a:ext cx="3226815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9.6/static/mvcc-intro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3889" y="2788369"/>
            <a:ext cx="624014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459" dirty="0">
                <a:latin typeface="Century Gothic"/>
                <a:cs typeface="Century Gothic"/>
              </a:rPr>
              <a:t>C</a:t>
            </a:r>
            <a:r>
              <a:rPr sz="4400" spc="-440" dirty="0">
                <a:latin typeface="Century Gothic"/>
                <a:cs typeface="Century Gothic"/>
              </a:rPr>
              <a:t>o</a:t>
            </a:r>
            <a:r>
              <a:rPr sz="4400" spc="-405" dirty="0">
                <a:latin typeface="Century Gothic"/>
                <a:cs typeface="Century Gothic"/>
              </a:rPr>
              <a:t>n</a:t>
            </a:r>
            <a:r>
              <a:rPr sz="4400" spc="-850" dirty="0">
                <a:latin typeface="Century Gothic"/>
                <a:cs typeface="Century Gothic"/>
              </a:rPr>
              <a:t>c</a:t>
            </a:r>
            <a:r>
              <a:rPr sz="4400" spc="-665" dirty="0">
                <a:latin typeface="Century Gothic"/>
                <a:cs typeface="Century Gothic"/>
              </a:rPr>
              <a:t>e</a:t>
            </a:r>
            <a:r>
              <a:rPr sz="4400" spc="-695" dirty="0">
                <a:latin typeface="Century Gothic"/>
                <a:cs typeface="Century Gothic"/>
              </a:rPr>
              <a:t>p</a:t>
            </a:r>
            <a:r>
              <a:rPr sz="4400" spc="-335" dirty="0">
                <a:latin typeface="Century Gothic"/>
                <a:cs typeface="Century Gothic"/>
              </a:rPr>
              <a:t>to</a:t>
            </a:r>
            <a:r>
              <a:rPr sz="4400" spc="-260" dirty="0">
                <a:latin typeface="Century Gothic"/>
                <a:cs typeface="Century Gothic"/>
              </a:rPr>
              <a:t>s</a:t>
            </a:r>
            <a:r>
              <a:rPr sz="4400" spc="60" dirty="0">
                <a:latin typeface="Century Gothic"/>
                <a:cs typeface="Century Gothic"/>
              </a:rPr>
              <a:t> F</a:t>
            </a:r>
            <a:r>
              <a:rPr sz="4400" spc="-380" dirty="0">
                <a:latin typeface="Century Gothic"/>
                <a:cs typeface="Century Gothic"/>
              </a:rPr>
              <a:t>u</a:t>
            </a:r>
            <a:r>
              <a:rPr sz="4400" spc="-370" dirty="0">
                <a:latin typeface="Century Gothic"/>
                <a:cs typeface="Century Gothic"/>
              </a:rPr>
              <a:t>n</a:t>
            </a:r>
            <a:r>
              <a:rPr sz="4400" spc="-635" dirty="0">
                <a:latin typeface="Century Gothic"/>
                <a:cs typeface="Century Gothic"/>
              </a:rPr>
              <a:t>da</a:t>
            </a:r>
            <a:r>
              <a:rPr sz="4400" spc="-645" dirty="0">
                <a:latin typeface="Century Gothic"/>
                <a:cs typeface="Century Gothic"/>
              </a:rPr>
              <a:t>m</a:t>
            </a:r>
            <a:r>
              <a:rPr sz="4400" spc="-580" dirty="0">
                <a:latin typeface="Century Gothic"/>
                <a:cs typeface="Century Gothic"/>
              </a:rPr>
              <a:t>e</a:t>
            </a:r>
            <a:r>
              <a:rPr sz="4400" spc="-540" dirty="0">
                <a:latin typeface="Century Gothic"/>
                <a:cs typeface="Century Gothic"/>
              </a:rPr>
              <a:t>n</a:t>
            </a:r>
            <a:r>
              <a:rPr sz="4400" spc="-405" dirty="0">
                <a:latin typeface="Century Gothic"/>
                <a:cs typeface="Century Gothic"/>
              </a:rPr>
              <a:t>t</a:t>
            </a:r>
            <a:r>
              <a:rPr sz="4400" spc="-635" dirty="0">
                <a:latin typeface="Century Gothic"/>
                <a:cs typeface="Century Gothic"/>
              </a:rPr>
              <a:t>a</a:t>
            </a:r>
            <a:r>
              <a:rPr sz="4400" spc="120" dirty="0">
                <a:latin typeface="Century Gothic"/>
                <a:cs typeface="Century Gothic"/>
              </a:rPr>
              <a:t>l</a:t>
            </a:r>
            <a:r>
              <a:rPr sz="4400" spc="-375" dirty="0">
                <a:latin typeface="Century Gothic"/>
                <a:cs typeface="Century Gothic"/>
              </a:rPr>
              <a:t>es</a:t>
            </a:r>
            <a:endParaRPr sz="4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67830" y="4305300"/>
            <a:ext cx="2504439" cy="2479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46608"/>
            <a:ext cx="4957445" cy="3578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158240">
              <a:lnSpc>
                <a:spcPct val="138900"/>
              </a:lnSpc>
            </a:pPr>
            <a:r>
              <a:rPr sz="3000" spc="40" dirty="0">
                <a:latin typeface="Century Gothic"/>
                <a:cs typeface="Century Gothic"/>
              </a:rPr>
              <a:t>1.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125" dirty="0">
                <a:latin typeface="Century Gothic"/>
                <a:cs typeface="Century Gothic"/>
              </a:rPr>
              <a:t>t</a:t>
            </a:r>
            <a:r>
              <a:rPr sz="3000" spc="-535" dirty="0">
                <a:latin typeface="Century Gothic"/>
                <a:cs typeface="Century Gothic"/>
              </a:rPr>
              <a:t>ec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80" dirty="0">
                <a:latin typeface="Century Gothic"/>
                <a:cs typeface="Century Gothic"/>
              </a:rPr>
              <a:t>G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50" dirty="0">
                <a:latin typeface="Century Gothic"/>
                <a:cs typeface="Century Gothic"/>
              </a:rPr>
              <a:t>l.</a:t>
            </a:r>
            <a:r>
              <a:rPr sz="3000" spc="60" dirty="0">
                <a:latin typeface="Century Gothic"/>
                <a:cs typeface="Century Gothic"/>
              </a:rPr>
              <a:t> </a:t>
            </a:r>
            <a:r>
              <a:rPr sz="3000" spc="40" dirty="0">
                <a:latin typeface="Century Gothic"/>
                <a:cs typeface="Century Gothic"/>
              </a:rPr>
              <a:t>2.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Pr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53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3000" spc="40" dirty="0">
                <a:latin typeface="Century Gothic"/>
                <a:cs typeface="Century Gothic"/>
              </a:rPr>
              <a:t>3.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14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5080">
              <a:lnSpc>
                <a:spcPct val="138600"/>
              </a:lnSpc>
              <a:spcBef>
                <a:spcPts val="10"/>
              </a:spcBef>
            </a:pPr>
            <a:r>
              <a:rPr sz="3000" spc="40" dirty="0">
                <a:latin typeface="Century Gothic"/>
                <a:cs typeface="Century Gothic"/>
              </a:rPr>
              <a:t>4.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50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35" dirty="0">
                <a:solidFill>
                  <a:srgbClr val="1B1B1B"/>
                </a:solidFill>
                <a:latin typeface="Century Gothic"/>
                <a:cs typeface="Century Gothic"/>
              </a:rPr>
              <a:t>ci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ut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25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3000" spc="-3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40" dirty="0">
                <a:latin typeface="Century Gothic"/>
                <a:cs typeface="Century Gothic"/>
              </a:rPr>
              <a:t>5.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57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3000" spc="40" dirty="0">
                <a:latin typeface="Century Gothic"/>
                <a:cs typeface="Century Gothic"/>
              </a:rPr>
              <a:t>6.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5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53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1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830945" cy="479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8670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71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505" dirty="0">
                <a:solidFill>
                  <a:srgbClr val="1B1B1B"/>
                </a:solidFill>
                <a:latin typeface="Century Gothic"/>
                <a:cs typeface="Century Gothic"/>
              </a:rPr>
              <a:t>ct</a:t>
            </a:r>
            <a:r>
              <a:rPr sz="4400" spc="-61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25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58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53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434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0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l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35" dirty="0">
                <a:latin typeface="Century Gothic"/>
                <a:cs typeface="Century Gothic"/>
              </a:rPr>
              <a:t>-</a:t>
            </a:r>
            <a:r>
              <a:rPr sz="3000" spc="-27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661670" indent="-217170">
              <a:lnSpc>
                <a:spcPct val="100000"/>
              </a:lnSpc>
              <a:spcBef>
                <a:spcPts val="1110"/>
              </a:spcBef>
              <a:buSzPct val="45000"/>
              <a:buFont typeface="MS Gothic"/>
              <a:buChar char="●"/>
              <a:tabLst>
                <a:tab pos="661670" algn="l"/>
              </a:tabLst>
            </a:pPr>
            <a:r>
              <a:rPr sz="3000" spc="-70" dirty="0">
                <a:latin typeface="Century Gothic"/>
                <a:cs typeface="Century Gothic"/>
              </a:rPr>
              <a:t>E</a:t>
            </a:r>
            <a:r>
              <a:rPr sz="3000" spc="-40" dirty="0">
                <a:latin typeface="Century Gothic"/>
                <a:cs typeface="Century Gothic"/>
              </a:rPr>
              <a:t>s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m</a:t>
            </a:r>
            <a:r>
              <a:rPr sz="3000" spc="-270" dirty="0">
                <a:latin typeface="Century Gothic"/>
                <a:cs typeface="Century Gothic"/>
              </a:rPr>
              <a:t>u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95" dirty="0">
                <a:latin typeface="Century Gothic"/>
                <a:cs typeface="Century Gothic"/>
              </a:rPr>
              <a:t>i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l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35" dirty="0">
                <a:latin typeface="Century Gothic"/>
                <a:cs typeface="Century Gothic"/>
              </a:rPr>
              <a:t>-</a:t>
            </a:r>
            <a:r>
              <a:rPr sz="3000" spc="-254" dirty="0">
                <a:latin typeface="Century Gothic"/>
                <a:cs typeface="Century Gothic"/>
              </a:rPr>
              <a:t>p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r.</a:t>
            </a:r>
            <a:endParaRPr sz="3000">
              <a:latin typeface="Century Gothic"/>
              <a:cs typeface="Century Gothic"/>
            </a:endParaRPr>
          </a:p>
          <a:p>
            <a:pPr marL="661670" indent="-21717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661670" algn="l"/>
              </a:tabLst>
            </a:pPr>
            <a:r>
              <a:rPr sz="3000" spc="-355" dirty="0">
                <a:latin typeface="Century Gothic"/>
                <a:cs typeface="Century Gothic"/>
              </a:rPr>
              <a:t>R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á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661670" indent="-217170">
              <a:lnSpc>
                <a:spcPct val="100000"/>
              </a:lnSpc>
              <a:spcBef>
                <a:spcPts val="820"/>
              </a:spcBef>
              <a:buSzPct val="45000"/>
              <a:buFont typeface="MS Gothic"/>
              <a:buChar char="●"/>
              <a:tabLst>
                <a:tab pos="661670" algn="l"/>
              </a:tabLst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305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35" dirty="0">
                <a:latin typeface="Century Gothic"/>
                <a:cs typeface="Century Gothic"/>
              </a:rPr>
              <a:t>i</a:t>
            </a:r>
            <a:r>
              <a:rPr sz="3000" spc="-5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29" dirty="0">
                <a:latin typeface="Century Gothic"/>
                <a:cs typeface="Century Gothic"/>
              </a:rPr>
              <a:t>“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175" dirty="0">
                <a:latin typeface="Century Gothic"/>
                <a:cs typeface="Century Gothic"/>
              </a:rPr>
              <a:t>”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829310">
              <a:lnSpc>
                <a:spcPct val="100000"/>
              </a:lnSpc>
              <a:spcBef>
                <a:spcPts val="1110"/>
              </a:spcBef>
            </a:pPr>
            <a:r>
              <a:rPr sz="3000" spc="-320" dirty="0">
                <a:solidFill>
                  <a:srgbClr val="00A700"/>
                </a:solidFill>
                <a:latin typeface="Century Gothic"/>
                <a:cs typeface="Century Gothic"/>
              </a:rPr>
              <a:t>C</a:t>
            </a:r>
            <a:r>
              <a:rPr sz="3000" spc="-434" dirty="0">
                <a:solidFill>
                  <a:srgbClr val="00A700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00A700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00A7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A700"/>
                </a:solidFill>
                <a:latin typeface="Century Gothic"/>
                <a:cs typeface="Century Gothic"/>
              </a:rPr>
              <a:t> </a:t>
            </a:r>
            <a:r>
              <a:rPr sz="3000" spc="-595" dirty="0">
                <a:solidFill>
                  <a:srgbClr val="00A700"/>
                </a:solidFill>
                <a:latin typeface="Century Gothic"/>
                <a:cs typeface="Century Gothic"/>
              </a:rPr>
              <a:t>c</a:t>
            </a:r>
            <a:r>
              <a:rPr sz="3000" spc="-295" dirty="0">
                <a:solidFill>
                  <a:srgbClr val="00A700"/>
                </a:solidFill>
                <a:latin typeface="Century Gothic"/>
                <a:cs typeface="Century Gothic"/>
              </a:rPr>
              <a:t>o</a:t>
            </a:r>
            <a:r>
              <a:rPr sz="3000" spc="-260" dirty="0">
                <a:solidFill>
                  <a:srgbClr val="00A700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00A700"/>
                </a:solidFill>
                <a:latin typeface="Century Gothic"/>
                <a:cs typeface="Century Gothic"/>
              </a:rPr>
              <a:t>e</a:t>
            </a:r>
            <a:r>
              <a:rPr sz="3000" spc="-265" dirty="0">
                <a:solidFill>
                  <a:srgbClr val="00A700"/>
                </a:solidFill>
                <a:latin typeface="Century Gothic"/>
                <a:cs typeface="Century Gothic"/>
              </a:rPr>
              <a:t>x</a:t>
            </a:r>
            <a:r>
              <a:rPr sz="3000" spc="85" dirty="0">
                <a:solidFill>
                  <a:srgbClr val="00A700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00A700"/>
                </a:solidFill>
                <a:latin typeface="Century Gothic"/>
                <a:cs typeface="Century Gothic"/>
              </a:rPr>
              <a:t>ón</a:t>
            </a:r>
            <a:r>
              <a:rPr sz="3000" spc="30" dirty="0">
                <a:solidFill>
                  <a:srgbClr val="00A700"/>
                </a:solidFill>
                <a:latin typeface="Century Gothic"/>
                <a:cs typeface="Century Gothic"/>
              </a:rPr>
              <a:t> </a:t>
            </a:r>
            <a:r>
              <a:rPr sz="3000" spc="-459" dirty="0">
                <a:solidFill>
                  <a:srgbClr val="00A7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A7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A700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00A700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00A700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00A7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A700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00A700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00A700"/>
                </a:solidFill>
                <a:latin typeface="Century Gothic"/>
                <a:cs typeface="Century Gothic"/>
              </a:rPr>
              <a:t>i</a:t>
            </a:r>
            <a:r>
              <a:rPr sz="3000" spc="-455" dirty="0">
                <a:solidFill>
                  <a:srgbClr val="00A700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00A700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00A700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00A700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00A700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00A700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00A700"/>
                </a:solidFill>
                <a:latin typeface="Century Gothic"/>
                <a:cs typeface="Century Gothic"/>
              </a:rPr>
              <a:t> </a:t>
            </a:r>
            <a:r>
              <a:rPr sz="3000" spc="-265" dirty="0">
                <a:solidFill>
                  <a:srgbClr val="00A700"/>
                </a:solidFill>
                <a:latin typeface="Century Gothic"/>
                <a:cs typeface="Century Gothic"/>
              </a:rPr>
              <a:t>u</a:t>
            </a:r>
            <a:r>
              <a:rPr sz="3000" spc="-260" dirty="0">
                <a:solidFill>
                  <a:srgbClr val="00A700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00A700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00A700"/>
                </a:solidFill>
                <a:latin typeface="Century Gothic"/>
                <a:cs typeface="Century Gothic"/>
              </a:rPr>
              <a:t>n</a:t>
            </a:r>
            <a:r>
              <a:rPr sz="3000" spc="-355" dirty="0">
                <a:solidFill>
                  <a:srgbClr val="00A700"/>
                </a:solidFill>
                <a:latin typeface="Century Gothic"/>
                <a:cs typeface="Century Gothic"/>
              </a:rPr>
              <a:t>u</a:t>
            </a:r>
            <a:r>
              <a:rPr sz="3000" spc="-365" dirty="0">
                <a:solidFill>
                  <a:srgbClr val="00A700"/>
                </a:solidFill>
                <a:latin typeface="Century Gothic"/>
                <a:cs typeface="Century Gothic"/>
              </a:rPr>
              <a:t>e</a:t>
            </a:r>
            <a:r>
              <a:rPr sz="3000" spc="-325" dirty="0">
                <a:solidFill>
                  <a:srgbClr val="00A700"/>
                </a:solidFill>
                <a:latin typeface="Century Gothic"/>
                <a:cs typeface="Century Gothic"/>
              </a:rPr>
              <a:t>v</a:t>
            </a:r>
            <a:r>
              <a:rPr sz="3000" spc="-375" dirty="0">
                <a:solidFill>
                  <a:srgbClr val="00A700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00A700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00A700"/>
                </a:solidFill>
                <a:latin typeface="Century Gothic"/>
                <a:cs typeface="Century Gothic"/>
              </a:rPr>
              <a:t>p</a:t>
            </a:r>
            <a:r>
              <a:rPr sz="3000" spc="25" dirty="0">
                <a:solidFill>
                  <a:srgbClr val="00A700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00A700"/>
                </a:solidFill>
                <a:latin typeface="Century Gothic"/>
                <a:cs typeface="Century Gothic"/>
              </a:rPr>
              <a:t>o</a:t>
            </a:r>
            <a:r>
              <a:rPr sz="3000" spc="-530" dirty="0">
                <a:solidFill>
                  <a:srgbClr val="00A700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00A7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A700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00A700"/>
                </a:solidFill>
                <a:latin typeface="Century Gothic"/>
                <a:cs typeface="Century Gothic"/>
              </a:rPr>
              <a:t>o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7919720" cy="3743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89960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125" dirty="0">
                <a:latin typeface="Century Gothic"/>
                <a:cs typeface="Century Gothic"/>
              </a:rPr>
              <a:t>Pr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35" dirty="0">
                <a:latin typeface="Century Gothic"/>
                <a:cs typeface="Century Gothic"/>
              </a:rPr>
              <a:t>“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175" dirty="0">
                <a:latin typeface="Century Gothic"/>
                <a:cs typeface="Century Gothic"/>
              </a:rPr>
              <a:t>”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661670" indent="-217170">
              <a:lnSpc>
                <a:spcPct val="100000"/>
              </a:lnSpc>
              <a:spcBef>
                <a:spcPts val="1120"/>
              </a:spcBef>
              <a:buSzPct val="45000"/>
              <a:buFont typeface="MS Gothic"/>
              <a:buChar char="●"/>
              <a:tabLst>
                <a:tab pos="661670" algn="l"/>
              </a:tabLst>
            </a:pPr>
            <a:r>
              <a:rPr sz="3000" spc="-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l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50" dirty="0">
                <a:latin typeface="Century Gothic"/>
                <a:cs typeface="Century Gothic"/>
              </a:rPr>
              <a:t>r</a:t>
            </a:r>
            <a:r>
              <a:rPr sz="3000" i="1" spc="5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661670" indent="-217170">
              <a:lnSpc>
                <a:spcPct val="100000"/>
              </a:lnSpc>
              <a:spcBef>
                <a:spcPts val="819"/>
              </a:spcBef>
              <a:buSzPct val="45000"/>
              <a:buFont typeface="MS Gothic"/>
              <a:buChar char="●"/>
              <a:tabLst>
                <a:tab pos="661670" algn="l"/>
              </a:tabLst>
            </a:pPr>
            <a:r>
              <a:rPr sz="3000" spc="-160" dirty="0">
                <a:latin typeface="Century Gothic"/>
                <a:cs typeface="Century Gothic"/>
              </a:rPr>
              <a:t>P</a:t>
            </a:r>
            <a:r>
              <a:rPr sz="3000" spc="-9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661670" indent="-21717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661670" algn="l"/>
              </a:tabLst>
            </a:pPr>
            <a:r>
              <a:rPr sz="3000" spc="-160" dirty="0">
                <a:latin typeface="Century Gothic"/>
                <a:cs typeface="Century Gothic"/>
              </a:rPr>
              <a:t>P</a:t>
            </a:r>
            <a:r>
              <a:rPr sz="3000" spc="-9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ut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661670" indent="-21717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661670" algn="l"/>
              </a:tabLst>
            </a:pPr>
            <a:r>
              <a:rPr sz="3000" spc="-160" dirty="0">
                <a:latin typeface="Century Gothic"/>
                <a:cs typeface="Century Gothic"/>
              </a:rPr>
              <a:t>P</a:t>
            </a:r>
            <a:r>
              <a:rPr sz="3000" spc="-9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40" dirty="0">
                <a:latin typeface="Century Gothic"/>
                <a:cs typeface="Century Gothic"/>
              </a:rPr>
              <a:t>9.</a:t>
            </a:r>
            <a:r>
              <a:rPr sz="3000" spc="340" dirty="0">
                <a:latin typeface="Century Gothic"/>
                <a:cs typeface="Century Gothic"/>
              </a:rPr>
              <a:t>3</a:t>
            </a:r>
            <a:r>
              <a:rPr sz="3000" spc="385" dirty="0">
                <a:latin typeface="Century Gothic"/>
                <a:cs typeface="Century Gothic"/>
              </a:rPr>
              <a:t>+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140825" cy="4199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11760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-45" dirty="0">
                <a:latin typeface="Tahoma"/>
                <a:cs typeface="Tahoma"/>
              </a:rPr>
              <a:t>P</a:t>
            </a:r>
            <a:r>
              <a:rPr sz="3000" b="1" spc="-50" dirty="0">
                <a:latin typeface="Tahoma"/>
                <a:cs typeface="Tahoma"/>
              </a:rPr>
              <a:t>o</a:t>
            </a:r>
            <a:r>
              <a:rPr sz="3000" b="1" spc="-90" dirty="0">
                <a:latin typeface="Tahoma"/>
                <a:cs typeface="Tahoma"/>
              </a:rPr>
              <a:t>st</a:t>
            </a:r>
            <a:r>
              <a:rPr sz="3000" b="1" spc="-190" dirty="0">
                <a:latin typeface="Tahoma"/>
                <a:cs typeface="Tahoma"/>
              </a:rPr>
              <a:t>m</a:t>
            </a:r>
            <a:r>
              <a:rPr sz="3000" b="1" spc="-25" dirty="0">
                <a:latin typeface="Tahoma"/>
                <a:cs typeface="Tahoma"/>
              </a:rPr>
              <a:t>ast</a:t>
            </a:r>
            <a:r>
              <a:rPr sz="3000" b="1" spc="-35" dirty="0">
                <a:latin typeface="Tahoma"/>
                <a:cs typeface="Tahoma"/>
              </a:rPr>
              <a:t>e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731520" indent="-502920">
              <a:lnSpc>
                <a:spcPct val="100000"/>
              </a:lnSpc>
              <a:spcBef>
                <a:spcPts val="113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125" dirty="0">
                <a:latin typeface="Century Gothic"/>
                <a:cs typeface="Century Gothic"/>
              </a:rPr>
              <a:t>Pr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320" dirty="0">
                <a:latin typeface="Century Gothic"/>
                <a:cs typeface="Century Gothic"/>
              </a:rPr>
              <a:t>e</a:t>
            </a:r>
            <a:r>
              <a:rPr sz="3000" spc="-180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44500" indent="-21590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25" dirty="0">
                <a:latin typeface="Century Gothic"/>
                <a:cs typeface="Century Gothic"/>
              </a:rPr>
              <a:t>cl</a:t>
            </a:r>
            <a:r>
              <a:rPr sz="3000" spc="-310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r.</a:t>
            </a:r>
            <a:endParaRPr sz="3000">
              <a:latin typeface="Century Gothic"/>
              <a:cs typeface="Century Gothic"/>
            </a:endParaRPr>
          </a:p>
          <a:p>
            <a:pPr marL="444500" indent="-215900">
              <a:lnSpc>
                <a:spcPct val="100000"/>
              </a:lnSpc>
              <a:spcBef>
                <a:spcPts val="82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731520" marR="5080" indent="-502920">
              <a:lnSpc>
                <a:spcPts val="3579"/>
              </a:lnSpc>
              <a:spcBef>
                <a:spcPts val="96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50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25" dirty="0">
                <a:latin typeface="Century Gothic"/>
                <a:cs typeface="Century Gothic"/>
              </a:rPr>
              <a:t>v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60" dirty="0">
                <a:latin typeface="Century Gothic"/>
                <a:cs typeface="Century Gothic"/>
              </a:rPr>
              <a:t>ci</a:t>
            </a:r>
            <a:r>
              <a:rPr sz="3000" spc="-40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375" dirty="0">
                <a:latin typeface="Century Gothic"/>
                <a:cs typeface="Century Gothic"/>
              </a:rPr>
              <a:t>y</a:t>
            </a:r>
            <a:r>
              <a:rPr sz="3000" spc="-475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3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78265" cy="4438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-45" dirty="0">
                <a:latin typeface="Tahoma"/>
                <a:cs typeface="Tahoma"/>
              </a:rPr>
              <a:t>P</a:t>
            </a:r>
            <a:r>
              <a:rPr sz="3000" b="1" spc="-50" dirty="0">
                <a:latin typeface="Tahoma"/>
                <a:cs typeface="Tahoma"/>
              </a:rPr>
              <a:t>o</a:t>
            </a:r>
            <a:r>
              <a:rPr sz="3000" b="1" spc="-90" dirty="0">
                <a:latin typeface="Tahoma"/>
                <a:cs typeface="Tahoma"/>
              </a:rPr>
              <a:t>st</a:t>
            </a:r>
            <a:r>
              <a:rPr sz="3000" b="1" spc="-190" dirty="0">
                <a:latin typeface="Tahoma"/>
                <a:cs typeface="Tahoma"/>
              </a:rPr>
              <a:t>m</a:t>
            </a:r>
            <a:r>
              <a:rPr sz="3000" b="1" spc="-25" dirty="0">
                <a:latin typeface="Tahoma"/>
                <a:cs typeface="Tahoma"/>
              </a:rPr>
              <a:t>ast</a:t>
            </a:r>
            <a:r>
              <a:rPr sz="3000" b="1" spc="-35" dirty="0">
                <a:latin typeface="Tahoma"/>
                <a:cs typeface="Tahoma"/>
              </a:rPr>
              <a:t>e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731520" marR="288290" indent="-502920">
              <a:lnSpc>
                <a:spcPct val="99300"/>
              </a:lnSpc>
              <a:spcBef>
                <a:spcPts val="115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25" dirty="0">
                <a:latin typeface="Century Gothic"/>
                <a:cs typeface="Century Gothic"/>
              </a:rPr>
              <a:t>cuc</a:t>
            </a:r>
            <a:r>
              <a:rPr sz="3000" spc="-405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29" dirty="0">
                <a:latin typeface="Century Gothic"/>
                <a:cs typeface="Century Gothic"/>
              </a:rPr>
              <a:t>“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175" dirty="0">
                <a:latin typeface="Century Gothic"/>
                <a:cs typeface="Century Gothic"/>
              </a:rPr>
              <a:t>”</a:t>
            </a:r>
            <a:r>
              <a:rPr sz="3000" spc="-10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731520" marR="5080" indent="-502920">
              <a:lnSpc>
                <a:spcPts val="3579"/>
              </a:lnSpc>
              <a:spcBef>
                <a:spcPts val="96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285" dirty="0">
                <a:latin typeface="Century Gothic"/>
                <a:cs typeface="Century Gothic"/>
              </a:rPr>
              <a:t>P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e</a:t>
            </a:r>
            <a:r>
              <a:rPr sz="3000" spc="-180" dirty="0">
                <a:latin typeface="Century Gothic"/>
                <a:cs typeface="Century Gothic"/>
              </a:rPr>
              <a:t>s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25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165" dirty="0">
                <a:latin typeface="Century Gothic"/>
                <a:cs typeface="Century Gothic"/>
              </a:rPr>
              <a:t>úl</a:t>
            </a:r>
            <a:r>
              <a:rPr sz="3000" spc="-135" dirty="0">
                <a:latin typeface="Century Gothic"/>
                <a:cs typeface="Century Gothic"/>
              </a:rPr>
              <a:t>t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p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75" dirty="0">
                <a:latin typeface="Century Gothic"/>
                <a:cs typeface="Century Gothic"/>
              </a:rPr>
              <a:t>cc</a:t>
            </a:r>
            <a:r>
              <a:rPr sz="3000" spc="-140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80" dirty="0">
                <a:latin typeface="Century Gothic"/>
                <a:cs typeface="Century Gothic"/>
              </a:rPr>
              <a:t>IP</a:t>
            </a:r>
            <a:r>
              <a:rPr sz="3000" spc="-50" dirty="0">
                <a:latin typeface="Century Gothic"/>
                <a:cs typeface="Century Gothic"/>
              </a:rPr>
              <a:t>,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ó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ú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P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20" dirty="0">
                <a:latin typeface="Century Gothic"/>
                <a:cs typeface="Century Gothic"/>
              </a:rPr>
              <a:t>(</a:t>
            </a:r>
            <a:r>
              <a:rPr sz="3000" spc="-37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ú</a:t>
            </a:r>
            <a:r>
              <a:rPr sz="3000" spc="-245" dirty="0">
                <a:latin typeface="Century Gothic"/>
                <a:cs typeface="Century Gothic"/>
              </a:rPr>
              <a:t>n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95" dirty="0">
                <a:latin typeface="Century Gothic"/>
                <a:cs typeface="Century Gothic"/>
              </a:rPr>
              <a:t>I</a:t>
            </a:r>
            <a:r>
              <a:rPr sz="3000" spc="-240" dirty="0">
                <a:latin typeface="Century Gothic"/>
                <a:cs typeface="Century Gothic"/>
              </a:rPr>
              <a:t>X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011285" cy="296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-45" dirty="0">
                <a:latin typeface="Tahoma"/>
                <a:cs typeface="Tahoma"/>
              </a:rPr>
              <a:t>P</a:t>
            </a:r>
            <a:r>
              <a:rPr sz="3000" b="1" spc="-50" dirty="0">
                <a:latin typeface="Tahoma"/>
                <a:cs typeface="Tahoma"/>
              </a:rPr>
              <a:t>o</a:t>
            </a:r>
            <a:r>
              <a:rPr sz="3000" b="1" spc="-90" dirty="0">
                <a:latin typeface="Tahoma"/>
                <a:cs typeface="Tahoma"/>
              </a:rPr>
              <a:t>st</a:t>
            </a:r>
            <a:r>
              <a:rPr sz="3000" b="1" spc="-190" dirty="0">
                <a:latin typeface="Tahoma"/>
                <a:cs typeface="Tahoma"/>
              </a:rPr>
              <a:t>m</a:t>
            </a:r>
            <a:r>
              <a:rPr sz="3000" b="1" spc="-25" dirty="0">
                <a:latin typeface="Tahoma"/>
                <a:cs typeface="Tahoma"/>
              </a:rPr>
              <a:t>ast</a:t>
            </a:r>
            <a:r>
              <a:rPr sz="3000" b="1" spc="-35" dirty="0">
                <a:latin typeface="Tahoma"/>
                <a:cs typeface="Tahoma"/>
              </a:rPr>
              <a:t>e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731520" marR="5080" indent="-502920">
              <a:lnSpc>
                <a:spcPct val="99300"/>
              </a:lnSpc>
              <a:spcBef>
                <a:spcPts val="115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170" dirty="0">
                <a:latin typeface="Century Gothic"/>
                <a:cs typeface="Century Gothic"/>
              </a:rPr>
              <a:t>G</a:t>
            </a:r>
            <a:r>
              <a:rPr sz="3000" spc="-320" dirty="0">
                <a:latin typeface="Century Gothic"/>
                <a:cs typeface="Century Gothic"/>
              </a:rPr>
              <a:t>e</a:t>
            </a:r>
            <a:r>
              <a:rPr sz="3000" spc="-180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9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5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ú</a:t>
            </a:r>
            <a:r>
              <a:rPr sz="3000" spc="-245" dirty="0">
                <a:latin typeface="Century Gothic"/>
                <a:cs typeface="Century Gothic"/>
              </a:rPr>
              <a:t>n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40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130" dirty="0">
                <a:latin typeface="Century Gothic"/>
                <a:cs typeface="Century Gothic"/>
              </a:rPr>
              <a:t>$P</a:t>
            </a:r>
            <a:r>
              <a:rPr sz="3000" spc="-180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65" dirty="0">
                <a:latin typeface="Century Gothic"/>
                <a:cs typeface="Century Gothic"/>
              </a:rPr>
              <a:t>é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135" dirty="0">
                <a:latin typeface="Century Gothic"/>
                <a:cs typeface="Century Gothic"/>
              </a:rPr>
              <a:t>ú</a:t>
            </a:r>
            <a:r>
              <a:rPr sz="3000" spc="-40" dirty="0">
                <a:latin typeface="Century Gothic"/>
                <a:cs typeface="Century Gothic"/>
              </a:rPr>
              <a:t>l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697595" cy="5215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3215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-25" dirty="0">
                <a:latin typeface="Tahoma"/>
                <a:cs typeface="Tahoma"/>
              </a:rPr>
              <a:t>P</a:t>
            </a:r>
            <a:r>
              <a:rPr sz="3000" b="1" spc="-30" dirty="0">
                <a:latin typeface="Tahoma"/>
                <a:cs typeface="Tahoma"/>
              </a:rPr>
              <a:t>r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-85" dirty="0">
                <a:latin typeface="Tahoma"/>
                <a:cs typeface="Tahoma"/>
              </a:rPr>
              <a:t>c</a:t>
            </a:r>
            <a:r>
              <a:rPr sz="3000" b="1" spc="-105" dirty="0">
                <a:latin typeface="Tahoma"/>
                <a:cs typeface="Tahoma"/>
              </a:rPr>
              <a:t>es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-110" dirty="0">
                <a:latin typeface="Tahoma"/>
                <a:cs typeface="Tahoma"/>
              </a:rPr>
              <a:t>s</a:t>
            </a:r>
            <a:r>
              <a:rPr sz="3000" b="1" spc="50" dirty="0">
                <a:latin typeface="Tahoma"/>
                <a:cs typeface="Tahoma"/>
              </a:rPr>
              <a:t> de</a:t>
            </a:r>
            <a:r>
              <a:rPr sz="3000" b="1" spc="35" dirty="0">
                <a:latin typeface="Tahoma"/>
                <a:cs typeface="Tahoma"/>
              </a:rPr>
              <a:t> </a:t>
            </a:r>
            <a:r>
              <a:rPr sz="3000" b="1" spc="80" dirty="0">
                <a:latin typeface="Tahoma"/>
                <a:cs typeface="Tahoma"/>
              </a:rPr>
              <a:t>b</a:t>
            </a:r>
            <a:r>
              <a:rPr sz="3000" b="1" spc="165" dirty="0">
                <a:latin typeface="Tahoma"/>
                <a:cs typeface="Tahoma"/>
              </a:rPr>
              <a:t>a</a:t>
            </a:r>
            <a:r>
              <a:rPr sz="3000" b="1" spc="-210" dirty="0">
                <a:latin typeface="Tahoma"/>
                <a:cs typeface="Tahoma"/>
              </a:rPr>
              <a:t>c</a:t>
            </a:r>
            <a:r>
              <a:rPr sz="3000" b="1" spc="90" dirty="0">
                <a:latin typeface="Tahoma"/>
                <a:cs typeface="Tahoma"/>
              </a:rPr>
              <a:t>k</a:t>
            </a:r>
            <a:r>
              <a:rPr sz="3000" b="1" spc="50" dirty="0">
                <a:latin typeface="Tahoma"/>
                <a:cs typeface="Tahoma"/>
              </a:rPr>
              <a:t>en</a:t>
            </a:r>
            <a:r>
              <a:rPr sz="3000" b="1" spc="45" dirty="0">
                <a:latin typeface="Tahoma"/>
                <a:cs typeface="Tahoma"/>
              </a:rPr>
              <a:t>d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731520" indent="-502920">
              <a:lnSpc>
                <a:spcPct val="100000"/>
              </a:lnSpc>
              <a:spcBef>
                <a:spcPts val="113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50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60" dirty="0">
                <a:latin typeface="Century Gothic"/>
                <a:cs typeface="Century Gothic"/>
              </a:rPr>
              <a:t>j</a:t>
            </a:r>
            <a:r>
              <a:rPr sz="3000" spc="-180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44500" indent="-21590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15" dirty="0">
                <a:latin typeface="Century Gothic"/>
                <a:cs typeface="Century Gothic"/>
              </a:rPr>
              <a:t>c</a:t>
            </a:r>
            <a:r>
              <a:rPr sz="3000" spc="-320" dirty="0">
                <a:latin typeface="Century Gothic"/>
                <a:cs typeface="Century Gothic"/>
              </a:rPr>
              <a:t>k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731520" marR="432434" indent="-502920">
              <a:lnSpc>
                <a:spcPts val="3579"/>
              </a:lnSpc>
              <a:spcBef>
                <a:spcPts val="95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114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44500" indent="-215900">
              <a:lnSpc>
                <a:spcPct val="100000"/>
              </a:lnSpc>
              <a:spcBef>
                <a:spcPts val="71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r.</a:t>
            </a:r>
            <a:endParaRPr sz="3000">
              <a:latin typeface="Century Gothic"/>
              <a:cs typeface="Century Gothic"/>
            </a:endParaRPr>
          </a:p>
          <a:p>
            <a:pPr marL="731520" marR="5080" indent="-502920">
              <a:lnSpc>
                <a:spcPts val="3570"/>
              </a:lnSpc>
              <a:spcBef>
                <a:spcPts val="97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120" dirty="0">
                <a:latin typeface="Century Gothic"/>
                <a:cs typeface="Century Gothic"/>
              </a:rPr>
              <a:t>iz</a:t>
            </a:r>
            <a:r>
              <a:rPr sz="3000" spc="-25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170" dirty="0">
                <a:latin typeface="Century Gothic"/>
                <a:cs typeface="Century Gothic"/>
              </a:rPr>
              <a:t>ff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05" dirty="0">
                <a:latin typeface="Century Gothic"/>
                <a:cs typeface="Century Gothic"/>
              </a:rPr>
              <a:t> 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842375" cy="307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8435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-60" dirty="0">
                <a:latin typeface="Tahoma"/>
                <a:cs typeface="Tahoma"/>
              </a:rPr>
              <a:t>L</a:t>
            </a:r>
            <a:r>
              <a:rPr sz="3000" b="1" spc="-70" dirty="0">
                <a:latin typeface="Tahoma"/>
                <a:cs typeface="Tahoma"/>
              </a:rPr>
              <a:t>o</a:t>
            </a:r>
            <a:r>
              <a:rPr sz="3000" b="1" spc="70" dirty="0">
                <a:latin typeface="Tahoma"/>
                <a:cs typeface="Tahoma"/>
              </a:rPr>
              <a:t>gg</a:t>
            </a:r>
            <a:r>
              <a:rPr sz="3000" b="1" spc="25" dirty="0">
                <a:latin typeface="Tahoma"/>
                <a:cs typeface="Tahoma"/>
              </a:rPr>
              <a:t>i</a:t>
            </a:r>
            <a:r>
              <a:rPr sz="3000" b="1" spc="50" dirty="0">
                <a:latin typeface="Tahoma"/>
                <a:cs typeface="Tahoma"/>
              </a:rPr>
              <a:t>n</a:t>
            </a:r>
            <a:r>
              <a:rPr sz="3000" b="1" spc="55" dirty="0">
                <a:latin typeface="Tahoma"/>
                <a:cs typeface="Tahoma"/>
              </a:rPr>
              <a:t>g </a:t>
            </a:r>
            <a:r>
              <a:rPr sz="3000" b="1" spc="-100" dirty="0">
                <a:latin typeface="Tahoma"/>
                <a:cs typeface="Tahoma"/>
              </a:rPr>
              <a:t>c</a:t>
            </a:r>
            <a:r>
              <a:rPr sz="3000" b="1" spc="-125" dirty="0">
                <a:latin typeface="Tahoma"/>
                <a:cs typeface="Tahoma"/>
              </a:rPr>
              <a:t>o</a:t>
            </a:r>
            <a:r>
              <a:rPr sz="3000" b="1" spc="15" dirty="0">
                <a:latin typeface="Tahoma"/>
                <a:cs typeface="Tahoma"/>
              </a:rPr>
              <a:t>ll</a:t>
            </a:r>
            <a:r>
              <a:rPr sz="3000" b="1" spc="20" dirty="0">
                <a:latin typeface="Tahoma"/>
                <a:cs typeface="Tahoma"/>
              </a:rPr>
              <a:t>e</a:t>
            </a:r>
            <a:r>
              <a:rPr sz="3000" b="1" spc="-120" dirty="0">
                <a:latin typeface="Tahoma"/>
                <a:cs typeface="Tahoma"/>
              </a:rPr>
              <a:t>ct</a:t>
            </a:r>
            <a:r>
              <a:rPr sz="3000" b="1" spc="-160" dirty="0">
                <a:latin typeface="Tahoma"/>
                <a:cs typeface="Tahoma"/>
              </a:rPr>
              <a:t>o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731520" marR="5080" indent="-502920">
              <a:lnSpc>
                <a:spcPts val="3579"/>
              </a:lnSpc>
              <a:spcBef>
                <a:spcPts val="126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245" dirty="0">
                <a:latin typeface="Century Gothic"/>
                <a:cs typeface="Century Gothic"/>
              </a:rPr>
              <a:t>g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65" dirty="0">
                <a:latin typeface="Century Gothic"/>
                <a:cs typeface="Century Gothic"/>
              </a:rPr>
              <a:t>y</a:t>
            </a:r>
            <a:r>
              <a:rPr sz="3000" spc="-190" dirty="0">
                <a:latin typeface="Century Gothic"/>
                <a:cs typeface="Century Gothic"/>
              </a:rPr>
              <a:t>s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30" dirty="0">
                <a:latin typeface="Century Gothic"/>
                <a:cs typeface="Century Gothic"/>
              </a:rPr>
              <a:t>,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405" dirty="0">
                <a:latin typeface="Century Gothic"/>
                <a:cs typeface="Century Gothic"/>
              </a:rPr>
              <a:t>v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7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2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44500" indent="-215900">
              <a:lnSpc>
                <a:spcPct val="100000"/>
              </a:lnSpc>
              <a:spcBef>
                <a:spcPts val="70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á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154160" cy="412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5095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-180" dirty="0">
                <a:latin typeface="Tahoma"/>
                <a:cs typeface="Tahoma"/>
              </a:rPr>
              <a:t>S</a:t>
            </a:r>
            <a:r>
              <a:rPr sz="3000" b="1" spc="-80" dirty="0">
                <a:latin typeface="Tahoma"/>
                <a:cs typeface="Tahoma"/>
              </a:rPr>
              <a:t>ta</a:t>
            </a:r>
            <a:r>
              <a:rPr sz="3000" b="1" spc="-75" dirty="0">
                <a:latin typeface="Tahoma"/>
                <a:cs typeface="Tahoma"/>
              </a:rPr>
              <a:t>t</a:t>
            </a:r>
            <a:r>
              <a:rPr sz="3000" b="1" spc="-110" dirty="0">
                <a:latin typeface="Tahoma"/>
                <a:cs typeface="Tahoma"/>
              </a:rPr>
              <a:t>s</a:t>
            </a:r>
            <a:r>
              <a:rPr sz="3000" b="1" spc="55" dirty="0">
                <a:latin typeface="Tahoma"/>
                <a:cs typeface="Tahoma"/>
              </a:rPr>
              <a:t> </a:t>
            </a:r>
            <a:r>
              <a:rPr sz="3000" b="1" spc="-100" dirty="0">
                <a:latin typeface="Tahoma"/>
                <a:cs typeface="Tahoma"/>
              </a:rPr>
              <a:t>c</a:t>
            </a:r>
            <a:r>
              <a:rPr sz="3000" b="1" spc="-125" dirty="0">
                <a:latin typeface="Tahoma"/>
                <a:cs typeface="Tahoma"/>
              </a:rPr>
              <a:t>o</a:t>
            </a:r>
            <a:r>
              <a:rPr sz="3000" b="1" spc="25" dirty="0">
                <a:latin typeface="Tahoma"/>
                <a:cs typeface="Tahoma"/>
              </a:rPr>
              <a:t>l</a:t>
            </a:r>
            <a:r>
              <a:rPr sz="3000" b="1" spc="15" dirty="0">
                <a:latin typeface="Tahoma"/>
                <a:cs typeface="Tahoma"/>
              </a:rPr>
              <a:t>l</a:t>
            </a:r>
            <a:r>
              <a:rPr sz="3000" b="1" spc="-85" dirty="0">
                <a:latin typeface="Tahoma"/>
                <a:cs typeface="Tahoma"/>
              </a:rPr>
              <a:t>ect</a:t>
            </a:r>
            <a:r>
              <a:rPr sz="3000" b="1" spc="-114" dirty="0">
                <a:latin typeface="Tahoma"/>
                <a:cs typeface="Tahoma"/>
              </a:rPr>
              <a:t>o</a:t>
            </a:r>
            <a:r>
              <a:rPr sz="3000" b="1" spc="-20" dirty="0">
                <a:latin typeface="Tahoma"/>
                <a:cs typeface="Tahoma"/>
              </a:rPr>
              <a:t>r:</a:t>
            </a:r>
            <a:endParaRPr sz="3000">
              <a:latin typeface="Tahoma"/>
              <a:cs typeface="Tahoma"/>
            </a:endParaRPr>
          </a:p>
          <a:p>
            <a:pPr marL="444500" indent="-215900">
              <a:lnSpc>
                <a:spcPct val="100000"/>
              </a:lnSpc>
              <a:spcBef>
                <a:spcPts val="113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95" dirty="0">
                <a:latin typeface="Century Gothic"/>
                <a:cs typeface="Century Gothic"/>
              </a:rPr>
              <a:t>e</a:t>
            </a:r>
            <a:r>
              <a:rPr sz="3000" spc="-355" dirty="0">
                <a:latin typeface="Century Gothic"/>
                <a:cs typeface="Century Gothic"/>
              </a:rPr>
              <a:t>n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í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9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47419" lvl="1" indent="-502920">
              <a:lnSpc>
                <a:spcPct val="100000"/>
              </a:lnSpc>
              <a:spcBef>
                <a:spcPts val="1110"/>
              </a:spcBef>
              <a:buSzPct val="45000"/>
              <a:buFont typeface="MS Gothic"/>
              <a:buChar char="➢"/>
              <a:tabLst>
                <a:tab pos="661670" algn="l"/>
              </a:tabLst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360" dirty="0">
                <a:latin typeface="Century Gothic"/>
                <a:cs typeface="Century Gothic"/>
              </a:rPr>
              <a:t>u</a:t>
            </a:r>
            <a:r>
              <a:rPr sz="3000" spc="-310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305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47419" marR="5080" lvl="1" indent="-502920">
              <a:lnSpc>
                <a:spcPct val="99300"/>
              </a:lnSpc>
              <a:spcBef>
                <a:spcPts val="855"/>
              </a:spcBef>
              <a:buSzPct val="45000"/>
              <a:buFont typeface="MS Gothic"/>
              <a:buChar char="➢"/>
              <a:tabLst>
                <a:tab pos="661670" algn="l"/>
              </a:tabLst>
            </a:pP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60" dirty="0">
                <a:latin typeface="Century Gothic"/>
                <a:cs typeface="Century Gothic"/>
              </a:rPr>
              <a:t>ic</a:t>
            </a:r>
            <a:r>
              <a:rPr sz="3000" spc="-405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l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5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137650" cy="4928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08585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90" dirty="0">
                <a:latin typeface="Tahoma"/>
                <a:cs typeface="Tahoma"/>
              </a:rPr>
              <a:t>A</a:t>
            </a:r>
            <a:r>
              <a:rPr sz="3000" b="1" spc="-50" dirty="0">
                <a:latin typeface="Tahoma"/>
                <a:cs typeface="Tahoma"/>
              </a:rPr>
              <a:t>rc</a:t>
            </a:r>
            <a:r>
              <a:rPr sz="3000" b="1" spc="-70" dirty="0">
                <a:latin typeface="Tahoma"/>
                <a:cs typeface="Tahoma"/>
              </a:rPr>
              <a:t>h</a:t>
            </a:r>
            <a:r>
              <a:rPr sz="3000" b="1" dirty="0">
                <a:latin typeface="Tahoma"/>
                <a:cs typeface="Tahoma"/>
              </a:rPr>
              <a:t>iv</a:t>
            </a:r>
            <a:r>
              <a:rPr sz="3000" b="1" spc="-15" dirty="0">
                <a:latin typeface="Tahoma"/>
                <a:cs typeface="Tahoma"/>
              </a:rPr>
              <a:t>e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444500" indent="-215900">
              <a:lnSpc>
                <a:spcPct val="100000"/>
              </a:lnSpc>
              <a:spcBef>
                <a:spcPts val="113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120" dirty="0">
                <a:latin typeface="Century Gothic"/>
                <a:cs typeface="Century Gothic"/>
              </a:rPr>
              <a:t>iz</a:t>
            </a:r>
            <a:r>
              <a:rPr sz="3000" spc="-25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25" dirty="0">
                <a:latin typeface="Century Gothic"/>
                <a:cs typeface="Century Gothic"/>
              </a:rPr>
              <a:t>h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04" dirty="0">
                <a:latin typeface="Century Gothic"/>
                <a:cs typeface="Century Gothic"/>
              </a:rPr>
              <a:t>W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75" dirty="0">
                <a:latin typeface="Century Gothic"/>
                <a:cs typeface="Century Gothic"/>
              </a:rPr>
              <a:t>L.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4050">
              <a:latin typeface="Times New Roman"/>
              <a:cs typeface="Times New Roman"/>
            </a:endParaRPr>
          </a:p>
          <a:p>
            <a:pPr marL="12700" marR="5080">
              <a:lnSpc>
                <a:spcPct val="99400"/>
              </a:lnSpc>
            </a:pPr>
            <a:r>
              <a:rPr sz="3000" spc="-204" dirty="0">
                <a:latin typeface="Century Gothic"/>
                <a:cs typeface="Century Gothic"/>
              </a:rPr>
              <a:t>W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25" dirty="0">
                <a:latin typeface="Century Gothic"/>
                <a:cs typeface="Century Gothic"/>
              </a:rPr>
              <a:t>v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395" dirty="0">
                <a:latin typeface="Century Gothic"/>
                <a:cs typeface="Century Gothic"/>
              </a:rPr>
              <a:t>e</a:t>
            </a:r>
            <a:r>
              <a:rPr sz="3000" spc="-355" dirty="0">
                <a:latin typeface="Century Gothic"/>
                <a:cs typeface="Century Gothic"/>
              </a:rPr>
              <a:t>n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04" dirty="0">
                <a:latin typeface="Century Gothic"/>
                <a:cs typeface="Century Gothic"/>
              </a:rPr>
              <a:t>W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125" dirty="0">
                <a:latin typeface="Century Gothic"/>
                <a:cs typeface="Century Gothic"/>
              </a:rPr>
              <a:t>-</a:t>
            </a:r>
            <a:r>
              <a:rPr sz="3000" spc="-265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gg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-260" dirty="0">
                <a:latin typeface="Century Gothic"/>
                <a:cs typeface="Century Gothic"/>
              </a:rPr>
              <a:t>ñ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l</a:t>
            </a:r>
            <a:r>
              <a:rPr sz="3000" spc="65" dirty="0">
                <a:latin typeface="Century Gothic"/>
                <a:cs typeface="Century Gothic"/>
              </a:rPr>
              <a:t>,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55" dirty="0">
                <a:latin typeface="Century Gothic"/>
                <a:cs typeface="Century Gothic"/>
              </a:rPr>
              <a:t>R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75" dirty="0">
                <a:latin typeface="Century Gothic"/>
                <a:cs typeface="Century Gothic"/>
              </a:rPr>
              <a:t>c</a:t>
            </a:r>
            <a:r>
              <a:rPr sz="3000" spc="-18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4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7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45" dirty="0">
                <a:latin typeface="Century Gothic"/>
                <a:cs typeface="Century Gothic"/>
              </a:rPr>
              <a:t>/u</a:t>
            </a:r>
            <a:r>
              <a:rPr sz="3000" spc="-310" dirty="0">
                <a:latin typeface="Century Gothic"/>
                <a:cs typeface="Century Gothic"/>
              </a:rPr>
              <a:t>p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15" dirty="0">
                <a:latin typeface="Century Gothic"/>
                <a:cs typeface="Century Gothic"/>
              </a:rPr>
              <a:t>d</a:t>
            </a:r>
            <a:r>
              <a:rPr sz="3000" spc="-300" dirty="0">
                <a:latin typeface="Century Gothic"/>
                <a:cs typeface="Century Gothic"/>
              </a:rPr>
              <a:t>e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315" dirty="0">
                <a:latin typeface="Century Gothic"/>
                <a:cs typeface="Century Gothic"/>
              </a:rPr>
              <a:t>u</a:t>
            </a:r>
            <a:r>
              <a:rPr sz="3000" spc="-345" dirty="0">
                <a:latin typeface="Century Gothic"/>
                <a:cs typeface="Century Gothic"/>
              </a:rPr>
              <a:t>g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20" dirty="0">
                <a:latin typeface="Century Gothic"/>
                <a:cs typeface="Century Gothic"/>
              </a:rPr>
              <a:t>cu</a:t>
            </a:r>
            <a:r>
              <a:rPr sz="3000" spc="-455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95" dirty="0">
                <a:latin typeface="Century Gothic"/>
                <a:cs typeface="Century Gothic"/>
              </a:rPr>
              <a:t>e</a:t>
            </a:r>
            <a:r>
              <a:rPr sz="3000" spc="-56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50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729980" cy="416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1465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-50" dirty="0">
                <a:latin typeface="Tahoma"/>
                <a:cs typeface="Tahoma"/>
              </a:rPr>
              <a:t>B</a:t>
            </a:r>
            <a:r>
              <a:rPr sz="3000" b="1" spc="10" dirty="0">
                <a:latin typeface="Tahoma"/>
                <a:cs typeface="Tahoma"/>
              </a:rPr>
              <a:t>ac</a:t>
            </a:r>
            <a:r>
              <a:rPr sz="3000" b="1" spc="5" dirty="0">
                <a:latin typeface="Tahoma"/>
                <a:cs typeface="Tahoma"/>
              </a:rPr>
              <a:t>k</a:t>
            </a:r>
            <a:r>
              <a:rPr sz="3000" b="1" spc="70" dirty="0">
                <a:latin typeface="Tahoma"/>
                <a:cs typeface="Tahoma"/>
              </a:rPr>
              <a:t>g</a:t>
            </a:r>
            <a:r>
              <a:rPr sz="3000" b="1" spc="35" dirty="0">
                <a:latin typeface="Tahoma"/>
                <a:cs typeface="Tahoma"/>
              </a:rPr>
              <a:t>r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-5" dirty="0">
                <a:latin typeface="Tahoma"/>
                <a:cs typeface="Tahoma"/>
              </a:rPr>
              <a:t>u</a:t>
            </a:r>
            <a:r>
              <a:rPr sz="3000" b="1" spc="-10" dirty="0">
                <a:latin typeface="Tahoma"/>
                <a:cs typeface="Tahoma"/>
              </a:rPr>
              <a:t>n</a:t>
            </a:r>
            <a:r>
              <a:rPr sz="3000" b="1" spc="75" dirty="0">
                <a:latin typeface="Tahoma"/>
                <a:cs typeface="Tahoma"/>
              </a:rPr>
              <a:t>d</a:t>
            </a:r>
            <a:r>
              <a:rPr sz="3000" b="1" spc="55" dirty="0">
                <a:latin typeface="Tahoma"/>
                <a:cs typeface="Tahoma"/>
              </a:rPr>
              <a:t> </a:t>
            </a:r>
            <a:r>
              <a:rPr sz="3000" b="1" spc="-280" dirty="0">
                <a:latin typeface="Tahoma"/>
                <a:cs typeface="Tahoma"/>
              </a:rPr>
              <a:t>w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75" dirty="0">
                <a:latin typeface="Tahoma"/>
                <a:cs typeface="Tahoma"/>
              </a:rPr>
              <a:t>i</a:t>
            </a:r>
            <a:r>
              <a:rPr sz="3000" b="1" spc="-110" dirty="0">
                <a:latin typeface="Tahoma"/>
                <a:cs typeface="Tahoma"/>
              </a:rPr>
              <a:t>t</a:t>
            </a:r>
            <a:r>
              <a:rPr sz="3000" b="1" spc="30" dirty="0">
                <a:latin typeface="Tahoma"/>
                <a:cs typeface="Tahoma"/>
              </a:rPr>
              <a:t>e</a:t>
            </a:r>
            <a:r>
              <a:rPr sz="3000" b="1" spc="25" dirty="0">
                <a:latin typeface="Tahoma"/>
                <a:cs typeface="Tahoma"/>
              </a:rPr>
              <a:t>r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365" dirty="0">
                <a:latin typeface="Tahoma"/>
                <a:cs typeface="Tahoma"/>
              </a:rPr>
              <a:t>/</a:t>
            </a:r>
            <a:r>
              <a:rPr sz="3000" b="1" spc="40" dirty="0">
                <a:latin typeface="Tahoma"/>
                <a:cs typeface="Tahoma"/>
              </a:rPr>
              <a:t> </a:t>
            </a:r>
            <a:r>
              <a:rPr sz="3000" b="1" spc="-60" dirty="0">
                <a:latin typeface="Tahoma"/>
                <a:cs typeface="Tahoma"/>
              </a:rPr>
              <a:t>ch</a:t>
            </a:r>
            <a:r>
              <a:rPr sz="3000" b="1" spc="-70" dirty="0">
                <a:latin typeface="Tahoma"/>
                <a:cs typeface="Tahoma"/>
              </a:rPr>
              <a:t>e</a:t>
            </a:r>
            <a:r>
              <a:rPr sz="3000" b="1" spc="-60" dirty="0">
                <a:latin typeface="Tahoma"/>
                <a:cs typeface="Tahoma"/>
              </a:rPr>
              <a:t>ck</a:t>
            </a:r>
            <a:r>
              <a:rPr sz="3000" b="1" spc="30" dirty="0">
                <a:latin typeface="Tahoma"/>
                <a:cs typeface="Tahoma"/>
              </a:rPr>
              <a:t>p</a:t>
            </a:r>
            <a:r>
              <a:rPr sz="3000" b="1" spc="25" dirty="0">
                <a:latin typeface="Tahoma"/>
                <a:cs typeface="Tahoma"/>
              </a:rPr>
              <a:t>o</a:t>
            </a:r>
            <a:r>
              <a:rPr sz="3000" b="1" spc="15" dirty="0">
                <a:latin typeface="Tahoma"/>
                <a:cs typeface="Tahoma"/>
              </a:rPr>
              <a:t>i</a:t>
            </a:r>
            <a:r>
              <a:rPr sz="3000" b="1" spc="25" dirty="0">
                <a:latin typeface="Tahoma"/>
                <a:cs typeface="Tahoma"/>
              </a:rPr>
              <a:t>n</a:t>
            </a:r>
            <a:r>
              <a:rPr sz="3000" b="1" spc="-65" dirty="0">
                <a:latin typeface="Tahoma"/>
                <a:cs typeface="Tahoma"/>
              </a:rPr>
              <a:t>t</a:t>
            </a:r>
            <a:r>
              <a:rPr sz="3000" b="1" spc="-105" dirty="0">
                <a:latin typeface="Tahoma"/>
                <a:cs typeface="Tahoma"/>
              </a:rPr>
              <a:t>e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731520" marR="5080" indent="-502920">
              <a:lnSpc>
                <a:spcPts val="3579"/>
              </a:lnSpc>
              <a:spcBef>
                <a:spcPts val="126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170" dirty="0">
                <a:latin typeface="Century Gothic"/>
                <a:cs typeface="Century Gothic"/>
              </a:rPr>
              <a:t>ff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2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15" dirty="0">
                <a:latin typeface="Century Gothic"/>
                <a:cs typeface="Century Gothic"/>
              </a:rPr>
              <a:t>c</a:t>
            </a:r>
            <a:r>
              <a:rPr sz="3000" spc="-375" dirty="0">
                <a:latin typeface="Century Gothic"/>
                <a:cs typeface="Century Gothic"/>
              </a:rPr>
              <a:t>kp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1"/>
              </a:spcBef>
              <a:buFont typeface="MS Gothic"/>
              <a:buChar char="●"/>
            </a:pP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spc="-70" dirty="0">
                <a:latin typeface="Tahoma"/>
                <a:cs typeface="Tahoma"/>
              </a:rPr>
              <a:t>W</a:t>
            </a:r>
            <a:r>
              <a:rPr sz="3000" b="1" spc="-55" dirty="0">
                <a:latin typeface="Tahoma"/>
                <a:cs typeface="Tahoma"/>
              </a:rPr>
              <a:t>A</a:t>
            </a:r>
            <a:r>
              <a:rPr sz="3000" b="1" spc="-125" dirty="0">
                <a:latin typeface="Tahoma"/>
                <a:cs typeface="Tahoma"/>
              </a:rPr>
              <a:t>L</a:t>
            </a:r>
            <a:r>
              <a:rPr sz="3000" b="1" spc="50" dirty="0">
                <a:latin typeface="Tahoma"/>
                <a:cs typeface="Tahoma"/>
              </a:rPr>
              <a:t> </a:t>
            </a:r>
            <a:r>
              <a:rPr sz="3000" b="1" spc="-280" dirty="0">
                <a:latin typeface="Tahoma"/>
                <a:cs typeface="Tahoma"/>
              </a:rPr>
              <a:t>w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75" dirty="0">
                <a:latin typeface="Tahoma"/>
                <a:cs typeface="Tahoma"/>
              </a:rPr>
              <a:t>i</a:t>
            </a:r>
            <a:r>
              <a:rPr sz="3000" b="1" spc="-110" dirty="0">
                <a:latin typeface="Tahoma"/>
                <a:cs typeface="Tahoma"/>
              </a:rPr>
              <a:t>t</a:t>
            </a:r>
            <a:r>
              <a:rPr sz="3000" b="1" spc="30" dirty="0">
                <a:latin typeface="Tahoma"/>
                <a:cs typeface="Tahoma"/>
              </a:rPr>
              <a:t>e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444500" indent="-215900">
              <a:lnSpc>
                <a:spcPct val="100000"/>
              </a:lnSpc>
              <a:spcBef>
                <a:spcPts val="114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w</a:t>
            </a:r>
            <a:r>
              <a:rPr sz="3000" spc="-140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655685" cy="4274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760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30" dirty="0">
                <a:latin typeface="Tahoma"/>
                <a:cs typeface="Tahoma"/>
              </a:rPr>
              <a:t>Lan</a:t>
            </a:r>
            <a:r>
              <a:rPr sz="3000" b="1" spc="20" dirty="0">
                <a:latin typeface="Tahoma"/>
                <a:cs typeface="Tahoma"/>
              </a:rPr>
              <a:t>z</a:t>
            </a:r>
            <a:r>
              <a:rPr sz="3000" b="1" spc="85" dirty="0">
                <a:latin typeface="Tahoma"/>
                <a:cs typeface="Tahoma"/>
              </a:rPr>
              <a:t>ad</a:t>
            </a:r>
            <a:r>
              <a:rPr sz="3000" b="1" spc="70" dirty="0">
                <a:latin typeface="Tahoma"/>
                <a:cs typeface="Tahoma"/>
              </a:rPr>
              <a:t>o</a:t>
            </a:r>
            <a:r>
              <a:rPr sz="3000" b="1" spc="25" dirty="0">
                <a:latin typeface="Tahoma"/>
                <a:cs typeface="Tahoma"/>
              </a:rPr>
              <a:t>r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50" dirty="0">
                <a:latin typeface="Tahoma"/>
                <a:cs typeface="Tahoma"/>
              </a:rPr>
              <a:t>de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90" dirty="0">
                <a:latin typeface="Tahoma"/>
                <a:cs typeface="Tahoma"/>
              </a:rPr>
              <a:t>A</a:t>
            </a:r>
            <a:r>
              <a:rPr sz="3000" b="1" spc="-140" dirty="0">
                <a:latin typeface="Tahoma"/>
                <a:cs typeface="Tahoma"/>
              </a:rPr>
              <a:t>u</a:t>
            </a:r>
            <a:r>
              <a:rPr sz="3000" b="1" spc="-100" dirty="0">
                <a:latin typeface="Tahoma"/>
                <a:cs typeface="Tahoma"/>
              </a:rPr>
              <a:t>t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-5" dirty="0">
                <a:latin typeface="Tahoma"/>
                <a:cs typeface="Tahoma"/>
              </a:rPr>
              <a:t>Vac</a:t>
            </a:r>
            <a:r>
              <a:rPr sz="3000" b="1" spc="-10" dirty="0">
                <a:latin typeface="Tahoma"/>
                <a:cs typeface="Tahoma"/>
              </a:rPr>
              <a:t>u</a:t>
            </a:r>
            <a:r>
              <a:rPr sz="3000" b="1" spc="-30" dirty="0">
                <a:latin typeface="Tahoma"/>
                <a:cs typeface="Tahoma"/>
              </a:rPr>
              <a:t>um</a:t>
            </a:r>
            <a:endParaRPr sz="3000">
              <a:latin typeface="Tahoma"/>
              <a:cs typeface="Tahoma"/>
            </a:endParaRPr>
          </a:p>
          <a:p>
            <a:pPr marL="444500" indent="-215900">
              <a:lnSpc>
                <a:spcPct val="100000"/>
              </a:lnSpc>
              <a:spcBef>
                <a:spcPts val="113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-365" dirty="0">
                <a:latin typeface="Century Gothic"/>
                <a:cs typeface="Century Gothic"/>
              </a:rPr>
              <a:t>cu</a:t>
            </a:r>
            <a:r>
              <a:rPr sz="3000" spc="-350" dirty="0">
                <a:latin typeface="Century Gothic"/>
                <a:cs typeface="Century Gothic"/>
              </a:rPr>
              <a:t>u</a:t>
            </a:r>
            <a:r>
              <a:rPr sz="3000" spc="-455" dirty="0">
                <a:latin typeface="Century Gothic"/>
                <a:cs typeface="Century Gothic"/>
              </a:rPr>
              <a:t>m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ú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2"/>
              </a:spcBef>
              <a:buFont typeface="MS Gothic"/>
              <a:buChar char="●"/>
            </a:pP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spc="-25" dirty="0">
                <a:latin typeface="Tahoma"/>
                <a:cs typeface="Tahoma"/>
              </a:rPr>
              <a:t>P</a:t>
            </a:r>
            <a:r>
              <a:rPr sz="3000" b="1" spc="-30" dirty="0">
                <a:latin typeface="Tahoma"/>
                <a:cs typeface="Tahoma"/>
              </a:rPr>
              <a:t>r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-85" dirty="0">
                <a:latin typeface="Tahoma"/>
                <a:cs typeface="Tahoma"/>
              </a:rPr>
              <a:t>c</a:t>
            </a:r>
            <a:r>
              <a:rPr sz="3000" b="1" spc="-105" dirty="0">
                <a:latin typeface="Tahoma"/>
                <a:cs typeface="Tahoma"/>
              </a:rPr>
              <a:t>es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-110" dirty="0">
                <a:latin typeface="Tahoma"/>
                <a:cs typeface="Tahoma"/>
              </a:rPr>
              <a:t>s</a:t>
            </a:r>
            <a:r>
              <a:rPr sz="3000" b="1" spc="50" dirty="0">
                <a:latin typeface="Tahoma"/>
                <a:cs typeface="Tahoma"/>
              </a:rPr>
              <a:t> de</a:t>
            </a:r>
            <a:r>
              <a:rPr sz="3000" b="1" spc="35" dirty="0">
                <a:latin typeface="Tahoma"/>
                <a:cs typeface="Tahoma"/>
              </a:rPr>
              <a:t> </a:t>
            </a:r>
            <a:r>
              <a:rPr sz="3000" b="1" spc="90" dirty="0">
                <a:latin typeface="Tahoma"/>
                <a:cs typeface="Tahoma"/>
              </a:rPr>
              <a:t>A</a:t>
            </a:r>
            <a:r>
              <a:rPr sz="3000" b="1" spc="-140" dirty="0">
                <a:latin typeface="Tahoma"/>
                <a:cs typeface="Tahoma"/>
              </a:rPr>
              <a:t>u</a:t>
            </a:r>
            <a:r>
              <a:rPr sz="3000" b="1" spc="-100" dirty="0">
                <a:latin typeface="Tahoma"/>
                <a:cs typeface="Tahoma"/>
              </a:rPr>
              <a:t>t</a:t>
            </a:r>
            <a:r>
              <a:rPr sz="3000" b="1" spc="-25" dirty="0">
                <a:latin typeface="Tahoma"/>
                <a:cs typeface="Tahoma"/>
              </a:rPr>
              <a:t>ovac</a:t>
            </a:r>
            <a:r>
              <a:rPr sz="3000" b="1" spc="-40" dirty="0">
                <a:latin typeface="Tahoma"/>
                <a:cs typeface="Tahoma"/>
              </a:rPr>
              <a:t>u</a:t>
            </a:r>
            <a:r>
              <a:rPr sz="3000" b="1" spc="-25" dirty="0">
                <a:latin typeface="Tahoma"/>
                <a:cs typeface="Tahoma"/>
              </a:rPr>
              <a:t>u</a:t>
            </a:r>
            <a:r>
              <a:rPr sz="3000" b="1" spc="-50" dirty="0">
                <a:latin typeface="Tahoma"/>
                <a:cs typeface="Tahoma"/>
              </a:rPr>
              <a:t>m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444500" indent="-215900">
              <a:lnSpc>
                <a:spcPct val="100000"/>
              </a:lnSpc>
              <a:spcBef>
                <a:spcPts val="113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50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44500" indent="-21590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20" dirty="0">
                <a:latin typeface="Century Gothic"/>
                <a:cs typeface="Century Gothic"/>
              </a:rPr>
              <a:t>cu</a:t>
            </a:r>
            <a:r>
              <a:rPr sz="3000" spc="-455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60" dirty="0">
                <a:latin typeface="Century Gothic"/>
                <a:cs typeface="Century Gothic"/>
              </a:rPr>
              <a:t>u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ut</a:t>
            </a:r>
            <a:r>
              <a:rPr sz="3000" spc="85" dirty="0">
                <a:latin typeface="Century Gothic"/>
                <a:cs typeface="Century Gothic"/>
              </a:rPr>
              <a:t>il</a:t>
            </a:r>
            <a:r>
              <a:rPr sz="3000" spc="-120" dirty="0">
                <a:latin typeface="Century Gothic"/>
                <a:cs typeface="Century Gothic"/>
              </a:rPr>
              <a:t>iz</a:t>
            </a:r>
            <a:r>
              <a:rPr sz="3000" spc="-235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81440" cy="236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05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 marR="5080" algn="just">
              <a:lnSpc>
                <a:spcPct val="99300"/>
              </a:lnSpc>
              <a:spcBef>
                <a:spcPts val="3295"/>
              </a:spcBef>
            </a:pP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s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325" dirty="0">
                <a:latin typeface="Century Gothic"/>
                <a:cs typeface="Century Gothic"/>
              </a:rPr>
              <a:t>cu</a:t>
            </a:r>
            <a:r>
              <a:rPr sz="3000" spc="-155" dirty="0">
                <a:latin typeface="Century Gothic"/>
                <a:cs typeface="Century Gothic"/>
              </a:rPr>
              <a:t>r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P</a:t>
            </a:r>
            <a:r>
              <a:rPr sz="3000" spc="-320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29" dirty="0">
                <a:latin typeface="Century Gothic"/>
                <a:cs typeface="Century Gothic"/>
              </a:rPr>
              <a:t>“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2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M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V</a:t>
            </a:r>
            <a:r>
              <a:rPr sz="3000" spc="-32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3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1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”</a:t>
            </a:r>
            <a:r>
              <a:rPr sz="3000" spc="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16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(</a:t>
            </a:r>
            <a:r>
              <a:rPr sz="3000" spc="-39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M</a:t>
            </a:r>
            <a:r>
              <a:rPr sz="3000" spc="-1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ul</a:t>
            </a:r>
            <a:r>
              <a:rPr sz="3000" spc="-1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</a:t>
            </a:r>
            <a:r>
              <a:rPr sz="3000" spc="-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i</a:t>
            </a:r>
            <a:r>
              <a:rPr sz="3000" spc="-21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v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-2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r>
              <a:rPr sz="3000" spc="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i</a:t>
            </a:r>
            <a:r>
              <a:rPr sz="3000" spc="-30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n</a:t>
            </a:r>
            <a:r>
              <a:rPr sz="3000" spc="4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32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2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on</a:t>
            </a:r>
            <a:r>
              <a:rPr sz="3000" spc="-32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cu</a:t>
            </a:r>
            <a:r>
              <a:rPr sz="3000" spc="-15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n</a:t>
            </a:r>
            <a:r>
              <a:rPr sz="3000" spc="-55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45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y</a:t>
            </a:r>
            <a:r>
              <a:rPr sz="3000" spc="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3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29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3000" spc="-26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n</a:t>
            </a:r>
            <a:r>
              <a:rPr sz="3000" spc="-2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-29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3000" spc="-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sz="3000" spc="-4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315" dirty="0">
                <a:latin typeface="Century Gothic"/>
                <a:cs typeface="Century Gothic"/>
              </a:rPr>
              <a:t>u</a:t>
            </a:r>
            <a:r>
              <a:rPr sz="3000" spc="-330" dirty="0">
                <a:latin typeface="Century Gothic"/>
                <a:cs typeface="Century Gothic"/>
              </a:rPr>
              <a:t>g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í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144635" cy="514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14935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59"/>
              </a:spcBef>
            </a:pPr>
            <a:r>
              <a:rPr sz="2800" b="1" spc="-185" dirty="0">
                <a:latin typeface="Tahoma"/>
                <a:cs typeface="Tahoma"/>
              </a:rPr>
              <a:t>W</a:t>
            </a:r>
            <a:r>
              <a:rPr sz="2800" b="1" spc="95" dirty="0">
                <a:latin typeface="Tahoma"/>
                <a:cs typeface="Tahoma"/>
              </a:rPr>
              <a:t>A</a:t>
            </a:r>
            <a:r>
              <a:rPr sz="2750" b="1" spc="-95" dirty="0">
                <a:latin typeface="Tahoma"/>
                <a:cs typeface="Tahoma"/>
              </a:rPr>
              <a:t>L</a:t>
            </a:r>
            <a:r>
              <a:rPr sz="2750" b="1" spc="55" dirty="0">
                <a:latin typeface="Tahoma"/>
                <a:cs typeface="Tahoma"/>
              </a:rPr>
              <a:t> </a:t>
            </a:r>
            <a:r>
              <a:rPr sz="2800" b="1" spc="-80" dirty="0">
                <a:latin typeface="Tahoma"/>
                <a:cs typeface="Tahoma"/>
              </a:rPr>
              <a:t>S</a:t>
            </a:r>
            <a:r>
              <a:rPr sz="2800" b="1" spc="-70" dirty="0">
                <a:latin typeface="Tahoma"/>
                <a:cs typeface="Tahoma"/>
              </a:rPr>
              <a:t>e</a:t>
            </a:r>
            <a:r>
              <a:rPr sz="2800" b="1" dirty="0">
                <a:latin typeface="Tahoma"/>
                <a:cs typeface="Tahoma"/>
              </a:rPr>
              <a:t>n</a:t>
            </a:r>
            <a:r>
              <a:rPr sz="2800" b="1" spc="55" dirty="0">
                <a:latin typeface="Tahoma"/>
                <a:cs typeface="Tahoma"/>
              </a:rPr>
              <a:t>d</a:t>
            </a:r>
            <a:r>
              <a:rPr sz="2800" b="1" spc="25" dirty="0">
                <a:latin typeface="Tahoma"/>
                <a:cs typeface="Tahoma"/>
              </a:rPr>
              <a:t>er</a:t>
            </a:r>
            <a:r>
              <a:rPr sz="2800" b="1" spc="45" dirty="0">
                <a:latin typeface="Tahoma"/>
                <a:cs typeface="Tahoma"/>
              </a:rPr>
              <a:t> </a:t>
            </a:r>
            <a:r>
              <a:rPr sz="2800" b="1" spc="-340" dirty="0">
                <a:latin typeface="Tahoma"/>
                <a:cs typeface="Tahoma"/>
              </a:rPr>
              <a:t>/</a:t>
            </a:r>
            <a:r>
              <a:rPr sz="2800" b="1" spc="45" dirty="0">
                <a:latin typeface="Tahoma"/>
                <a:cs typeface="Tahoma"/>
              </a:rPr>
              <a:t> </a:t>
            </a:r>
            <a:r>
              <a:rPr sz="2800" b="1" spc="-130" dirty="0">
                <a:latin typeface="Tahoma"/>
                <a:cs typeface="Tahoma"/>
              </a:rPr>
              <a:t>R</a:t>
            </a:r>
            <a:r>
              <a:rPr sz="2800" b="1" spc="-110" dirty="0">
                <a:latin typeface="Tahoma"/>
                <a:cs typeface="Tahoma"/>
              </a:rPr>
              <a:t>e</a:t>
            </a:r>
            <a:r>
              <a:rPr sz="2800" b="1" spc="-195" dirty="0">
                <a:latin typeface="Tahoma"/>
                <a:cs typeface="Tahoma"/>
              </a:rPr>
              <a:t>c</a:t>
            </a:r>
            <a:r>
              <a:rPr sz="2800" b="1" spc="20" dirty="0">
                <a:latin typeface="Tahoma"/>
                <a:cs typeface="Tahoma"/>
              </a:rPr>
              <a:t>e</a:t>
            </a:r>
            <a:r>
              <a:rPr sz="2800" b="1" dirty="0">
                <a:latin typeface="Tahoma"/>
                <a:cs typeface="Tahoma"/>
              </a:rPr>
              <a:t>i</a:t>
            </a:r>
            <a:r>
              <a:rPr sz="2800" b="1" spc="-50" dirty="0">
                <a:latin typeface="Tahoma"/>
                <a:cs typeface="Tahoma"/>
              </a:rPr>
              <a:t>v</a:t>
            </a:r>
            <a:r>
              <a:rPr sz="2800" b="1" spc="20" dirty="0">
                <a:latin typeface="Tahoma"/>
                <a:cs typeface="Tahoma"/>
              </a:rPr>
              <a:t>er</a:t>
            </a:r>
            <a:r>
              <a:rPr sz="2800" b="1" spc="50" dirty="0">
                <a:latin typeface="Tahoma"/>
                <a:cs typeface="Tahoma"/>
              </a:rPr>
              <a:t> </a:t>
            </a:r>
            <a:r>
              <a:rPr sz="2800" b="1" spc="-160" dirty="0">
                <a:latin typeface="Tahoma"/>
                <a:cs typeface="Tahoma"/>
              </a:rPr>
              <a:t>(9</a:t>
            </a:r>
            <a:r>
              <a:rPr sz="2800" b="1" spc="-25" dirty="0">
                <a:latin typeface="Tahoma"/>
                <a:cs typeface="Tahoma"/>
              </a:rPr>
              <a:t>.</a:t>
            </a:r>
            <a:r>
              <a:rPr sz="2800" b="1" spc="-55" dirty="0">
                <a:latin typeface="Tahoma"/>
                <a:cs typeface="Tahoma"/>
              </a:rPr>
              <a:t>1</a:t>
            </a:r>
            <a:r>
              <a:rPr sz="2800" b="1" spc="5" dirty="0">
                <a:latin typeface="Tahoma"/>
                <a:cs typeface="Tahoma"/>
              </a:rPr>
              <a:t>+</a:t>
            </a:r>
            <a:r>
              <a:rPr sz="2800" b="1" spc="-170" dirty="0">
                <a:latin typeface="Tahoma"/>
                <a:cs typeface="Tahoma"/>
              </a:rPr>
              <a:t>):</a:t>
            </a:r>
            <a:endParaRPr sz="2800">
              <a:latin typeface="Tahoma"/>
              <a:cs typeface="Tahoma"/>
            </a:endParaRPr>
          </a:p>
          <a:p>
            <a:pPr marL="680720" marR="40640" indent="-466090">
              <a:lnSpc>
                <a:spcPts val="3320"/>
              </a:lnSpc>
              <a:spcBef>
                <a:spcPts val="1170"/>
              </a:spcBef>
              <a:buSzPct val="43636"/>
              <a:buFont typeface="MS Gothic"/>
              <a:buChar char="●"/>
              <a:tabLst>
                <a:tab pos="415290" algn="l"/>
              </a:tabLst>
            </a:pPr>
            <a:r>
              <a:rPr sz="2750" spc="-254" dirty="0">
                <a:latin typeface="Century Gothic"/>
                <a:cs typeface="Century Gothic"/>
              </a:rPr>
              <a:t>P</a:t>
            </a:r>
            <a:r>
              <a:rPr sz="2750" spc="-265" dirty="0">
                <a:latin typeface="Century Gothic"/>
                <a:cs typeface="Century Gothic"/>
              </a:rPr>
              <a:t>o</a:t>
            </a:r>
            <a:r>
              <a:rPr sz="2750" spc="-415" dirty="0">
                <a:latin typeface="Century Gothic"/>
                <a:cs typeface="Century Gothic"/>
              </a:rPr>
              <a:t>d</a:t>
            </a:r>
            <a:r>
              <a:rPr sz="2750" spc="-405" dirty="0">
                <a:latin typeface="Century Gothic"/>
                <a:cs typeface="Century Gothic"/>
              </a:rPr>
              <a:t>em</a:t>
            </a:r>
            <a:r>
              <a:rPr sz="2750" spc="-265" dirty="0">
                <a:latin typeface="Century Gothic"/>
                <a:cs typeface="Century Gothic"/>
              </a:rPr>
              <a:t>o</a:t>
            </a:r>
            <a:r>
              <a:rPr sz="2750" spc="-15" dirty="0">
                <a:latin typeface="Century Gothic"/>
                <a:cs typeface="Century Gothic"/>
              </a:rPr>
              <a:t>s</a:t>
            </a:r>
            <a:r>
              <a:rPr sz="2750" spc="45" dirty="0">
                <a:latin typeface="Century Gothic"/>
                <a:cs typeface="Century Gothic"/>
              </a:rPr>
              <a:t> </a:t>
            </a:r>
            <a:r>
              <a:rPr sz="2750" spc="-525" dirty="0">
                <a:latin typeface="Century Gothic"/>
                <a:cs typeface="Century Gothic"/>
              </a:rPr>
              <a:t>c</a:t>
            </a:r>
            <a:r>
              <a:rPr sz="2750" spc="35" dirty="0">
                <a:latin typeface="Century Gothic"/>
                <a:cs typeface="Century Gothic"/>
              </a:rPr>
              <a:t>r</a:t>
            </a:r>
            <a:r>
              <a:rPr sz="2750" spc="-425" dirty="0">
                <a:latin typeface="Century Gothic"/>
                <a:cs typeface="Century Gothic"/>
              </a:rPr>
              <a:t>e</a:t>
            </a:r>
            <a:r>
              <a:rPr sz="2750" spc="-375" dirty="0">
                <a:latin typeface="Century Gothic"/>
                <a:cs typeface="Century Gothic"/>
              </a:rPr>
              <a:t>a</a:t>
            </a:r>
            <a:r>
              <a:rPr sz="2750" spc="45" dirty="0">
                <a:latin typeface="Century Gothic"/>
                <a:cs typeface="Century Gothic"/>
              </a:rPr>
              <a:t>r</a:t>
            </a:r>
            <a:r>
              <a:rPr sz="2750" spc="30" dirty="0">
                <a:latin typeface="Century Gothic"/>
                <a:cs typeface="Century Gothic"/>
              </a:rPr>
              <a:t> </a:t>
            </a:r>
            <a:r>
              <a:rPr sz="2750" spc="-275" dirty="0">
                <a:latin typeface="Century Gothic"/>
                <a:cs typeface="Century Gothic"/>
              </a:rPr>
              <a:t>un</a:t>
            </a:r>
            <a:r>
              <a:rPr sz="2750" spc="-305" dirty="0">
                <a:latin typeface="Century Gothic"/>
                <a:cs typeface="Century Gothic"/>
              </a:rPr>
              <a:t>a</a:t>
            </a:r>
            <a:r>
              <a:rPr sz="2750" spc="45" dirty="0">
                <a:latin typeface="Century Gothic"/>
                <a:cs typeface="Century Gothic"/>
              </a:rPr>
              <a:t> </a:t>
            </a:r>
            <a:r>
              <a:rPr sz="2750" spc="35" dirty="0">
                <a:latin typeface="Century Gothic"/>
                <a:cs typeface="Century Gothic"/>
              </a:rPr>
              <a:t>r</a:t>
            </a:r>
            <a:r>
              <a:rPr sz="2750" spc="-425" dirty="0">
                <a:latin typeface="Century Gothic"/>
                <a:cs typeface="Century Gothic"/>
              </a:rPr>
              <a:t>e</a:t>
            </a:r>
            <a:r>
              <a:rPr sz="2750" spc="-150" dirty="0">
                <a:latin typeface="Century Gothic"/>
                <a:cs typeface="Century Gothic"/>
              </a:rPr>
              <a:t>pli</a:t>
            </a:r>
            <a:r>
              <a:rPr sz="2750" spc="-280" dirty="0">
                <a:latin typeface="Century Gothic"/>
                <a:cs typeface="Century Gothic"/>
              </a:rPr>
              <a:t>c</a:t>
            </a:r>
            <a:r>
              <a:rPr sz="2750" spc="-455" dirty="0">
                <a:latin typeface="Century Gothic"/>
                <a:cs typeface="Century Gothic"/>
              </a:rPr>
              <a:t>a</a:t>
            </a:r>
            <a:r>
              <a:rPr sz="2750" spc="-434" dirty="0">
                <a:latin typeface="Century Gothic"/>
                <a:cs typeface="Century Gothic"/>
              </a:rPr>
              <a:t>c</a:t>
            </a:r>
            <a:r>
              <a:rPr sz="2750" spc="-45" dirty="0">
                <a:latin typeface="Century Gothic"/>
                <a:cs typeface="Century Gothic"/>
              </a:rPr>
              <a:t>i</a:t>
            </a:r>
            <a:r>
              <a:rPr sz="2750" spc="-140" dirty="0">
                <a:latin typeface="Century Gothic"/>
                <a:cs typeface="Century Gothic"/>
              </a:rPr>
              <a:t>ó</a:t>
            </a:r>
            <a:r>
              <a:rPr sz="2750" spc="-235" dirty="0">
                <a:latin typeface="Century Gothic"/>
                <a:cs typeface="Century Gothic"/>
              </a:rPr>
              <a:t>n</a:t>
            </a:r>
            <a:r>
              <a:rPr sz="2750" spc="35" dirty="0">
                <a:latin typeface="Century Gothic"/>
                <a:cs typeface="Century Gothic"/>
              </a:rPr>
              <a:t> </a:t>
            </a:r>
            <a:r>
              <a:rPr sz="2750" spc="-375" dirty="0">
                <a:latin typeface="Century Gothic"/>
                <a:cs typeface="Century Gothic"/>
              </a:rPr>
              <a:t>d</a:t>
            </a:r>
            <a:r>
              <a:rPr sz="2750" spc="-415" dirty="0">
                <a:latin typeface="Century Gothic"/>
                <a:cs typeface="Century Gothic"/>
              </a:rPr>
              <a:t>e</a:t>
            </a:r>
            <a:r>
              <a:rPr sz="2750" spc="25" dirty="0">
                <a:latin typeface="Century Gothic"/>
                <a:cs typeface="Century Gothic"/>
              </a:rPr>
              <a:t> </a:t>
            </a:r>
            <a:r>
              <a:rPr sz="2750" spc="-260" dirty="0">
                <a:latin typeface="Century Gothic"/>
                <a:cs typeface="Century Gothic"/>
              </a:rPr>
              <a:t>bas</a:t>
            </a:r>
            <a:r>
              <a:rPr sz="2750" spc="-425" dirty="0">
                <a:latin typeface="Century Gothic"/>
                <a:cs typeface="Century Gothic"/>
              </a:rPr>
              <a:t>e</a:t>
            </a:r>
            <a:r>
              <a:rPr sz="2750" spc="-15" dirty="0">
                <a:latin typeface="Century Gothic"/>
                <a:cs typeface="Century Gothic"/>
              </a:rPr>
              <a:t>s</a:t>
            </a:r>
            <a:r>
              <a:rPr sz="2750" spc="40" dirty="0">
                <a:latin typeface="Century Gothic"/>
                <a:cs typeface="Century Gothic"/>
              </a:rPr>
              <a:t> </a:t>
            </a:r>
            <a:r>
              <a:rPr sz="2750" spc="-405" dirty="0">
                <a:latin typeface="Century Gothic"/>
                <a:cs typeface="Century Gothic"/>
              </a:rPr>
              <a:t>de</a:t>
            </a:r>
            <a:r>
              <a:rPr sz="2750" spc="35" dirty="0">
                <a:latin typeface="Century Gothic"/>
                <a:cs typeface="Century Gothic"/>
              </a:rPr>
              <a:t> </a:t>
            </a:r>
            <a:r>
              <a:rPr sz="2750" spc="-395" dirty="0">
                <a:latin typeface="Century Gothic"/>
                <a:cs typeface="Century Gothic"/>
              </a:rPr>
              <a:t>da</a:t>
            </a:r>
            <a:r>
              <a:rPr sz="2750" spc="-195" dirty="0">
                <a:latin typeface="Century Gothic"/>
                <a:cs typeface="Century Gothic"/>
              </a:rPr>
              <a:t>t</a:t>
            </a:r>
            <a:r>
              <a:rPr sz="2750" spc="-265" dirty="0">
                <a:latin typeface="Century Gothic"/>
                <a:cs typeface="Century Gothic"/>
              </a:rPr>
              <a:t>o</a:t>
            </a:r>
            <a:r>
              <a:rPr sz="2750" spc="-15" dirty="0">
                <a:latin typeface="Century Gothic"/>
                <a:cs typeface="Century Gothic"/>
              </a:rPr>
              <a:t>s</a:t>
            </a:r>
            <a:r>
              <a:rPr sz="2750" spc="35" dirty="0">
                <a:latin typeface="Century Gothic"/>
                <a:cs typeface="Century Gothic"/>
              </a:rPr>
              <a:t> </a:t>
            </a:r>
            <a:r>
              <a:rPr sz="2750" spc="-405" dirty="0">
                <a:latin typeface="Century Gothic"/>
                <a:cs typeface="Century Gothic"/>
              </a:rPr>
              <a:t>de</a:t>
            </a:r>
            <a:r>
              <a:rPr sz="2750" spc="-170" dirty="0">
                <a:latin typeface="Century Gothic"/>
                <a:cs typeface="Century Gothic"/>
              </a:rPr>
              <a:t> </a:t>
            </a:r>
            <a:r>
              <a:rPr sz="2800" spc="-405" dirty="0">
                <a:latin typeface="Century Gothic"/>
                <a:cs typeface="Century Gothic"/>
              </a:rPr>
              <a:t>man</a:t>
            </a:r>
            <a:r>
              <a:rPr sz="2800" spc="-360" dirty="0">
                <a:latin typeface="Century Gothic"/>
                <a:cs typeface="Century Gothic"/>
              </a:rPr>
              <a:t>e</a:t>
            </a:r>
            <a:r>
              <a:rPr sz="2800" spc="20" dirty="0">
                <a:latin typeface="Century Gothic"/>
                <a:cs typeface="Century Gothic"/>
              </a:rPr>
              <a:t>r</a:t>
            </a:r>
            <a:r>
              <a:rPr sz="2800" spc="-425" dirty="0">
                <a:latin typeface="Century Gothic"/>
                <a:cs typeface="Century Gothic"/>
              </a:rPr>
              <a:t>a</a:t>
            </a:r>
            <a:r>
              <a:rPr sz="2800" spc="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s</a:t>
            </a:r>
            <a:r>
              <a:rPr sz="2800" spc="60" dirty="0">
                <a:latin typeface="Century Gothic"/>
                <a:cs typeface="Century Gothic"/>
              </a:rPr>
              <a:t>í</a:t>
            </a:r>
            <a:r>
              <a:rPr sz="2800" spc="-260" dirty="0">
                <a:latin typeface="Century Gothic"/>
                <a:cs typeface="Century Gothic"/>
              </a:rPr>
              <a:t>n</a:t>
            </a:r>
            <a:r>
              <a:rPr sz="2800" spc="-550" dirty="0">
                <a:latin typeface="Century Gothic"/>
                <a:cs typeface="Century Gothic"/>
              </a:rPr>
              <a:t>c</a:t>
            </a:r>
            <a:r>
              <a:rPr sz="2800" spc="20" dirty="0">
                <a:latin typeface="Century Gothic"/>
                <a:cs typeface="Century Gothic"/>
              </a:rPr>
              <a:t>r</a:t>
            </a:r>
            <a:r>
              <a:rPr sz="2800" spc="-305" dirty="0">
                <a:latin typeface="Century Gothic"/>
                <a:cs typeface="Century Gothic"/>
              </a:rPr>
              <a:t>o</a:t>
            </a:r>
            <a:r>
              <a:rPr sz="2800" spc="-260" dirty="0">
                <a:latin typeface="Century Gothic"/>
                <a:cs typeface="Century Gothic"/>
              </a:rPr>
              <a:t>n</a:t>
            </a:r>
            <a:r>
              <a:rPr sz="2800" spc="-425" dirty="0">
                <a:latin typeface="Century Gothic"/>
                <a:cs typeface="Century Gothic"/>
              </a:rPr>
              <a:t>a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395" dirty="0">
                <a:latin typeface="Century Gothic"/>
                <a:cs typeface="Century Gothic"/>
              </a:rPr>
              <a:t>y</a:t>
            </a:r>
            <a:r>
              <a:rPr sz="2800" spc="20" dirty="0">
                <a:latin typeface="Century Gothic"/>
                <a:cs typeface="Century Gothic"/>
              </a:rPr>
              <a:t> </a:t>
            </a:r>
            <a:r>
              <a:rPr sz="2800" spc="-225" dirty="0">
                <a:latin typeface="Century Gothic"/>
                <a:cs typeface="Century Gothic"/>
              </a:rPr>
              <a:t>as</a:t>
            </a:r>
            <a:r>
              <a:rPr sz="2800" spc="-250" dirty="0">
                <a:latin typeface="Century Gothic"/>
                <a:cs typeface="Century Gothic"/>
              </a:rPr>
              <a:t>ínc</a:t>
            </a:r>
            <a:r>
              <a:rPr sz="2800" spc="-90" dirty="0">
                <a:latin typeface="Century Gothic"/>
                <a:cs typeface="Century Gothic"/>
              </a:rPr>
              <a:t>r</a:t>
            </a:r>
            <a:r>
              <a:rPr sz="2800" spc="-195" dirty="0">
                <a:latin typeface="Century Gothic"/>
                <a:cs typeface="Century Gothic"/>
              </a:rPr>
              <a:t>o</a:t>
            </a:r>
            <a:r>
              <a:rPr sz="2800" spc="-335" dirty="0">
                <a:latin typeface="Century Gothic"/>
                <a:cs typeface="Century Gothic"/>
              </a:rPr>
              <a:t>n</a:t>
            </a:r>
            <a:r>
              <a:rPr sz="2800" spc="-365" dirty="0">
                <a:latin typeface="Century Gothic"/>
                <a:cs typeface="Century Gothic"/>
              </a:rPr>
              <a:t>a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260" dirty="0">
                <a:latin typeface="Century Gothic"/>
                <a:cs typeface="Century Gothic"/>
              </a:rPr>
              <a:t>ut</a:t>
            </a:r>
            <a:r>
              <a:rPr sz="2800" spc="70" dirty="0">
                <a:latin typeface="Century Gothic"/>
                <a:cs typeface="Century Gothic"/>
              </a:rPr>
              <a:t>il</a:t>
            </a:r>
            <a:r>
              <a:rPr sz="2800" spc="60" dirty="0">
                <a:latin typeface="Century Gothic"/>
                <a:cs typeface="Century Gothic"/>
              </a:rPr>
              <a:t>i</a:t>
            </a:r>
            <a:r>
              <a:rPr sz="2800" spc="-310" dirty="0">
                <a:latin typeface="Century Gothic"/>
                <a:cs typeface="Century Gothic"/>
              </a:rPr>
              <a:t>zand</a:t>
            </a:r>
            <a:r>
              <a:rPr sz="2800" spc="-335" dirty="0">
                <a:latin typeface="Century Gothic"/>
                <a:cs typeface="Century Gothic"/>
              </a:rPr>
              <a:t>o</a:t>
            </a:r>
            <a:r>
              <a:rPr sz="2800" spc="20" dirty="0">
                <a:latin typeface="Century Gothic"/>
                <a:cs typeface="Century Gothic"/>
              </a:rPr>
              <a:t> </a:t>
            </a:r>
            <a:r>
              <a:rPr sz="2800" spc="-60" dirty="0">
                <a:latin typeface="Century Gothic"/>
                <a:cs typeface="Century Gothic"/>
              </a:rPr>
              <a:t>l</a:t>
            </a:r>
            <a:r>
              <a:rPr sz="2800" spc="-175" dirty="0">
                <a:latin typeface="Century Gothic"/>
                <a:cs typeface="Century Gothic"/>
              </a:rPr>
              <a:t>o</a:t>
            </a:r>
            <a:r>
              <a:rPr sz="2800" spc="-25" dirty="0">
                <a:latin typeface="Century Gothic"/>
                <a:cs typeface="Century Gothic"/>
              </a:rPr>
              <a:t>s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215" dirty="0">
                <a:latin typeface="Century Gothic"/>
                <a:cs typeface="Century Gothic"/>
              </a:rPr>
              <a:t>fic</a:t>
            </a:r>
            <a:r>
              <a:rPr sz="2800" spc="-350" dirty="0">
                <a:latin typeface="Century Gothic"/>
                <a:cs typeface="Century Gothic"/>
              </a:rPr>
              <a:t>h</a:t>
            </a:r>
            <a:r>
              <a:rPr sz="2800" spc="-375" dirty="0">
                <a:latin typeface="Century Gothic"/>
                <a:cs typeface="Century Gothic"/>
              </a:rPr>
              <a:t>e</a:t>
            </a:r>
            <a:r>
              <a:rPr sz="2800" spc="-90" dirty="0">
                <a:latin typeface="Century Gothic"/>
                <a:cs typeface="Century Gothic"/>
              </a:rPr>
              <a:t>r</a:t>
            </a:r>
            <a:r>
              <a:rPr sz="2800" spc="-195" dirty="0">
                <a:latin typeface="Century Gothic"/>
                <a:cs typeface="Century Gothic"/>
              </a:rPr>
              <a:t>o</a:t>
            </a:r>
            <a:r>
              <a:rPr sz="2800" spc="-25" dirty="0">
                <a:latin typeface="Century Gothic"/>
                <a:cs typeface="Century Gothic"/>
              </a:rPr>
              <a:t>s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210" dirty="0">
                <a:latin typeface="Century Gothic"/>
                <a:cs typeface="Century Gothic"/>
              </a:rPr>
              <a:t>W</a:t>
            </a:r>
            <a:r>
              <a:rPr sz="2800" spc="-415" dirty="0">
                <a:latin typeface="Century Gothic"/>
                <a:cs typeface="Century Gothic"/>
              </a:rPr>
              <a:t>A</a:t>
            </a:r>
            <a:r>
              <a:rPr sz="2800" spc="-150" dirty="0">
                <a:latin typeface="Century Gothic"/>
                <a:cs typeface="Century Gothic"/>
              </a:rPr>
              <a:t>L</a:t>
            </a:r>
            <a:r>
              <a:rPr sz="2800" spc="20" dirty="0">
                <a:latin typeface="Century Gothic"/>
                <a:cs typeface="Century Gothic"/>
              </a:rPr>
              <a:t>.</a:t>
            </a:r>
            <a:endParaRPr sz="2800">
              <a:latin typeface="Century Gothic"/>
              <a:cs typeface="Century Gothic"/>
            </a:endParaRPr>
          </a:p>
          <a:p>
            <a:pPr marL="680720" marR="646430" indent="-466090">
              <a:lnSpc>
                <a:spcPct val="99000"/>
              </a:lnSpc>
              <a:spcBef>
                <a:spcPts val="690"/>
              </a:spcBef>
              <a:buSzPct val="42857"/>
              <a:buFont typeface="MS Gothic"/>
              <a:buChar char="●"/>
              <a:tabLst>
                <a:tab pos="415290" algn="l"/>
              </a:tabLst>
            </a:pPr>
            <a:r>
              <a:rPr sz="2800" spc="-65" dirty="0">
                <a:latin typeface="Century Gothic"/>
                <a:cs typeface="Century Gothic"/>
              </a:rPr>
              <a:t>E</a:t>
            </a:r>
            <a:r>
              <a:rPr sz="2800" spc="-55" dirty="0">
                <a:latin typeface="Century Gothic"/>
                <a:cs typeface="Century Gothic"/>
              </a:rPr>
              <a:t>s</a:t>
            </a:r>
            <a:r>
              <a:rPr sz="2800" spc="-265" dirty="0">
                <a:latin typeface="Century Gothic"/>
                <a:cs typeface="Century Gothic"/>
              </a:rPr>
              <a:t>t</a:t>
            </a:r>
            <a:r>
              <a:rPr sz="2800" spc="-440" dirty="0">
                <a:latin typeface="Century Gothic"/>
                <a:cs typeface="Century Gothic"/>
              </a:rPr>
              <a:t>e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-535" dirty="0">
                <a:latin typeface="Century Gothic"/>
                <a:cs typeface="Century Gothic"/>
              </a:rPr>
              <a:t>m</a:t>
            </a:r>
            <a:r>
              <a:rPr sz="2800" spc="-375" dirty="0">
                <a:latin typeface="Century Gothic"/>
                <a:cs typeface="Century Gothic"/>
              </a:rPr>
              <a:t>e</a:t>
            </a:r>
            <a:r>
              <a:rPr sz="2800" spc="-550" dirty="0">
                <a:latin typeface="Century Gothic"/>
                <a:cs typeface="Century Gothic"/>
              </a:rPr>
              <a:t>c</a:t>
            </a:r>
            <a:r>
              <a:rPr sz="2800" spc="-170" dirty="0">
                <a:latin typeface="Century Gothic"/>
                <a:cs typeface="Century Gothic"/>
              </a:rPr>
              <a:t>ani</a:t>
            </a:r>
            <a:r>
              <a:rPr sz="2800" spc="-140" dirty="0">
                <a:latin typeface="Century Gothic"/>
                <a:cs typeface="Century Gothic"/>
              </a:rPr>
              <a:t>s</a:t>
            </a:r>
            <a:r>
              <a:rPr sz="2800" spc="-465" dirty="0">
                <a:latin typeface="Century Gothic"/>
                <a:cs typeface="Century Gothic"/>
              </a:rPr>
              <a:t>m</a:t>
            </a:r>
            <a:r>
              <a:rPr sz="2800" spc="-295" dirty="0">
                <a:latin typeface="Century Gothic"/>
                <a:cs typeface="Century Gothic"/>
              </a:rPr>
              <a:t>o</a:t>
            </a:r>
            <a:r>
              <a:rPr sz="2800" spc="20" dirty="0">
                <a:latin typeface="Century Gothic"/>
                <a:cs typeface="Century Gothic"/>
              </a:rPr>
              <a:t> </a:t>
            </a:r>
            <a:r>
              <a:rPr sz="2800" spc="-550" dirty="0">
                <a:latin typeface="Century Gothic"/>
                <a:cs typeface="Century Gothic"/>
              </a:rPr>
              <a:t>c</a:t>
            </a:r>
            <a:r>
              <a:rPr sz="2800" spc="-135" dirty="0">
                <a:latin typeface="Century Gothic"/>
                <a:cs typeface="Century Gothic"/>
              </a:rPr>
              <a:t>r</a:t>
            </a:r>
            <a:r>
              <a:rPr sz="2800" spc="-285" dirty="0">
                <a:latin typeface="Century Gothic"/>
                <a:cs typeface="Century Gothic"/>
              </a:rPr>
              <a:t>e</a:t>
            </a:r>
            <a:r>
              <a:rPr sz="2800" spc="-270" dirty="0">
                <a:latin typeface="Century Gothic"/>
                <a:cs typeface="Century Gothic"/>
              </a:rPr>
              <a:t>a</a:t>
            </a:r>
            <a:r>
              <a:rPr sz="2800" spc="-130" dirty="0">
                <a:latin typeface="Century Gothic"/>
                <a:cs typeface="Century Gothic"/>
              </a:rPr>
              <a:t>r</a:t>
            </a:r>
            <a:r>
              <a:rPr sz="2800" spc="-425" dirty="0">
                <a:latin typeface="Century Gothic"/>
                <a:cs typeface="Century Gothic"/>
              </a:rPr>
              <a:t>á</a:t>
            </a:r>
            <a:r>
              <a:rPr sz="2800" spc="30" dirty="0">
                <a:latin typeface="Century Gothic"/>
                <a:cs typeface="Century Gothic"/>
              </a:rPr>
              <a:t> </a:t>
            </a:r>
            <a:r>
              <a:rPr sz="2800" spc="-254" dirty="0">
                <a:latin typeface="Century Gothic"/>
                <a:cs typeface="Century Gothic"/>
              </a:rPr>
              <a:t>u</a:t>
            </a:r>
            <a:r>
              <a:rPr sz="2800" spc="-260" dirty="0">
                <a:latin typeface="Century Gothic"/>
                <a:cs typeface="Century Gothic"/>
              </a:rPr>
              <a:t>n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195" dirty="0">
                <a:latin typeface="Century Gothic"/>
                <a:cs typeface="Century Gothic"/>
              </a:rPr>
              <a:t>pr</a:t>
            </a:r>
            <a:r>
              <a:rPr sz="2800" spc="-280" dirty="0">
                <a:latin typeface="Century Gothic"/>
                <a:cs typeface="Century Gothic"/>
              </a:rPr>
              <a:t>o</a:t>
            </a:r>
            <a:r>
              <a:rPr sz="2800" spc="-540" dirty="0">
                <a:latin typeface="Century Gothic"/>
                <a:cs typeface="Century Gothic"/>
              </a:rPr>
              <a:t>c</a:t>
            </a:r>
            <a:r>
              <a:rPr sz="2800" spc="-450" dirty="0">
                <a:latin typeface="Century Gothic"/>
                <a:cs typeface="Century Gothic"/>
              </a:rPr>
              <a:t>e</a:t>
            </a:r>
            <a:r>
              <a:rPr sz="2800" spc="-35" dirty="0">
                <a:latin typeface="Century Gothic"/>
                <a:cs typeface="Century Gothic"/>
              </a:rPr>
              <a:t>s</a:t>
            </a:r>
            <a:r>
              <a:rPr sz="2800" spc="-295" dirty="0">
                <a:latin typeface="Century Gothic"/>
                <a:cs typeface="Century Gothic"/>
              </a:rPr>
              <a:t>o</a:t>
            </a:r>
            <a:r>
              <a:rPr sz="2800" spc="45" dirty="0">
                <a:latin typeface="Century Gothic"/>
                <a:cs typeface="Century Gothic"/>
              </a:rPr>
              <a:t> </a:t>
            </a:r>
            <a:r>
              <a:rPr sz="2800" spc="-210" dirty="0">
                <a:latin typeface="Century Gothic"/>
                <a:cs typeface="Century Gothic"/>
              </a:rPr>
              <a:t>W</a:t>
            </a:r>
            <a:r>
              <a:rPr sz="2800" spc="-415" dirty="0">
                <a:latin typeface="Century Gothic"/>
                <a:cs typeface="Century Gothic"/>
              </a:rPr>
              <a:t>A</a:t>
            </a:r>
            <a:r>
              <a:rPr sz="2800" spc="-145" dirty="0">
                <a:latin typeface="Century Gothic"/>
                <a:cs typeface="Century Gothic"/>
              </a:rPr>
              <a:t>L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204" dirty="0">
                <a:latin typeface="Century Gothic"/>
                <a:cs typeface="Century Gothic"/>
              </a:rPr>
              <a:t>S</a:t>
            </a:r>
            <a:r>
              <a:rPr sz="2800" spc="-265" dirty="0">
                <a:latin typeface="Century Gothic"/>
                <a:cs typeface="Century Gothic"/>
              </a:rPr>
              <a:t>e</a:t>
            </a:r>
            <a:r>
              <a:rPr sz="2800" spc="-390" dirty="0">
                <a:latin typeface="Century Gothic"/>
                <a:cs typeface="Century Gothic"/>
              </a:rPr>
              <a:t>nde</a:t>
            </a:r>
            <a:r>
              <a:rPr sz="2800" spc="30" dirty="0">
                <a:latin typeface="Century Gothic"/>
                <a:cs typeface="Century Gothic"/>
              </a:rPr>
              <a:t>r </a:t>
            </a:r>
            <a:r>
              <a:rPr sz="2800" spc="-450" dirty="0">
                <a:latin typeface="Century Gothic"/>
                <a:cs typeface="Century Gothic"/>
              </a:rPr>
              <a:t>e</a:t>
            </a:r>
            <a:r>
              <a:rPr sz="2800" spc="-260" dirty="0">
                <a:latin typeface="Century Gothic"/>
                <a:cs typeface="Century Gothic"/>
              </a:rPr>
              <a:t>n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450" dirty="0">
                <a:latin typeface="Century Gothic"/>
                <a:cs typeface="Century Gothic"/>
              </a:rPr>
              <a:t>e</a:t>
            </a:r>
            <a:r>
              <a:rPr sz="2800" spc="75" dirty="0">
                <a:latin typeface="Century Gothic"/>
                <a:cs typeface="Century Gothic"/>
              </a:rPr>
              <a:t>l</a:t>
            </a:r>
            <a:r>
              <a:rPr sz="2800" spc="105" dirty="0">
                <a:latin typeface="Century Gothic"/>
                <a:cs typeface="Century Gothic"/>
              </a:rPr>
              <a:t> </a:t>
            </a:r>
            <a:r>
              <a:rPr sz="2800" spc="-459" dirty="0">
                <a:latin typeface="Century Gothic"/>
                <a:cs typeface="Century Gothic"/>
              </a:rPr>
              <a:t>ma</a:t>
            </a:r>
            <a:r>
              <a:rPr sz="2800" spc="-375" dirty="0">
                <a:latin typeface="Century Gothic"/>
                <a:cs typeface="Century Gothic"/>
              </a:rPr>
              <a:t>e</a:t>
            </a:r>
            <a:r>
              <a:rPr sz="2800" spc="-25" dirty="0">
                <a:latin typeface="Century Gothic"/>
                <a:cs typeface="Century Gothic"/>
              </a:rPr>
              <a:t>s</a:t>
            </a:r>
            <a:r>
              <a:rPr sz="2800" spc="-275" dirty="0">
                <a:latin typeface="Century Gothic"/>
                <a:cs typeface="Century Gothic"/>
              </a:rPr>
              <a:t>t</a:t>
            </a:r>
            <a:r>
              <a:rPr sz="2800" spc="-90" dirty="0">
                <a:latin typeface="Century Gothic"/>
                <a:cs typeface="Century Gothic"/>
              </a:rPr>
              <a:t>r</a:t>
            </a:r>
            <a:r>
              <a:rPr sz="2800" spc="-204" dirty="0">
                <a:latin typeface="Century Gothic"/>
                <a:cs typeface="Century Gothic"/>
              </a:rPr>
              <a:t>o</a:t>
            </a:r>
            <a:r>
              <a:rPr sz="2800" spc="20" dirty="0">
                <a:latin typeface="Century Gothic"/>
                <a:cs typeface="Century Gothic"/>
              </a:rPr>
              <a:t>,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365" dirty="0">
                <a:latin typeface="Century Gothic"/>
                <a:cs typeface="Century Gothic"/>
              </a:rPr>
              <a:t>p</a:t>
            </a:r>
            <a:r>
              <a:rPr sz="2800" spc="-360" dirty="0">
                <a:latin typeface="Century Gothic"/>
                <a:cs typeface="Century Gothic"/>
              </a:rPr>
              <a:t>o</a:t>
            </a:r>
            <a:r>
              <a:rPr sz="2800" spc="30" dirty="0">
                <a:latin typeface="Century Gothic"/>
                <a:cs typeface="Century Gothic"/>
              </a:rPr>
              <a:t>r</a:t>
            </a:r>
            <a:r>
              <a:rPr sz="2800" spc="20" dirty="0">
                <a:latin typeface="Century Gothic"/>
                <a:cs typeface="Century Gothic"/>
              </a:rPr>
              <a:t> </a:t>
            </a:r>
            <a:r>
              <a:rPr sz="2800" spc="-540" dirty="0">
                <a:latin typeface="Century Gothic"/>
                <a:cs typeface="Century Gothic"/>
              </a:rPr>
              <a:t>c</a:t>
            </a:r>
            <a:r>
              <a:rPr sz="2800" spc="-425" dirty="0">
                <a:latin typeface="Century Gothic"/>
                <a:cs typeface="Century Gothic"/>
              </a:rPr>
              <a:t>ada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540" dirty="0">
                <a:latin typeface="Century Gothic"/>
                <a:cs typeface="Century Gothic"/>
              </a:rPr>
              <a:t>c</a:t>
            </a:r>
            <a:r>
              <a:rPr sz="2800" spc="-315" dirty="0">
                <a:latin typeface="Century Gothic"/>
                <a:cs typeface="Century Gothic"/>
              </a:rPr>
              <a:t>o</a:t>
            </a:r>
            <a:r>
              <a:rPr sz="2800" spc="-260" dirty="0">
                <a:latin typeface="Century Gothic"/>
                <a:cs typeface="Century Gothic"/>
              </a:rPr>
              <a:t>n</a:t>
            </a:r>
            <a:r>
              <a:rPr sz="2800" spc="-450" dirty="0">
                <a:latin typeface="Century Gothic"/>
                <a:cs typeface="Century Gothic"/>
              </a:rPr>
              <a:t>e</a:t>
            </a:r>
            <a:r>
              <a:rPr sz="2800" spc="-270" dirty="0">
                <a:latin typeface="Century Gothic"/>
                <a:cs typeface="Century Gothic"/>
              </a:rPr>
              <a:t>x</a:t>
            </a:r>
            <a:r>
              <a:rPr sz="2800" spc="-60" dirty="0">
                <a:latin typeface="Century Gothic"/>
                <a:cs typeface="Century Gothic"/>
              </a:rPr>
              <a:t>i</a:t>
            </a:r>
            <a:r>
              <a:rPr sz="2800" spc="-185" dirty="0">
                <a:latin typeface="Century Gothic"/>
                <a:cs typeface="Century Gothic"/>
              </a:rPr>
              <a:t>ó</a:t>
            </a:r>
            <a:r>
              <a:rPr sz="2800" spc="-260" dirty="0">
                <a:latin typeface="Century Gothic"/>
                <a:cs typeface="Century Gothic"/>
              </a:rPr>
              <a:t>n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430" dirty="0">
                <a:latin typeface="Century Gothic"/>
                <a:cs typeface="Century Gothic"/>
              </a:rPr>
              <a:t>de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20" dirty="0">
                <a:latin typeface="Century Gothic"/>
                <a:cs typeface="Century Gothic"/>
              </a:rPr>
              <a:t>r</a:t>
            </a:r>
            <a:r>
              <a:rPr sz="2800" spc="-450" dirty="0">
                <a:latin typeface="Century Gothic"/>
                <a:cs typeface="Century Gothic"/>
              </a:rPr>
              <a:t>e</a:t>
            </a:r>
            <a:r>
              <a:rPr sz="2800" spc="-175" dirty="0">
                <a:latin typeface="Century Gothic"/>
                <a:cs typeface="Century Gothic"/>
              </a:rPr>
              <a:t>pli</a:t>
            </a:r>
            <a:r>
              <a:rPr sz="2800" spc="-320" dirty="0">
                <a:latin typeface="Century Gothic"/>
                <a:cs typeface="Century Gothic"/>
              </a:rPr>
              <a:t>c</a:t>
            </a:r>
            <a:r>
              <a:rPr sz="2800" spc="-500" dirty="0">
                <a:latin typeface="Century Gothic"/>
                <a:cs typeface="Century Gothic"/>
              </a:rPr>
              <a:t>a</a:t>
            </a:r>
            <a:r>
              <a:rPr sz="2800" spc="-480" dirty="0">
                <a:latin typeface="Century Gothic"/>
                <a:cs typeface="Century Gothic"/>
              </a:rPr>
              <a:t>c</a:t>
            </a:r>
            <a:r>
              <a:rPr sz="2800" spc="-60" dirty="0">
                <a:latin typeface="Century Gothic"/>
                <a:cs typeface="Century Gothic"/>
              </a:rPr>
              <a:t>i</a:t>
            </a:r>
            <a:r>
              <a:rPr sz="2800" spc="-185" dirty="0">
                <a:latin typeface="Century Gothic"/>
                <a:cs typeface="Century Gothic"/>
              </a:rPr>
              <a:t>ó</a:t>
            </a:r>
            <a:r>
              <a:rPr sz="2800" spc="-260" dirty="0">
                <a:latin typeface="Century Gothic"/>
                <a:cs typeface="Century Gothic"/>
              </a:rPr>
              <a:t>n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445" dirty="0">
                <a:latin typeface="Century Gothic"/>
                <a:cs typeface="Century Gothic"/>
              </a:rPr>
              <a:t>d</a:t>
            </a:r>
            <a:r>
              <a:rPr sz="2800" spc="-430" dirty="0">
                <a:latin typeface="Century Gothic"/>
                <a:cs typeface="Century Gothic"/>
              </a:rPr>
              <a:t>e</a:t>
            </a:r>
            <a:r>
              <a:rPr sz="2800" spc="-25" dirty="0">
                <a:latin typeface="Century Gothic"/>
                <a:cs typeface="Century Gothic"/>
              </a:rPr>
              <a:t>s</a:t>
            </a:r>
            <a:r>
              <a:rPr sz="2800" spc="-430" dirty="0">
                <a:latin typeface="Century Gothic"/>
                <a:cs typeface="Century Gothic"/>
              </a:rPr>
              <a:t>de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60" dirty="0">
                <a:latin typeface="Century Gothic"/>
                <a:cs typeface="Century Gothic"/>
              </a:rPr>
              <a:t>l</a:t>
            </a:r>
            <a:r>
              <a:rPr sz="2800" spc="-420" dirty="0">
                <a:latin typeface="Century Gothic"/>
                <a:cs typeface="Century Gothic"/>
              </a:rPr>
              <a:t>a</a:t>
            </a:r>
            <a:r>
              <a:rPr sz="2800" spc="-25" dirty="0">
                <a:latin typeface="Century Gothic"/>
                <a:cs typeface="Century Gothic"/>
              </a:rPr>
              <a:t>s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spc="20" dirty="0">
                <a:latin typeface="Century Gothic"/>
                <a:cs typeface="Century Gothic"/>
              </a:rPr>
              <a:t>r</a:t>
            </a:r>
            <a:r>
              <a:rPr sz="2800" spc="-345" dirty="0">
                <a:latin typeface="Century Gothic"/>
                <a:cs typeface="Century Gothic"/>
              </a:rPr>
              <a:t>ép</a:t>
            </a:r>
            <a:r>
              <a:rPr sz="2800" spc="-120" dirty="0">
                <a:latin typeface="Century Gothic"/>
                <a:cs typeface="Century Gothic"/>
              </a:rPr>
              <a:t>l</a:t>
            </a:r>
            <a:r>
              <a:rPr sz="2800" spc="-245" dirty="0">
                <a:latin typeface="Century Gothic"/>
                <a:cs typeface="Century Gothic"/>
              </a:rPr>
              <a:t>ic</a:t>
            </a:r>
            <a:r>
              <a:rPr sz="2800" spc="-225" dirty="0">
                <a:latin typeface="Century Gothic"/>
                <a:cs typeface="Century Gothic"/>
              </a:rPr>
              <a:t>as</a:t>
            </a:r>
            <a:r>
              <a:rPr sz="2800" spc="20" dirty="0">
                <a:latin typeface="Century Gothic"/>
                <a:cs typeface="Century Gothic"/>
              </a:rPr>
              <a:t>.</a:t>
            </a:r>
            <a:endParaRPr sz="2800">
              <a:latin typeface="Century Gothic"/>
              <a:cs typeface="Century Gothic"/>
            </a:endParaRPr>
          </a:p>
          <a:p>
            <a:pPr marL="680720" marR="5080" indent="-466090">
              <a:lnSpc>
                <a:spcPct val="99800"/>
              </a:lnSpc>
              <a:spcBef>
                <a:spcPts val="765"/>
              </a:spcBef>
              <a:buSzPct val="42857"/>
              <a:buFont typeface="MS Gothic"/>
              <a:buChar char="●"/>
              <a:tabLst>
                <a:tab pos="415290" algn="l"/>
              </a:tabLst>
            </a:pPr>
            <a:r>
              <a:rPr sz="2800" spc="-170" dirty="0">
                <a:latin typeface="Century Gothic"/>
                <a:cs typeface="Century Gothic"/>
              </a:rPr>
              <a:t>E</a:t>
            </a:r>
            <a:r>
              <a:rPr sz="2800" spc="-190" dirty="0">
                <a:latin typeface="Century Gothic"/>
                <a:cs typeface="Century Gothic"/>
              </a:rPr>
              <a:t>n</a:t>
            </a:r>
            <a:r>
              <a:rPr sz="2800" spc="20" dirty="0">
                <a:latin typeface="Century Gothic"/>
                <a:cs typeface="Century Gothic"/>
              </a:rPr>
              <a:t> </a:t>
            </a:r>
            <a:r>
              <a:rPr sz="2800" spc="-550" dirty="0">
                <a:latin typeface="Century Gothic"/>
                <a:cs typeface="Century Gothic"/>
              </a:rPr>
              <a:t>c</a:t>
            </a:r>
            <a:r>
              <a:rPr sz="2800" spc="-420" dirty="0">
                <a:latin typeface="Century Gothic"/>
                <a:cs typeface="Century Gothic"/>
              </a:rPr>
              <a:t>a</a:t>
            </a:r>
            <a:r>
              <a:rPr sz="2800" spc="-425" dirty="0">
                <a:latin typeface="Century Gothic"/>
                <a:cs typeface="Century Gothic"/>
              </a:rPr>
              <a:t>da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295" dirty="0">
                <a:latin typeface="Century Gothic"/>
                <a:cs typeface="Century Gothic"/>
              </a:rPr>
              <a:t>un</a:t>
            </a:r>
            <a:r>
              <a:rPr sz="2800" spc="-330" dirty="0">
                <a:latin typeface="Century Gothic"/>
                <a:cs typeface="Century Gothic"/>
              </a:rPr>
              <a:t>a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420" dirty="0">
                <a:latin typeface="Century Gothic"/>
                <a:cs typeface="Century Gothic"/>
              </a:rPr>
              <a:t>d</a:t>
            </a:r>
            <a:r>
              <a:rPr sz="2800" spc="-440" dirty="0">
                <a:latin typeface="Century Gothic"/>
                <a:cs typeface="Century Gothic"/>
              </a:rPr>
              <a:t>e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-130" dirty="0">
                <a:latin typeface="Century Gothic"/>
                <a:cs typeface="Century Gothic"/>
              </a:rPr>
              <a:t>la</a:t>
            </a:r>
            <a:r>
              <a:rPr sz="2800" spc="-110" dirty="0">
                <a:latin typeface="Century Gothic"/>
                <a:cs typeface="Century Gothic"/>
              </a:rPr>
              <a:t>s</a:t>
            </a:r>
            <a:r>
              <a:rPr sz="2800" spc="30" dirty="0">
                <a:latin typeface="Century Gothic"/>
                <a:cs typeface="Century Gothic"/>
              </a:rPr>
              <a:t> </a:t>
            </a:r>
            <a:r>
              <a:rPr sz="2800" spc="-395" dirty="0">
                <a:latin typeface="Century Gothic"/>
                <a:cs typeface="Century Gothic"/>
              </a:rPr>
              <a:t>máq</a:t>
            </a:r>
            <a:r>
              <a:rPr sz="2800" spc="-325" dirty="0">
                <a:latin typeface="Century Gothic"/>
                <a:cs typeface="Century Gothic"/>
              </a:rPr>
              <a:t>u</a:t>
            </a:r>
            <a:r>
              <a:rPr sz="2800" spc="-175" dirty="0">
                <a:latin typeface="Century Gothic"/>
                <a:cs typeface="Century Gothic"/>
              </a:rPr>
              <a:t>ina</a:t>
            </a:r>
            <a:r>
              <a:rPr sz="2800" spc="-135" dirty="0">
                <a:latin typeface="Century Gothic"/>
                <a:cs typeface="Century Gothic"/>
              </a:rPr>
              <a:t>s</a:t>
            </a:r>
            <a:r>
              <a:rPr sz="2800" spc="35" dirty="0">
                <a:latin typeface="Century Gothic"/>
                <a:cs typeface="Century Gothic"/>
              </a:rPr>
              <a:t> </a:t>
            </a:r>
            <a:r>
              <a:rPr sz="2800" spc="-450" dirty="0">
                <a:latin typeface="Century Gothic"/>
                <a:cs typeface="Century Gothic"/>
              </a:rPr>
              <a:t>e</a:t>
            </a:r>
            <a:r>
              <a:rPr sz="2800" spc="-35" dirty="0">
                <a:latin typeface="Century Gothic"/>
                <a:cs typeface="Century Gothic"/>
              </a:rPr>
              <a:t>s</a:t>
            </a:r>
            <a:r>
              <a:rPr sz="2800" spc="-540" dirty="0">
                <a:latin typeface="Century Gothic"/>
                <a:cs typeface="Century Gothic"/>
              </a:rPr>
              <a:t>c</a:t>
            </a:r>
            <a:r>
              <a:rPr sz="2800" spc="60" dirty="0">
                <a:latin typeface="Century Gothic"/>
                <a:cs typeface="Century Gothic"/>
              </a:rPr>
              <a:t>l</a:t>
            </a:r>
            <a:r>
              <a:rPr sz="2800" spc="-310" dirty="0">
                <a:latin typeface="Century Gothic"/>
                <a:cs typeface="Century Gothic"/>
              </a:rPr>
              <a:t>avas</a:t>
            </a:r>
            <a:r>
              <a:rPr sz="2800" spc="20" dirty="0">
                <a:latin typeface="Century Gothic"/>
                <a:cs typeface="Century Gothic"/>
              </a:rPr>
              <a:t>,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s</a:t>
            </a:r>
            <a:r>
              <a:rPr sz="2800" spc="-440" dirty="0">
                <a:latin typeface="Century Gothic"/>
                <a:cs typeface="Century Gothic"/>
              </a:rPr>
              <a:t>e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-550" dirty="0">
                <a:latin typeface="Century Gothic"/>
                <a:cs typeface="Century Gothic"/>
              </a:rPr>
              <a:t>c</a:t>
            </a:r>
            <a:r>
              <a:rPr sz="2800" spc="-135" dirty="0">
                <a:latin typeface="Century Gothic"/>
                <a:cs typeface="Century Gothic"/>
              </a:rPr>
              <a:t>r</a:t>
            </a:r>
            <a:r>
              <a:rPr sz="2800" spc="-285" dirty="0">
                <a:latin typeface="Century Gothic"/>
                <a:cs typeface="Century Gothic"/>
              </a:rPr>
              <a:t>e</a:t>
            </a:r>
            <a:r>
              <a:rPr sz="2800" spc="-425" dirty="0">
                <a:latin typeface="Century Gothic"/>
                <a:cs typeface="Century Gothic"/>
              </a:rPr>
              <a:t>a</a:t>
            </a:r>
            <a:r>
              <a:rPr sz="2800" spc="30" dirty="0">
                <a:latin typeface="Century Gothic"/>
                <a:cs typeface="Century Gothic"/>
              </a:rPr>
              <a:t> </a:t>
            </a:r>
            <a:r>
              <a:rPr sz="2800" spc="-254" dirty="0">
                <a:latin typeface="Century Gothic"/>
                <a:cs typeface="Century Gothic"/>
              </a:rPr>
              <a:t>u</a:t>
            </a:r>
            <a:r>
              <a:rPr sz="2800" spc="-260" dirty="0">
                <a:latin typeface="Century Gothic"/>
                <a:cs typeface="Century Gothic"/>
              </a:rPr>
              <a:t>n</a:t>
            </a:r>
            <a:r>
              <a:rPr sz="2800" spc="25" dirty="0">
                <a:latin typeface="Century Gothic"/>
                <a:cs typeface="Century Gothic"/>
              </a:rPr>
              <a:t> </a:t>
            </a:r>
            <a:r>
              <a:rPr sz="2800" spc="-195" dirty="0">
                <a:latin typeface="Century Gothic"/>
                <a:cs typeface="Century Gothic"/>
              </a:rPr>
              <a:t>pr</a:t>
            </a:r>
            <a:r>
              <a:rPr sz="2800" spc="-280" dirty="0">
                <a:latin typeface="Century Gothic"/>
                <a:cs typeface="Century Gothic"/>
              </a:rPr>
              <a:t>o</a:t>
            </a:r>
            <a:r>
              <a:rPr sz="2800" spc="-550" dirty="0">
                <a:latin typeface="Century Gothic"/>
                <a:cs typeface="Century Gothic"/>
              </a:rPr>
              <a:t>c</a:t>
            </a:r>
            <a:r>
              <a:rPr sz="2800" spc="-450" dirty="0">
                <a:latin typeface="Century Gothic"/>
                <a:cs typeface="Century Gothic"/>
              </a:rPr>
              <a:t>e</a:t>
            </a:r>
            <a:r>
              <a:rPr sz="2800" spc="-25" dirty="0">
                <a:latin typeface="Century Gothic"/>
                <a:cs typeface="Century Gothic"/>
              </a:rPr>
              <a:t>s</a:t>
            </a:r>
            <a:r>
              <a:rPr sz="2800" spc="-295" dirty="0">
                <a:latin typeface="Century Gothic"/>
                <a:cs typeface="Century Gothic"/>
              </a:rPr>
              <a:t>o</a:t>
            </a:r>
            <a:r>
              <a:rPr sz="2800" spc="-125" dirty="0">
                <a:latin typeface="Century Gothic"/>
                <a:cs typeface="Century Gothic"/>
              </a:rPr>
              <a:t> </a:t>
            </a:r>
            <a:r>
              <a:rPr sz="2750" spc="-170" dirty="0">
                <a:latin typeface="Century Gothic"/>
                <a:cs typeface="Century Gothic"/>
              </a:rPr>
              <a:t>W</a:t>
            </a:r>
            <a:r>
              <a:rPr sz="2750" spc="-400" dirty="0">
                <a:latin typeface="Century Gothic"/>
                <a:cs typeface="Century Gothic"/>
              </a:rPr>
              <a:t>A</a:t>
            </a:r>
            <a:r>
              <a:rPr sz="2750" spc="-130" dirty="0">
                <a:latin typeface="Century Gothic"/>
                <a:cs typeface="Century Gothic"/>
              </a:rPr>
              <a:t>L</a:t>
            </a:r>
            <a:r>
              <a:rPr sz="2750" spc="40" dirty="0">
                <a:latin typeface="Century Gothic"/>
                <a:cs typeface="Century Gothic"/>
              </a:rPr>
              <a:t> </a:t>
            </a:r>
            <a:r>
              <a:rPr sz="2750" spc="-220" dirty="0">
                <a:latin typeface="Century Gothic"/>
                <a:cs typeface="Century Gothic"/>
              </a:rPr>
              <a:t>R</a:t>
            </a:r>
            <a:r>
              <a:rPr sz="2750" spc="-425" dirty="0">
                <a:latin typeface="Century Gothic"/>
                <a:cs typeface="Century Gothic"/>
              </a:rPr>
              <a:t>e</a:t>
            </a:r>
            <a:r>
              <a:rPr sz="2750" spc="-525" dirty="0">
                <a:latin typeface="Century Gothic"/>
                <a:cs typeface="Century Gothic"/>
              </a:rPr>
              <a:t>c</a:t>
            </a:r>
            <a:r>
              <a:rPr sz="2750" spc="-260" dirty="0">
                <a:latin typeface="Century Gothic"/>
                <a:cs typeface="Century Gothic"/>
              </a:rPr>
              <a:t>e</a:t>
            </a:r>
            <a:r>
              <a:rPr sz="2750" spc="-95" dirty="0">
                <a:latin typeface="Century Gothic"/>
                <a:cs typeface="Century Gothic"/>
              </a:rPr>
              <a:t>i</a:t>
            </a:r>
            <a:r>
              <a:rPr sz="2750" spc="-360" dirty="0">
                <a:latin typeface="Century Gothic"/>
                <a:cs typeface="Century Gothic"/>
              </a:rPr>
              <a:t>v</a:t>
            </a:r>
            <a:r>
              <a:rPr sz="2750" spc="-425" dirty="0">
                <a:latin typeface="Century Gothic"/>
                <a:cs typeface="Century Gothic"/>
              </a:rPr>
              <a:t>e</a:t>
            </a:r>
            <a:r>
              <a:rPr sz="2750" spc="45" dirty="0">
                <a:latin typeface="Century Gothic"/>
                <a:cs typeface="Century Gothic"/>
              </a:rPr>
              <a:t>r</a:t>
            </a:r>
            <a:r>
              <a:rPr sz="2750" spc="40" dirty="0">
                <a:latin typeface="Century Gothic"/>
                <a:cs typeface="Century Gothic"/>
              </a:rPr>
              <a:t> </a:t>
            </a:r>
            <a:r>
              <a:rPr sz="2750" spc="-340" dirty="0">
                <a:latin typeface="Century Gothic"/>
                <a:cs typeface="Century Gothic"/>
              </a:rPr>
              <a:t>que</a:t>
            </a:r>
            <a:r>
              <a:rPr sz="2750" spc="25" dirty="0">
                <a:latin typeface="Century Gothic"/>
                <a:cs typeface="Century Gothic"/>
              </a:rPr>
              <a:t> </a:t>
            </a:r>
            <a:r>
              <a:rPr sz="2750" spc="35" dirty="0">
                <a:latin typeface="Century Gothic"/>
                <a:cs typeface="Century Gothic"/>
              </a:rPr>
              <a:t>r</a:t>
            </a:r>
            <a:r>
              <a:rPr sz="2750" spc="-425" dirty="0">
                <a:latin typeface="Century Gothic"/>
                <a:cs typeface="Century Gothic"/>
              </a:rPr>
              <a:t>e</a:t>
            </a:r>
            <a:r>
              <a:rPr sz="2750" spc="-515" dirty="0">
                <a:latin typeface="Century Gothic"/>
                <a:cs typeface="Century Gothic"/>
              </a:rPr>
              <a:t>c</a:t>
            </a:r>
            <a:r>
              <a:rPr sz="2750" spc="-265" dirty="0">
                <a:latin typeface="Century Gothic"/>
                <a:cs typeface="Century Gothic"/>
              </a:rPr>
              <a:t>o</a:t>
            </a:r>
            <a:r>
              <a:rPr sz="2750" spc="-385" dirty="0">
                <a:latin typeface="Century Gothic"/>
                <a:cs typeface="Century Gothic"/>
              </a:rPr>
              <a:t>ge</a:t>
            </a:r>
            <a:r>
              <a:rPr sz="2750" spc="30" dirty="0">
                <a:latin typeface="Century Gothic"/>
                <a:cs typeface="Century Gothic"/>
              </a:rPr>
              <a:t> </a:t>
            </a:r>
            <a:r>
              <a:rPr sz="2750" spc="-45" dirty="0">
                <a:latin typeface="Century Gothic"/>
                <a:cs typeface="Century Gothic"/>
              </a:rPr>
              <a:t>l</a:t>
            </a:r>
            <a:r>
              <a:rPr sz="2750" spc="-150" dirty="0">
                <a:latin typeface="Century Gothic"/>
                <a:cs typeface="Century Gothic"/>
              </a:rPr>
              <a:t>o</a:t>
            </a:r>
            <a:r>
              <a:rPr sz="2750" spc="-15" dirty="0">
                <a:latin typeface="Century Gothic"/>
                <a:cs typeface="Century Gothic"/>
              </a:rPr>
              <a:t>s</a:t>
            </a:r>
            <a:r>
              <a:rPr sz="2750" spc="45" dirty="0">
                <a:latin typeface="Century Gothic"/>
                <a:cs typeface="Century Gothic"/>
              </a:rPr>
              <a:t> </a:t>
            </a:r>
            <a:r>
              <a:rPr sz="2750" spc="-40" dirty="0">
                <a:latin typeface="Century Gothic"/>
                <a:cs typeface="Century Gothic"/>
              </a:rPr>
              <a:t>fi</a:t>
            </a:r>
            <a:r>
              <a:rPr sz="2750" spc="-515" dirty="0">
                <a:latin typeface="Century Gothic"/>
                <a:cs typeface="Century Gothic"/>
              </a:rPr>
              <a:t>c</a:t>
            </a:r>
            <a:r>
              <a:rPr sz="2750" spc="-325" dirty="0">
                <a:latin typeface="Century Gothic"/>
                <a:cs typeface="Century Gothic"/>
              </a:rPr>
              <a:t>h</a:t>
            </a:r>
            <a:r>
              <a:rPr sz="2750" spc="-350" dirty="0">
                <a:latin typeface="Century Gothic"/>
                <a:cs typeface="Century Gothic"/>
              </a:rPr>
              <a:t>e</a:t>
            </a:r>
            <a:r>
              <a:rPr sz="2750" spc="35" dirty="0">
                <a:latin typeface="Century Gothic"/>
                <a:cs typeface="Century Gothic"/>
              </a:rPr>
              <a:t>r</a:t>
            </a:r>
            <a:r>
              <a:rPr sz="2750" spc="-265" dirty="0">
                <a:latin typeface="Century Gothic"/>
                <a:cs typeface="Century Gothic"/>
              </a:rPr>
              <a:t>o</a:t>
            </a:r>
            <a:r>
              <a:rPr sz="2750" spc="-15" dirty="0">
                <a:latin typeface="Century Gothic"/>
                <a:cs typeface="Century Gothic"/>
              </a:rPr>
              <a:t>s</a:t>
            </a:r>
            <a:r>
              <a:rPr sz="2750" spc="40" dirty="0">
                <a:latin typeface="Century Gothic"/>
                <a:cs typeface="Century Gothic"/>
              </a:rPr>
              <a:t> </a:t>
            </a:r>
            <a:r>
              <a:rPr sz="2750" spc="-170" dirty="0">
                <a:latin typeface="Century Gothic"/>
                <a:cs typeface="Century Gothic"/>
              </a:rPr>
              <a:t>W</a:t>
            </a:r>
            <a:r>
              <a:rPr sz="2750" spc="-390" dirty="0">
                <a:latin typeface="Century Gothic"/>
                <a:cs typeface="Century Gothic"/>
              </a:rPr>
              <a:t>A</a:t>
            </a:r>
            <a:r>
              <a:rPr sz="2750" spc="-130" dirty="0">
                <a:latin typeface="Century Gothic"/>
                <a:cs typeface="Century Gothic"/>
              </a:rPr>
              <a:t>L</a:t>
            </a:r>
            <a:r>
              <a:rPr sz="2750" spc="35" dirty="0">
                <a:latin typeface="Century Gothic"/>
                <a:cs typeface="Century Gothic"/>
              </a:rPr>
              <a:t> </a:t>
            </a:r>
            <a:r>
              <a:rPr sz="2750" spc="-425" dirty="0">
                <a:latin typeface="Century Gothic"/>
                <a:cs typeface="Century Gothic"/>
              </a:rPr>
              <a:t>e</a:t>
            </a:r>
            <a:r>
              <a:rPr sz="2750" spc="-235" dirty="0">
                <a:latin typeface="Century Gothic"/>
                <a:cs typeface="Century Gothic"/>
              </a:rPr>
              <a:t>n</a:t>
            </a:r>
            <a:r>
              <a:rPr sz="2750" spc="40" dirty="0">
                <a:latin typeface="Century Gothic"/>
                <a:cs typeface="Century Gothic"/>
              </a:rPr>
              <a:t> </a:t>
            </a:r>
            <a:r>
              <a:rPr sz="2750" spc="70" dirty="0">
                <a:latin typeface="Century Gothic"/>
                <a:cs typeface="Century Gothic"/>
              </a:rPr>
              <a:t>l</a:t>
            </a:r>
            <a:r>
              <a:rPr sz="2750" spc="-375" dirty="0">
                <a:latin typeface="Century Gothic"/>
                <a:cs typeface="Century Gothic"/>
              </a:rPr>
              <a:t>a</a:t>
            </a:r>
            <a:r>
              <a:rPr sz="2750" spc="-15" dirty="0">
                <a:latin typeface="Century Gothic"/>
                <a:cs typeface="Century Gothic"/>
              </a:rPr>
              <a:t>s</a:t>
            </a:r>
            <a:r>
              <a:rPr sz="2750" spc="-10" dirty="0">
                <a:latin typeface="Century Gothic"/>
                <a:cs typeface="Century Gothic"/>
              </a:rPr>
              <a:t> </a:t>
            </a:r>
            <a:r>
              <a:rPr sz="2800" spc="20" dirty="0">
                <a:latin typeface="Century Gothic"/>
                <a:cs typeface="Century Gothic"/>
              </a:rPr>
              <a:t>r</a:t>
            </a:r>
            <a:r>
              <a:rPr sz="2800" spc="-345" dirty="0">
                <a:latin typeface="Century Gothic"/>
                <a:cs typeface="Century Gothic"/>
              </a:rPr>
              <a:t>ép</a:t>
            </a:r>
            <a:r>
              <a:rPr sz="2800" spc="-120" dirty="0">
                <a:latin typeface="Century Gothic"/>
                <a:cs typeface="Century Gothic"/>
              </a:rPr>
              <a:t>l</a:t>
            </a:r>
            <a:r>
              <a:rPr sz="2800" spc="-245" dirty="0">
                <a:latin typeface="Century Gothic"/>
                <a:cs typeface="Century Gothic"/>
              </a:rPr>
              <a:t>ic</a:t>
            </a:r>
            <a:r>
              <a:rPr sz="2800" spc="-225" dirty="0">
                <a:latin typeface="Century Gothic"/>
                <a:cs typeface="Century Gothic"/>
              </a:rPr>
              <a:t>as</a:t>
            </a:r>
            <a:r>
              <a:rPr sz="2800" spc="20" dirty="0">
                <a:latin typeface="Century Gothic"/>
                <a:cs typeface="Century Gothic"/>
              </a:rPr>
              <a:t>.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027795" cy="3528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7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-50" dirty="0">
                <a:latin typeface="Tahoma"/>
                <a:cs typeface="Tahoma"/>
              </a:rPr>
              <a:t>B</a:t>
            </a:r>
            <a:r>
              <a:rPr sz="3000" b="1" spc="10" dirty="0">
                <a:latin typeface="Tahoma"/>
                <a:cs typeface="Tahoma"/>
              </a:rPr>
              <a:t>ac</a:t>
            </a:r>
            <a:r>
              <a:rPr sz="3000" b="1" spc="5" dirty="0">
                <a:latin typeface="Tahoma"/>
                <a:cs typeface="Tahoma"/>
              </a:rPr>
              <a:t>k</a:t>
            </a:r>
            <a:r>
              <a:rPr sz="3000" b="1" spc="70" dirty="0">
                <a:latin typeface="Tahoma"/>
                <a:cs typeface="Tahoma"/>
              </a:rPr>
              <a:t>g</a:t>
            </a:r>
            <a:r>
              <a:rPr sz="3000" b="1" spc="35" dirty="0">
                <a:latin typeface="Tahoma"/>
                <a:cs typeface="Tahoma"/>
              </a:rPr>
              <a:t>r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-5" dirty="0">
                <a:latin typeface="Tahoma"/>
                <a:cs typeface="Tahoma"/>
              </a:rPr>
              <a:t>u</a:t>
            </a:r>
            <a:r>
              <a:rPr sz="3000" b="1" spc="-10" dirty="0">
                <a:latin typeface="Tahoma"/>
                <a:cs typeface="Tahoma"/>
              </a:rPr>
              <a:t>n</a:t>
            </a:r>
            <a:r>
              <a:rPr sz="3000" b="1" spc="75" dirty="0">
                <a:latin typeface="Tahoma"/>
                <a:cs typeface="Tahoma"/>
              </a:rPr>
              <a:t>d</a:t>
            </a:r>
            <a:r>
              <a:rPr sz="3000" b="1" spc="55" dirty="0">
                <a:latin typeface="Tahoma"/>
                <a:cs typeface="Tahoma"/>
              </a:rPr>
              <a:t> </a:t>
            </a:r>
            <a:r>
              <a:rPr sz="3000" b="1" spc="-280" dirty="0">
                <a:latin typeface="Tahoma"/>
                <a:cs typeface="Tahoma"/>
              </a:rPr>
              <a:t>w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100" dirty="0">
                <a:latin typeface="Tahoma"/>
                <a:cs typeface="Tahoma"/>
              </a:rPr>
              <a:t>k</a:t>
            </a:r>
            <a:r>
              <a:rPr sz="3000" b="1" spc="30" dirty="0">
                <a:latin typeface="Tahoma"/>
                <a:cs typeface="Tahoma"/>
              </a:rPr>
              <a:t>e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110" dirty="0">
                <a:latin typeface="Tahoma"/>
                <a:cs typeface="Tahoma"/>
              </a:rPr>
              <a:t>s</a:t>
            </a:r>
            <a:r>
              <a:rPr sz="3000" b="1" spc="50" dirty="0">
                <a:latin typeface="Tahoma"/>
                <a:cs typeface="Tahoma"/>
              </a:rPr>
              <a:t> </a:t>
            </a:r>
            <a:r>
              <a:rPr sz="3000" b="1" spc="-300" dirty="0">
                <a:latin typeface="Tahoma"/>
                <a:cs typeface="Tahoma"/>
              </a:rPr>
              <a:t>(</a:t>
            </a:r>
            <a:r>
              <a:rPr sz="3000" b="1" spc="-50" dirty="0">
                <a:latin typeface="Tahoma"/>
                <a:cs typeface="Tahoma"/>
              </a:rPr>
              <a:t>9</a:t>
            </a:r>
            <a:r>
              <a:rPr sz="3000" b="1" spc="-20" dirty="0">
                <a:latin typeface="Tahoma"/>
                <a:cs typeface="Tahoma"/>
              </a:rPr>
              <a:t>.</a:t>
            </a:r>
            <a:r>
              <a:rPr sz="3000" b="1" spc="-40" dirty="0">
                <a:latin typeface="Tahoma"/>
                <a:cs typeface="Tahoma"/>
              </a:rPr>
              <a:t>3</a:t>
            </a:r>
            <a:r>
              <a:rPr sz="3000" b="1" spc="10" dirty="0">
                <a:latin typeface="Tahoma"/>
                <a:cs typeface="Tahoma"/>
              </a:rPr>
              <a:t>+</a:t>
            </a:r>
            <a:r>
              <a:rPr sz="3000" b="1" spc="-300" dirty="0">
                <a:latin typeface="Tahoma"/>
                <a:cs typeface="Tahoma"/>
              </a:rPr>
              <a:t>)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731520" marR="99060" indent="-502920">
              <a:lnSpc>
                <a:spcPts val="3579"/>
              </a:lnSpc>
              <a:spcBef>
                <a:spcPts val="1265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365" dirty="0">
                <a:latin typeface="Century Gothic"/>
                <a:cs typeface="Century Gothic"/>
              </a:rPr>
              <a:t>yo</a:t>
            </a:r>
            <a:r>
              <a:rPr sz="3000" spc="-17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35" dirty="0">
                <a:latin typeface="Century Gothic"/>
                <a:cs typeface="Century Gothic"/>
              </a:rPr>
              <a:t>cl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r.</a:t>
            </a:r>
            <a:endParaRPr sz="3000">
              <a:latin typeface="Century Gothic"/>
              <a:cs typeface="Century Gothic"/>
            </a:endParaRPr>
          </a:p>
          <a:p>
            <a:pPr marL="731520" marR="5080" indent="-502920">
              <a:lnSpc>
                <a:spcPts val="3579"/>
              </a:lnSpc>
              <a:spcBef>
                <a:spcPts val="840"/>
              </a:spcBef>
              <a:buSzPct val="45000"/>
              <a:buFont typeface="MS Gothic"/>
              <a:buChar char="●"/>
              <a:tabLst>
                <a:tab pos="444500" algn="l"/>
              </a:tabLst>
            </a:pPr>
            <a:r>
              <a:rPr sz="3000" spc="-360" dirty="0">
                <a:latin typeface="Century Gothic"/>
                <a:cs typeface="Century Gothic"/>
              </a:rPr>
              <a:t>P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23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cód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229" dirty="0">
                <a:latin typeface="Century Gothic"/>
                <a:cs typeface="Century Gothic"/>
              </a:rPr>
              <a:t>g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7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433830"/>
            <a:ext cx="9194800" cy="5915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9879" y="1876509"/>
            <a:ext cx="1656714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320" dirty="0">
                <a:solidFill>
                  <a:srgbClr val="1B1B1B"/>
                </a:solidFill>
                <a:latin typeface="Century Gothic"/>
                <a:cs typeface="Century Gothic"/>
              </a:rPr>
              <a:t>er</a:t>
            </a:r>
            <a:endParaRPr sz="4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880" y="3003608"/>
            <a:ext cx="12192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610" dirty="0">
                <a:latin typeface="MS Gothic"/>
                <a:cs typeface="MS Gothic"/>
              </a:rPr>
              <a:t>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 marR="5080">
              <a:lnSpc>
                <a:spcPts val="3570"/>
              </a:lnSpc>
            </a:pPr>
            <a:r>
              <a:rPr spc="95" dirty="0"/>
              <a:t>U</a:t>
            </a:r>
            <a:r>
              <a:rPr spc="-275" dirty="0"/>
              <a:t>n</a:t>
            </a:r>
            <a:r>
              <a:rPr spc="35" dirty="0"/>
              <a:t> </a:t>
            </a:r>
            <a:r>
              <a:rPr spc="-595" dirty="0"/>
              <a:t>c</a:t>
            </a:r>
            <a:r>
              <a:rPr spc="85" dirty="0"/>
              <a:t>l</a:t>
            </a:r>
            <a:r>
              <a:rPr spc="-254" dirty="0"/>
              <a:t>u</a:t>
            </a:r>
            <a:r>
              <a:rPr spc="-25" dirty="0"/>
              <a:t>s</a:t>
            </a:r>
            <a:r>
              <a:rPr spc="-280" dirty="0"/>
              <a:t>t</a:t>
            </a:r>
            <a:r>
              <a:rPr spc="-465" dirty="0"/>
              <a:t>e</a:t>
            </a:r>
            <a:r>
              <a:rPr spc="35" dirty="0"/>
              <a:t>r</a:t>
            </a:r>
            <a:r>
              <a:rPr spc="30" dirty="0"/>
              <a:t> </a:t>
            </a:r>
            <a:r>
              <a:rPr spc="-465" dirty="0"/>
              <a:t>e</a:t>
            </a:r>
            <a:r>
              <a:rPr spc="-25" dirty="0"/>
              <a:t>s</a:t>
            </a:r>
            <a:r>
              <a:rPr spc="40" dirty="0"/>
              <a:t> </a:t>
            </a:r>
            <a:r>
              <a:rPr spc="-265" dirty="0"/>
              <a:t>u</a:t>
            </a:r>
            <a:r>
              <a:rPr spc="-260" dirty="0"/>
              <a:t>n</a:t>
            </a:r>
            <a:r>
              <a:rPr spc="45" dirty="0"/>
              <a:t> </a:t>
            </a:r>
            <a:r>
              <a:rPr spc="-455" dirty="0"/>
              <a:t>co</a:t>
            </a:r>
            <a:r>
              <a:rPr spc="-275" dirty="0"/>
              <a:t>n</a:t>
            </a:r>
            <a:r>
              <a:rPr spc="-50" dirty="0"/>
              <a:t>j</a:t>
            </a:r>
            <a:r>
              <a:rPr spc="-125" dirty="0"/>
              <a:t>u</a:t>
            </a:r>
            <a:r>
              <a:rPr spc="-275" dirty="0"/>
              <a:t>nt</a:t>
            </a:r>
            <a:r>
              <a:rPr spc="-295" dirty="0"/>
              <a:t>o</a:t>
            </a:r>
            <a:r>
              <a:rPr spc="30" dirty="0"/>
              <a:t> </a:t>
            </a:r>
            <a:r>
              <a:rPr spc="-455" dirty="0"/>
              <a:t>d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415" dirty="0"/>
              <a:t>b</a:t>
            </a:r>
            <a:r>
              <a:rPr spc="-434" dirty="0"/>
              <a:t>a</a:t>
            </a:r>
            <a:r>
              <a:rPr spc="-25" dirty="0"/>
              <a:t>s</a:t>
            </a:r>
            <a:r>
              <a:rPr spc="-465" dirty="0"/>
              <a:t>e</a:t>
            </a:r>
            <a:r>
              <a:rPr spc="-25" dirty="0"/>
              <a:t>s</a:t>
            </a:r>
            <a:r>
              <a:rPr spc="35" dirty="0"/>
              <a:t> </a:t>
            </a:r>
            <a:r>
              <a:rPr spc="-455" dirty="0"/>
              <a:t>d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440" dirty="0"/>
              <a:t>d</a:t>
            </a:r>
            <a:r>
              <a:rPr spc="-434" dirty="0"/>
              <a:t>a</a:t>
            </a:r>
            <a:r>
              <a:rPr spc="-280" dirty="0"/>
              <a:t>t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5" dirty="0"/>
              <a:t> </a:t>
            </a:r>
            <a:r>
              <a:rPr spc="-430" dirty="0"/>
              <a:t>q</a:t>
            </a:r>
            <a:r>
              <a:rPr spc="-355" dirty="0"/>
              <a:t>u</a:t>
            </a:r>
            <a:r>
              <a:rPr spc="-375" dirty="0"/>
              <a:t>e</a:t>
            </a:r>
            <a:r>
              <a:rPr spc="40" dirty="0"/>
              <a:t> </a:t>
            </a:r>
            <a:r>
              <a:rPr spc="-25" dirty="0"/>
              <a:t>s</a:t>
            </a:r>
            <a:r>
              <a:rPr spc="-470" dirty="0"/>
              <a:t>e</a:t>
            </a:r>
            <a:r>
              <a:rPr spc="-200" dirty="0"/>
              <a:t> </a:t>
            </a:r>
            <a:r>
              <a:rPr spc="-420" dirty="0"/>
              <a:t>a</a:t>
            </a:r>
            <a:r>
              <a:rPr spc="-455" dirty="0"/>
              <a:t>d</a:t>
            </a:r>
            <a:r>
              <a:rPr spc="-450" dirty="0"/>
              <a:t>m</a:t>
            </a:r>
            <a:r>
              <a:rPr spc="-55" dirty="0"/>
              <a:t>i</a:t>
            </a:r>
            <a:r>
              <a:rPr spc="-150" dirty="0"/>
              <a:t>n</a:t>
            </a:r>
            <a:r>
              <a:rPr spc="85" dirty="0"/>
              <a:t>i</a:t>
            </a:r>
            <a:r>
              <a:rPr spc="-25" dirty="0"/>
              <a:t>s</a:t>
            </a:r>
            <a:r>
              <a:rPr spc="-280" dirty="0"/>
              <a:t>t</a:t>
            </a:r>
            <a:r>
              <a:rPr spc="35" dirty="0"/>
              <a:t>r</a:t>
            </a:r>
            <a:r>
              <a:rPr spc="-434" dirty="0"/>
              <a:t>a</a:t>
            </a:r>
            <a:r>
              <a:rPr spc="-275" dirty="0"/>
              <a:t>n</a:t>
            </a:r>
            <a:r>
              <a:rPr spc="45" dirty="0"/>
              <a:t> </a:t>
            </a:r>
            <a:r>
              <a:rPr spc="-434" dirty="0"/>
              <a:t>a</a:t>
            </a:r>
            <a:r>
              <a:rPr spc="35" dirty="0"/>
              <a:t> </a:t>
            </a:r>
            <a:r>
              <a:rPr spc="-280" dirty="0"/>
              <a:t>t</a:t>
            </a:r>
            <a:r>
              <a:rPr spc="35" dirty="0"/>
              <a:t>r</a:t>
            </a:r>
            <a:r>
              <a:rPr spc="-434" dirty="0"/>
              <a:t>a</a:t>
            </a:r>
            <a:r>
              <a:rPr spc="-405" dirty="0"/>
              <a:t>v</a:t>
            </a:r>
            <a:r>
              <a:rPr spc="-465" dirty="0"/>
              <a:t>é</a:t>
            </a:r>
            <a:r>
              <a:rPr spc="-25" dirty="0"/>
              <a:t>s</a:t>
            </a:r>
            <a:r>
              <a:rPr spc="35" dirty="0"/>
              <a:t> </a:t>
            </a:r>
            <a:r>
              <a:rPr spc="-455" dirty="0"/>
              <a:t>d</a:t>
            </a:r>
            <a:r>
              <a:rPr spc="-470" dirty="0"/>
              <a:t>e</a:t>
            </a:r>
            <a:r>
              <a:rPr spc="40" dirty="0"/>
              <a:t> </a:t>
            </a:r>
            <a:r>
              <a:rPr spc="-265" dirty="0"/>
              <a:t>u</a:t>
            </a:r>
            <a:r>
              <a:rPr spc="-260" dirty="0"/>
              <a:t>n</a:t>
            </a:r>
            <a:r>
              <a:rPr spc="-434" dirty="0"/>
              <a:t>a</a:t>
            </a:r>
            <a:r>
              <a:rPr spc="35" dirty="0"/>
              <a:t> </a:t>
            </a:r>
            <a:r>
              <a:rPr spc="-265" dirty="0"/>
              <a:t>ú</a:t>
            </a:r>
            <a:r>
              <a:rPr spc="-260" dirty="0"/>
              <a:t>n</a:t>
            </a:r>
            <a:r>
              <a:rPr spc="85" dirty="0"/>
              <a:t>i</a:t>
            </a:r>
            <a:r>
              <a:rPr spc="-509" dirty="0"/>
              <a:t>c</a:t>
            </a:r>
            <a:r>
              <a:rPr spc="-535" dirty="0"/>
              <a:t>a</a:t>
            </a:r>
            <a:r>
              <a:rPr spc="30" dirty="0"/>
              <a:t> </a:t>
            </a:r>
            <a:r>
              <a:rPr spc="85" dirty="0"/>
              <a:t>i</a:t>
            </a:r>
            <a:r>
              <a:rPr spc="-275" dirty="0"/>
              <a:t>n</a:t>
            </a:r>
            <a:r>
              <a:rPr spc="-25" dirty="0"/>
              <a:t>s</a:t>
            </a:r>
            <a:r>
              <a:rPr spc="-275" dirty="0"/>
              <a:t>t</a:t>
            </a:r>
            <a:r>
              <a:rPr spc="-434" dirty="0"/>
              <a:t>a</a:t>
            </a:r>
            <a:r>
              <a:rPr spc="-275" dirty="0"/>
              <a:t>n</a:t>
            </a:r>
            <a:r>
              <a:rPr spc="-395" dirty="0"/>
              <a:t>c</a:t>
            </a:r>
            <a:r>
              <a:rPr spc="-114" dirty="0"/>
              <a:t>i</a:t>
            </a:r>
            <a:r>
              <a:rPr spc="-434" dirty="0"/>
              <a:t>a</a:t>
            </a:r>
            <a:r>
              <a:rPr spc="155" dirty="0"/>
              <a:t> </a:t>
            </a:r>
            <a:r>
              <a:rPr spc="-440" dirty="0"/>
              <a:t>d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25" dirty="0"/>
              <a:t>s</a:t>
            </a:r>
            <a:r>
              <a:rPr spc="-465" dirty="0"/>
              <a:t>e</a:t>
            </a:r>
            <a:r>
              <a:rPr spc="35" dirty="0"/>
              <a:t>r</a:t>
            </a:r>
            <a:r>
              <a:rPr spc="-225" dirty="0"/>
              <a:t>v</a:t>
            </a:r>
            <a:r>
              <a:rPr spc="-75" dirty="0"/>
              <a:t>i</a:t>
            </a:r>
            <a:r>
              <a:rPr spc="-455" dirty="0"/>
              <a:t>d</a:t>
            </a:r>
            <a:r>
              <a:rPr spc="-295" dirty="0"/>
              <a:t>o</a:t>
            </a:r>
            <a:r>
              <a:rPr spc="30" dirty="0"/>
              <a:t>r.</a:t>
            </a:r>
          </a:p>
          <a:p>
            <a:pPr marL="163830" marR="314325">
              <a:lnSpc>
                <a:spcPts val="3579"/>
              </a:lnSpc>
              <a:spcBef>
                <a:spcPts val="850"/>
              </a:spcBef>
            </a:pPr>
            <a:r>
              <a:rPr spc="-65" dirty="0"/>
              <a:t>B</a:t>
            </a:r>
            <a:r>
              <a:rPr spc="-434" dirty="0"/>
              <a:t>a</a:t>
            </a:r>
            <a:r>
              <a:rPr spc="-15" dirty="0"/>
              <a:t>s</a:t>
            </a:r>
            <a:r>
              <a:rPr spc="-465" dirty="0"/>
              <a:t>e</a:t>
            </a:r>
            <a:r>
              <a:rPr spc="-25" dirty="0"/>
              <a:t>s</a:t>
            </a:r>
            <a:r>
              <a:rPr spc="30" dirty="0"/>
              <a:t> </a:t>
            </a:r>
            <a:r>
              <a:rPr spc="-440" dirty="0"/>
              <a:t>d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455" dirty="0"/>
              <a:t>d</a:t>
            </a:r>
            <a:r>
              <a:rPr spc="-434" dirty="0"/>
              <a:t>a</a:t>
            </a:r>
            <a:r>
              <a:rPr spc="-275" dirty="0"/>
              <a:t>t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0" dirty="0"/>
              <a:t> </a:t>
            </a:r>
            <a:r>
              <a:rPr spc="-170" dirty="0"/>
              <a:t>f</a:t>
            </a:r>
            <a:r>
              <a:rPr spc="85" dirty="0"/>
              <a:t>í</a:t>
            </a:r>
            <a:r>
              <a:rPr spc="-25" dirty="0"/>
              <a:t>s</a:t>
            </a:r>
            <a:r>
              <a:rPr spc="85" dirty="0"/>
              <a:t>i</a:t>
            </a:r>
            <a:r>
              <a:rPr spc="-525" dirty="0"/>
              <a:t>ca</a:t>
            </a:r>
            <a:r>
              <a:rPr spc="-450" dirty="0"/>
              <a:t>m</a:t>
            </a:r>
            <a:r>
              <a:rPr spc="-465" dirty="0"/>
              <a:t>e</a:t>
            </a:r>
            <a:r>
              <a:rPr spc="-275" dirty="0"/>
              <a:t>nt</a:t>
            </a:r>
            <a:r>
              <a:rPr spc="-470" dirty="0"/>
              <a:t>e</a:t>
            </a:r>
            <a:r>
              <a:rPr spc="35" dirty="0"/>
              <a:t> r</a:t>
            </a:r>
            <a:r>
              <a:rPr spc="-465" dirty="0"/>
              <a:t>e</a:t>
            </a:r>
            <a:r>
              <a:rPr spc="85" dirty="0"/>
              <a:t>l</a:t>
            </a:r>
            <a:r>
              <a:rPr spc="-434" dirty="0"/>
              <a:t>a</a:t>
            </a:r>
            <a:r>
              <a:rPr spc="-235" dirty="0"/>
              <a:t>ci</a:t>
            </a:r>
            <a:r>
              <a:rPr spc="-355" dirty="0"/>
              <a:t>o</a:t>
            </a:r>
            <a:r>
              <a:rPr spc="-275" dirty="0"/>
              <a:t>n</a:t>
            </a:r>
            <a:r>
              <a:rPr spc="-420" dirty="0"/>
              <a:t>a</a:t>
            </a:r>
            <a:r>
              <a:rPr spc="-455" dirty="0"/>
              <a:t>d</a:t>
            </a:r>
            <a:r>
              <a:rPr spc="-434" dirty="0"/>
              <a:t>a</a:t>
            </a:r>
            <a:r>
              <a:rPr spc="-25" dirty="0"/>
              <a:t>s</a:t>
            </a:r>
            <a:r>
              <a:rPr spc="30" dirty="0"/>
              <a:t>, </a:t>
            </a:r>
            <a:r>
              <a:rPr spc="85" dirty="0"/>
              <a:t>l</a:t>
            </a:r>
            <a:r>
              <a:rPr spc="-300" dirty="0"/>
              <a:t>ó</a:t>
            </a:r>
            <a:r>
              <a:rPr spc="-390" dirty="0"/>
              <a:t>g</a:t>
            </a:r>
            <a:r>
              <a:rPr spc="85" dirty="0"/>
              <a:t>i</a:t>
            </a:r>
            <a:r>
              <a:rPr spc="-595" dirty="0"/>
              <a:t>c</a:t>
            </a:r>
            <a:r>
              <a:rPr spc="-434" dirty="0"/>
              <a:t>a</a:t>
            </a:r>
            <a:r>
              <a:rPr spc="-450" dirty="0"/>
              <a:t>m</a:t>
            </a:r>
            <a:r>
              <a:rPr spc="-465" dirty="0"/>
              <a:t>e</a:t>
            </a:r>
            <a:r>
              <a:rPr spc="-275" dirty="0"/>
              <a:t>n</a:t>
            </a:r>
            <a:r>
              <a:rPr spc="-280" dirty="0"/>
              <a:t>t</a:t>
            </a:r>
            <a:r>
              <a:rPr spc="-470" dirty="0"/>
              <a:t>e</a:t>
            </a:r>
            <a:r>
              <a:rPr spc="-200" dirty="0"/>
              <a:t> </a:t>
            </a:r>
            <a:r>
              <a:rPr spc="85" dirty="0"/>
              <a:t>i</a:t>
            </a:r>
            <a:r>
              <a:rPr spc="-275" dirty="0"/>
              <a:t>n</a:t>
            </a:r>
            <a:r>
              <a:rPr spc="-455" dirty="0"/>
              <a:t>d</a:t>
            </a:r>
            <a:r>
              <a:rPr spc="-465" dirty="0"/>
              <a:t>e</a:t>
            </a:r>
            <a:r>
              <a:rPr spc="-415" dirty="0"/>
              <a:t>p</a:t>
            </a:r>
            <a:r>
              <a:rPr spc="-465" dirty="0"/>
              <a:t>e</a:t>
            </a:r>
            <a:r>
              <a:rPr spc="-275" dirty="0"/>
              <a:t>n</a:t>
            </a:r>
            <a:r>
              <a:rPr spc="-455" dirty="0"/>
              <a:t>d</a:t>
            </a:r>
            <a:r>
              <a:rPr spc="85" dirty="0"/>
              <a:t>i</a:t>
            </a:r>
            <a:r>
              <a:rPr spc="-465" dirty="0"/>
              <a:t>e</a:t>
            </a:r>
            <a:r>
              <a:rPr spc="-275" dirty="0"/>
              <a:t>n</a:t>
            </a:r>
            <a:r>
              <a:rPr spc="-280" dirty="0"/>
              <a:t>t</a:t>
            </a:r>
            <a:r>
              <a:rPr spc="-465" dirty="0"/>
              <a:t>e</a:t>
            </a:r>
            <a:r>
              <a:rPr spc="-15" dirty="0"/>
              <a:t>s</a:t>
            </a:r>
            <a:r>
              <a:rPr spc="30" dirty="0"/>
              <a:t>.</a:t>
            </a:r>
          </a:p>
          <a:p>
            <a:pPr marL="163830" marR="1053465">
              <a:lnSpc>
                <a:spcPts val="3570"/>
              </a:lnSpc>
              <a:spcBef>
                <a:spcPts val="855"/>
              </a:spcBef>
            </a:pPr>
            <a:r>
              <a:rPr spc="-320" dirty="0"/>
              <a:t>C</a:t>
            </a:r>
            <a:r>
              <a:rPr spc="-295" dirty="0"/>
              <a:t>o</a:t>
            </a:r>
            <a:r>
              <a:rPr spc="-450" dirty="0"/>
              <a:t>m</a:t>
            </a:r>
            <a:r>
              <a:rPr spc="-430" dirty="0"/>
              <a:t>pa</a:t>
            </a:r>
            <a:r>
              <a:rPr spc="35" dirty="0"/>
              <a:t>r</a:t>
            </a:r>
            <a:r>
              <a:rPr spc="-280" dirty="0"/>
              <a:t>t</a:t>
            </a:r>
            <a:r>
              <a:rPr spc="-465" dirty="0"/>
              <a:t>e</a:t>
            </a:r>
            <a:r>
              <a:rPr spc="-275" dirty="0"/>
              <a:t>n</a:t>
            </a:r>
            <a:r>
              <a:rPr spc="45" dirty="0"/>
              <a:t> </a:t>
            </a:r>
            <a:r>
              <a:rPr spc="-465" dirty="0"/>
              <a:t>e</a:t>
            </a:r>
            <a:r>
              <a:rPr spc="85" dirty="0"/>
              <a:t>l</a:t>
            </a:r>
            <a:r>
              <a:rPr spc="-395" dirty="0"/>
              <a:t>e</a:t>
            </a:r>
            <a:r>
              <a:rPr spc="-560" dirty="0"/>
              <a:t>m</a:t>
            </a:r>
            <a:r>
              <a:rPr spc="-465" dirty="0"/>
              <a:t>e</a:t>
            </a:r>
            <a:r>
              <a:rPr spc="-275" dirty="0"/>
              <a:t>nt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5" dirty="0"/>
              <a:t> </a:t>
            </a:r>
            <a:r>
              <a:rPr spc="-235" dirty="0"/>
              <a:t>“</a:t>
            </a:r>
            <a:r>
              <a:rPr spc="-455" dirty="0"/>
              <a:t>d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15" dirty="0"/>
              <a:t>s</a:t>
            </a:r>
            <a:r>
              <a:rPr spc="15" dirty="0"/>
              <a:t>i</a:t>
            </a:r>
            <a:r>
              <a:rPr spc="50" dirty="0"/>
              <a:t>s</a:t>
            </a:r>
            <a:r>
              <a:rPr spc="-280" dirty="0"/>
              <a:t>t</a:t>
            </a:r>
            <a:r>
              <a:rPr spc="-465" dirty="0"/>
              <a:t>e</a:t>
            </a:r>
            <a:r>
              <a:rPr spc="-450" dirty="0"/>
              <a:t>m</a:t>
            </a:r>
            <a:r>
              <a:rPr spc="-434" dirty="0"/>
              <a:t>a</a:t>
            </a:r>
            <a:r>
              <a:rPr spc="-175" dirty="0"/>
              <a:t>”</a:t>
            </a:r>
            <a:r>
              <a:rPr spc="25" dirty="0"/>
              <a:t> </a:t>
            </a:r>
            <a:r>
              <a:rPr spc="-220" dirty="0"/>
              <a:t>(</a:t>
            </a:r>
            <a:r>
              <a:rPr spc="-345" dirty="0"/>
              <a:t>u</a:t>
            </a:r>
            <a:r>
              <a:rPr spc="-25" dirty="0"/>
              <a:t>s</a:t>
            </a:r>
            <a:r>
              <a:rPr spc="-335" dirty="0"/>
              <a:t>u</a:t>
            </a:r>
            <a:r>
              <a:rPr spc="-370" dirty="0"/>
              <a:t>a</a:t>
            </a:r>
            <a:r>
              <a:rPr spc="35" dirty="0"/>
              <a:t>r</a:t>
            </a:r>
            <a:r>
              <a:rPr spc="85" dirty="0"/>
              <a:t>i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0" dirty="0"/>
              <a:t>, </a:t>
            </a:r>
            <a:r>
              <a:rPr spc="-150" dirty="0"/>
              <a:t>L</a:t>
            </a:r>
            <a:r>
              <a:rPr spc="-135" dirty="0"/>
              <a:t>P,</a:t>
            </a:r>
            <a:r>
              <a:rPr spc="-85" dirty="0"/>
              <a:t> </a:t>
            </a:r>
            <a:r>
              <a:rPr spc="-465" dirty="0"/>
              <a:t>e</a:t>
            </a:r>
            <a:r>
              <a:rPr spc="-254" dirty="0"/>
              <a:t>x</a:t>
            </a:r>
            <a:r>
              <a:rPr spc="-275" dirty="0"/>
              <a:t>t</a:t>
            </a:r>
            <a:r>
              <a:rPr spc="-465" dirty="0"/>
              <a:t>e</a:t>
            </a:r>
            <a:r>
              <a:rPr spc="-275" dirty="0"/>
              <a:t>n</a:t>
            </a:r>
            <a:r>
              <a:rPr spc="-25" dirty="0"/>
              <a:t>s</a:t>
            </a:r>
            <a:r>
              <a:rPr spc="-55" dirty="0"/>
              <a:t>i</a:t>
            </a:r>
            <a:r>
              <a:rPr spc="-150" dirty="0"/>
              <a:t>o</a:t>
            </a:r>
            <a:r>
              <a:rPr spc="-275" dirty="0"/>
              <a:t>n</a:t>
            </a:r>
            <a:r>
              <a:rPr spc="-465" dirty="0"/>
              <a:t>e</a:t>
            </a:r>
            <a:r>
              <a:rPr spc="-25" dirty="0"/>
              <a:t>s</a:t>
            </a:r>
            <a:r>
              <a:rPr spc="30" dirty="0"/>
              <a:t> </a:t>
            </a:r>
            <a:r>
              <a:rPr spc="-440" dirty="0"/>
              <a:t>d</a:t>
            </a:r>
            <a:r>
              <a:rPr spc="15" dirty="0"/>
              <a:t>i</a:t>
            </a:r>
            <a:r>
              <a:rPr spc="50" dirty="0"/>
              <a:t>s</a:t>
            </a:r>
            <a:r>
              <a:rPr spc="-434" dirty="0"/>
              <a:t>p</a:t>
            </a:r>
            <a:r>
              <a:rPr spc="-285" dirty="0"/>
              <a:t>o</a:t>
            </a:r>
            <a:r>
              <a:rPr spc="-275" dirty="0"/>
              <a:t>n</a:t>
            </a:r>
            <a:r>
              <a:rPr spc="-85" dirty="0"/>
              <a:t>i</a:t>
            </a:r>
            <a:r>
              <a:rPr spc="-254" dirty="0"/>
              <a:t>b</a:t>
            </a:r>
            <a:r>
              <a:rPr spc="-95" dirty="0"/>
              <a:t>l</a:t>
            </a:r>
            <a:r>
              <a:rPr spc="-290" dirty="0"/>
              <a:t>e</a:t>
            </a:r>
            <a:r>
              <a:rPr spc="-25" dirty="0"/>
              <a:t>s</a:t>
            </a:r>
            <a:r>
              <a:rPr spc="-145" dirty="0"/>
              <a:t>).</a:t>
            </a:r>
          </a:p>
          <a:p>
            <a:pPr marL="163830" marR="960755">
              <a:lnSpc>
                <a:spcPts val="3579"/>
              </a:lnSpc>
              <a:spcBef>
                <a:spcPts val="850"/>
              </a:spcBef>
            </a:pPr>
            <a:r>
              <a:rPr spc="95" dirty="0"/>
              <a:t>U</a:t>
            </a:r>
            <a:r>
              <a:rPr spc="-275" dirty="0"/>
              <a:t>n</a:t>
            </a:r>
            <a:r>
              <a:rPr spc="35" dirty="0"/>
              <a:t> </a:t>
            </a:r>
            <a:r>
              <a:rPr spc="-265" dirty="0"/>
              <a:t>ú</a:t>
            </a:r>
            <a:r>
              <a:rPr spc="-260" dirty="0"/>
              <a:t>n</a:t>
            </a:r>
            <a:r>
              <a:rPr spc="85" dirty="0"/>
              <a:t>i</a:t>
            </a:r>
            <a:r>
              <a:rPr spc="-455" dirty="0"/>
              <a:t>co</a:t>
            </a:r>
            <a:r>
              <a:rPr spc="30" dirty="0"/>
              <a:t> </a:t>
            </a:r>
            <a:r>
              <a:rPr spc="-430" dirty="0"/>
              <a:t>p</a:t>
            </a:r>
            <a:r>
              <a:rPr spc="-295" dirty="0"/>
              <a:t>o</a:t>
            </a:r>
            <a:r>
              <a:rPr spc="-15" dirty="0"/>
              <a:t>s</a:t>
            </a:r>
            <a:r>
              <a:rPr spc="-280" dirty="0"/>
              <a:t>t</a:t>
            </a:r>
            <a:r>
              <a:rPr spc="-515" dirty="0"/>
              <a:t>m</a:t>
            </a:r>
            <a:r>
              <a:rPr spc="-355" dirty="0"/>
              <a:t>a</a:t>
            </a:r>
            <a:r>
              <a:rPr spc="-25" dirty="0"/>
              <a:t>s</a:t>
            </a:r>
            <a:r>
              <a:rPr spc="-280" dirty="0"/>
              <a:t>t</a:t>
            </a:r>
            <a:r>
              <a:rPr spc="-465" dirty="0"/>
              <a:t>e</a:t>
            </a:r>
            <a:r>
              <a:rPr spc="35" dirty="0"/>
              <a:t>r</a:t>
            </a:r>
            <a:r>
              <a:rPr spc="30" dirty="0"/>
              <a:t> </a:t>
            </a:r>
            <a:r>
              <a:rPr spc="-465" dirty="0"/>
              <a:t>e</a:t>
            </a:r>
            <a:r>
              <a:rPr spc="-275" dirty="0"/>
              <a:t>n</a:t>
            </a:r>
            <a:r>
              <a:rPr spc="45" dirty="0"/>
              <a:t> </a:t>
            </a:r>
            <a:r>
              <a:rPr spc="-254" dirty="0"/>
              <a:t>u</a:t>
            </a:r>
            <a:r>
              <a:rPr spc="-275" dirty="0"/>
              <a:t>n</a:t>
            </a:r>
            <a:r>
              <a:rPr spc="30" dirty="0"/>
              <a:t> </a:t>
            </a:r>
            <a:r>
              <a:rPr spc="-25" dirty="0"/>
              <a:t>s</a:t>
            </a:r>
            <a:r>
              <a:rPr spc="-295" dirty="0"/>
              <a:t>ó</a:t>
            </a:r>
            <a:r>
              <a:rPr spc="85" dirty="0"/>
              <a:t>l</a:t>
            </a:r>
            <a:r>
              <a:rPr spc="-295" dirty="0"/>
              <a:t>o</a:t>
            </a:r>
            <a:r>
              <a:rPr spc="30" dirty="0"/>
              <a:t> </a:t>
            </a:r>
            <a:r>
              <a:rPr spc="-415" dirty="0"/>
              <a:t>p</a:t>
            </a:r>
            <a:r>
              <a:rPr spc="-355" dirty="0"/>
              <a:t>u</a:t>
            </a:r>
            <a:r>
              <a:rPr spc="-370" dirty="0"/>
              <a:t>e</a:t>
            </a:r>
            <a:r>
              <a:rPr spc="35" dirty="0"/>
              <a:t>r</a:t>
            </a:r>
            <a:r>
              <a:rPr spc="-280" dirty="0"/>
              <a:t>t</a:t>
            </a:r>
            <a:r>
              <a:rPr spc="-295" dirty="0"/>
              <a:t>o</a:t>
            </a:r>
            <a:r>
              <a:rPr spc="30" dirty="0"/>
              <a:t> </a:t>
            </a:r>
            <a:r>
              <a:rPr spc="-405" dirty="0"/>
              <a:t>y</a:t>
            </a:r>
            <a:r>
              <a:rPr spc="35" dirty="0"/>
              <a:t> </a:t>
            </a:r>
            <a:r>
              <a:rPr spc="-265" dirty="0"/>
              <a:t>u</a:t>
            </a:r>
            <a:r>
              <a:rPr spc="-260" dirty="0"/>
              <a:t>n</a:t>
            </a:r>
            <a:r>
              <a:rPr spc="45" dirty="0"/>
              <a:t> </a:t>
            </a:r>
            <a:r>
              <a:rPr spc="-265" dirty="0"/>
              <a:t>ú</a:t>
            </a:r>
            <a:r>
              <a:rPr spc="-245" dirty="0"/>
              <a:t>n</a:t>
            </a:r>
            <a:r>
              <a:rPr spc="-280" dirty="0"/>
              <a:t>ico</a:t>
            </a:r>
            <a:r>
              <a:rPr spc="-155" dirty="0"/>
              <a:t> D</a:t>
            </a:r>
            <a:r>
              <a:rPr spc="85" dirty="0"/>
              <a:t>i</a:t>
            </a:r>
            <a:r>
              <a:rPr spc="35" dirty="0"/>
              <a:t>r</a:t>
            </a:r>
            <a:r>
              <a:rPr spc="-465" dirty="0"/>
              <a:t>e</a:t>
            </a:r>
            <a:r>
              <a:rPr spc="-434" dirty="0"/>
              <a:t>ct</a:t>
            </a:r>
            <a:r>
              <a:rPr spc="-295" dirty="0"/>
              <a:t>o</a:t>
            </a:r>
            <a:r>
              <a:rPr spc="35" dirty="0"/>
              <a:t>r</a:t>
            </a:r>
            <a:r>
              <a:rPr spc="85" dirty="0"/>
              <a:t>i</a:t>
            </a:r>
            <a:r>
              <a:rPr spc="-295" dirty="0"/>
              <a:t>o</a:t>
            </a:r>
            <a:r>
              <a:rPr spc="30" dirty="0"/>
              <a:t> </a:t>
            </a:r>
            <a:r>
              <a:rPr spc="-455" dirty="0"/>
              <a:t>d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145" dirty="0"/>
              <a:t>D</a:t>
            </a:r>
            <a:r>
              <a:rPr spc="-440" dirty="0"/>
              <a:t>a</a:t>
            </a:r>
            <a:r>
              <a:rPr spc="-275" dirty="0"/>
              <a:t>t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5" dirty="0"/>
              <a:t> </a:t>
            </a:r>
            <a:r>
              <a:rPr spc="-430" dirty="0"/>
              <a:t>p</a:t>
            </a:r>
            <a:r>
              <a:rPr spc="-295" dirty="0"/>
              <a:t>o</a:t>
            </a:r>
            <a:r>
              <a:rPr spc="35" dirty="0"/>
              <a:t>r</a:t>
            </a:r>
            <a:r>
              <a:rPr spc="30" dirty="0"/>
              <a:t> </a:t>
            </a:r>
            <a:r>
              <a:rPr spc="-395" dirty="0"/>
              <a:t>c</a:t>
            </a:r>
            <a:r>
              <a:rPr spc="-114" dirty="0"/>
              <a:t>l</a:t>
            </a:r>
            <a:r>
              <a:rPr spc="-170" dirty="0"/>
              <a:t>u</a:t>
            </a:r>
            <a:r>
              <a:rPr spc="-105" dirty="0"/>
              <a:t>s</a:t>
            </a:r>
            <a:r>
              <a:rPr spc="-280" dirty="0"/>
              <a:t>t</a:t>
            </a:r>
            <a:r>
              <a:rPr spc="-465" dirty="0"/>
              <a:t>e</a:t>
            </a:r>
            <a:r>
              <a:rPr spc="30" dirty="0"/>
              <a:t>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6880" y="4020878"/>
            <a:ext cx="12192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610" dirty="0">
                <a:latin typeface="MS Gothic"/>
                <a:cs typeface="MS Gothic"/>
              </a:rPr>
              <a:t>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880" y="5036878"/>
            <a:ext cx="12192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610" dirty="0">
                <a:latin typeface="MS Gothic"/>
                <a:cs typeface="MS Gothic"/>
              </a:rPr>
              <a:t>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6880" y="6054148"/>
            <a:ext cx="12192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610" dirty="0">
                <a:latin typeface="MS Gothic"/>
                <a:cs typeface="MS Gothic"/>
              </a:rPr>
              <a:t></a:t>
            </a:r>
            <a:endParaRPr sz="13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9879" y="1876509"/>
            <a:ext cx="1656714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320" dirty="0">
                <a:solidFill>
                  <a:srgbClr val="1B1B1B"/>
                </a:solidFill>
                <a:latin typeface="Century Gothic"/>
                <a:cs typeface="Century Gothic"/>
              </a:rPr>
              <a:t>er</a:t>
            </a:r>
            <a:endParaRPr sz="4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880" y="3003608"/>
            <a:ext cx="12192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610" dirty="0">
                <a:latin typeface="MS Gothic"/>
                <a:cs typeface="MS Gothic"/>
              </a:rPr>
              <a:t>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150" dirty="0"/>
              <a:t>L</a:t>
            </a:r>
            <a:r>
              <a:rPr spc="-434" dirty="0"/>
              <a:t>a</a:t>
            </a:r>
            <a:r>
              <a:rPr spc="35" dirty="0"/>
              <a:t> </a:t>
            </a:r>
            <a:r>
              <a:rPr spc="-595" dirty="0"/>
              <a:t>c</a:t>
            </a:r>
            <a:r>
              <a:rPr spc="35" dirty="0"/>
              <a:t>r</a:t>
            </a:r>
            <a:r>
              <a:rPr spc="-465" dirty="0"/>
              <a:t>e</a:t>
            </a:r>
            <a:r>
              <a:rPr spc="-420" dirty="0"/>
              <a:t>a</a:t>
            </a:r>
            <a:r>
              <a:rPr spc="-595" dirty="0"/>
              <a:t>c</a:t>
            </a:r>
            <a:r>
              <a:rPr spc="85" dirty="0"/>
              <a:t>i</a:t>
            </a:r>
            <a:r>
              <a:rPr spc="-285" dirty="0"/>
              <a:t>ón</a:t>
            </a:r>
            <a:r>
              <a:rPr spc="35" dirty="0"/>
              <a:t> </a:t>
            </a:r>
            <a:r>
              <a:rPr spc="-455" dirty="0"/>
              <a:t>d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265" dirty="0"/>
              <a:t>u</a:t>
            </a:r>
            <a:r>
              <a:rPr spc="-260" dirty="0"/>
              <a:t>n</a:t>
            </a:r>
            <a:r>
              <a:rPr spc="45" dirty="0"/>
              <a:t> </a:t>
            </a:r>
            <a:r>
              <a:rPr spc="-395" dirty="0"/>
              <a:t>c</a:t>
            </a:r>
            <a:r>
              <a:rPr spc="-114" dirty="0"/>
              <a:t>l</a:t>
            </a:r>
            <a:r>
              <a:rPr spc="-170" dirty="0"/>
              <a:t>u</a:t>
            </a:r>
            <a:r>
              <a:rPr spc="-105" dirty="0"/>
              <a:t>s</a:t>
            </a:r>
            <a:r>
              <a:rPr spc="-275" dirty="0"/>
              <a:t>t</a:t>
            </a:r>
            <a:r>
              <a:rPr spc="-465" dirty="0"/>
              <a:t>e</a:t>
            </a:r>
            <a:r>
              <a:rPr spc="35" dirty="0"/>
              <a:t>r</a:t>
            </a:r>
            <a:r>
              <a:rPr spc="30" dirty="0"/>
              <a:t> </a:t>
            </a:r>
            <a:r>
              <a:rPr spc="-455" dirty="0"/>
              <a:t>d</a:t>
            </a:r>
            <a:r>
              <a:rPr spc="-470" dirty="0"/>
              <a:t>e</a:t>
            </a:r>
            <a:r>
              <a:rPr spc="40" dirty="0"/>
              <a:t> </a:t>
            </a:r>
            <a:r>
              <a:rPr spc="-110" dirty="0"/>
              <a:t>B</a:t>
            </a:r>
            <a:r>
              <a:rPr spc="-135" dirty="0"/>
              <a:t>D</a:t>
            </a:r>
            <a:r>
              <a:rPr spc="40" dirty="0"/>
              <a:t> </a:t>
            </a:r>
            <a:r>
              <a:rPr spc="-595" dirty="0"/>
              <a:t>c</a:t>
            </a:r>
            <a:r>
              <a:rPr spc="-295" dirty="0"/>
              <a:t>o</a:t>
            </a:r>
            <a:r>
              <a:rPr spc="-260" dirty="0"/>
              <a:t>n</a:t>
            </a:r>
            <a:r>
              <a:rPr spc="-25" dirty="0"/>
              <a:t>s</a:t>
            </a:r>
            <a:r>
              <a:rPr spc="85" dirty="0"/>
              <a:t>i</a:t>
            </a:r>
            <a:r>
              <a:rPr spc="-25" dirty="0"/>
              <a:t>s</a:t>
            </a:r>
            <a:r>
              <a:rPr spc="-280" dirty="0"/>
              <a:t>t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459" dirty="0"/>
              <a:t>e</a:t>
            </a:r>
            <a:r>
              <a:rPr spc="-275" dirty="0"/>
              <a:t>n</a:t>
            </a:r>
            <a:r>
              <a:rPr spc="90" dirty="0"/>
              <a:t>:</a:t>
            </a:r>
          </a:p>
          <a:p>
            <a:pPr marL="379730" marR="5080" indent="-215900">
              <a:lnSpc>
                <a:spcPts val="3570"/>
              </a:lnSpc>
              <a:spcBef>
                <a:spcPts val="1260"/>
              </a:spcBef>
              <a:buFont typeface="Century Gothic"/>
              <a:buAutoNum type="arabicPeriod"/>
              <a:tabLst>
                <a:tab pos="493395" algn="l"/>
              </a:tabLst>
            </a:pPr>
            <a:r>
              <a:rPr spc="-320" dirty="0"/>
              <a:t>C</a:t>
            </a:r>
            <a:r>
              <a:rPr spc="35" dirty="0"/>
              <a:t>r</a:t>
            </a:r>
            <a:r>
              <a:rPr spc="-465" dirty="0"/>
              <a:t>e</a:t>
            </a:r>
            <a:r>
              <a:rPr spc="-434" dirty="0"/>
              <a:t>a</a:t>
            </a:r>
            <a:r>
              <a:rPr spc="35" dirty="0"/>
              <a:t>r</a:t>
            </a:r>
            <a:r>
              <a:rPr spc="30" dirty="0"/>
              <a:t> </a:t>
            </a:r>
            <a:r>
              <a:rPr spc="-275" dirty="0"/>
              <a:t>t</a:t>
            </a:r>
            <a:r>
              <a:rPr spc="-300" dirty="0"/>
              <a:t>o</a:t>
            </a:r>
            <a:r>
              <a:rPr spc="-440" dirty="0"/>
              <a:t>d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0" dirty="0"/>
              <a:t> </a:t>
            </a:r>
            <a:r>
              <a:rPr spc="85" dirty="0"/>
              <a:t>l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0" dirty="0"/>
              <a:t> </a:t>
            </a:r>
            <a:r>
              <a:rPr spc="-440" dirty="0"/>
              <a:t>d</a:t>
            </a:r>
            <a:r>
              <a:rPr spc="40" dirty="0"/>
              <a:t>i</a:t>
            </a:r>
            <a:r>
              <a:rPr spc="70" dirty="0"/>
              <a:t>r</a:t>
            </a:r>
            <a:r>
              <a:rPr spc="-465" dirty="0"/>
              <a:t>e</a:t>
            </a:r>
            <a:r>
              <a:rPr spc="-434" dirty="0"/>
              <a:t>ct</a:t>
            </a:r>
            <a:r>
              <a:rPr spc="-295" dirty="0"/>
              <a:t>o</a:t>
            </a:r>
            <a:r>
              <a:rPr spc="35" dirty="0"/>
              <a:t>r</a:t>
            </a:r>
            <a:r>
              <a:rPr spc="85" dirty="0"/>
              <a:t>i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0" dirty="0"/>
              <a:t> </a:t>
            </a:r>
            <a:r>
              <a:rPr spc="-440" dirty="0"/>
              <a:t>d</a:t>
            </a:r>
            <a:r>
              <a:rPr spc="-285" dirty="0"/>
              <a:t>on</a:t>
            </a:r>
            <a:r>
              <a:rPr spc="-455" dirty="0"/>
              <a:t>d</a:t>
            </a:r>
            <a:r>
              <a:rPr spc="-470" dirty="0"/>
              <a:t>e</a:t>
            </a:r>
            <a:r>
              <a:rPr spc="40" dirty="0"/>
              <a:t> </a:t>
            </a:r>
            <a:r>
              <a:rPr spc="-25" dirty="0"/>
              <a:t>s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434" dirty="0"/>
              <a:t>a</a:t>
            </a:r>
            <a:r>
              <a:rPr spc="85" dirty="0"/>
              <a:t>l</a:t>
            </a:r>
            <a:r>
              <a:rPr spc="-295" dirty="0"/>
              <a:t>o</a:t>
            </a:r>
            <a:r>
              <a:rPr spc="-85" dirty="0"/>
              <a:t>j</a:t>
            </a:r>
            <a:r>
              <a:rPr spc="-254" dirty="0"/>
              <a:t>a</a:t>
            </a:r>
            <a:r>
              <a:rPr spc="35" dirty="0"/>
              <a:t>r</a:t>
            </a:r>
            <a:r>
              <a:rPr spc="-434" dirty="0"/>
              <a:t>á</a:t>
            </a:r>
            <a:r>
              <a:rPr spc="30" dirty="0"/>
              <a:t> </a:t>
            </a:r>
            <a:r>
              <a:rPr spc="85" dirty="0"/>
              <a:t>l</a:t>
            </a:r>
            <a:r>
              <a:rPr spc="-434" dirty="0"/>
              <a:t>a</a:t>
            </a:r>
            <a:r>
              <a:rPr spc="-25" dirty="0"/>
              <a:t>s</a:t>
            </a:r>
            <a:r>
              <a:rPr spc="35" dirty="0"/>
              <a:t> </a:t>
            </a:r>
            <a:r>
              <a:rPr spc="-430" dirty="0"/>
              <a:t>ba</a:t>
            </a:r>
            <a:r>
              <a:rPr spc="-25" dirty="0"/>
              <a:t>s</a:t>
            </a:r>
            <a:r>
              <a:rPr spc="-465" dirty="0"/>
              <a:t>e</a:t>
            </a:r>
            <a:r>
              <a:rPr spc="-25" dirty="0"/>
              <a:t>s</a:t>
            </a:r>
            <a:r>
              <a:rPr spc="-20" dirty="0"/>
              <a:t> </a:t>
            </a:r>
            <a:r>
              <a:rPr spc="-440" dirty="0"/>
              <a:t>d</a:t>
            </a:r>
            <a:r>
              <a:rPr spc="-470" dirty="0"/>
              <a:t>e</a:t>
            </a:r>
            <a:r>
              <a:rPr spc="35" dirty="0"/>
              <a:t> </a:t>
            </a:r>
            <a:r>
              <a:rPr spc="-455" dirty="0"/>
              <a:t>d</a:t>
            </a:r>
            <a:r>
              <a:rPr spc="-434" dirty="0"/>
              <a:t>a</a:t>
            </a:r>
            <a:r>
              <a:rPr spc="-275" dirty="0"/>
              <a:t>t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0" dirty="0"/>
              <a:t>.</a:t>
            </a:r>
          </a:p>
          <a:p>
            <a:pPr marL="492759" indent="-328930">
              <a:lnSpc>
                <a:spcPct val="100000"/>
              </a:lnSpc>
              <a:spcBef>
                <a:spcPts val="715"/>
              </a:spcBef>
              <a:buFont typeface="Century Gothic"/>
              <a:buAutoNum type="arabicPeriod"/>
              <a:tabLst>
                <a:tab pos="493395" algn="l"/>
              </a:tabLst>
            </a:pPr>
            <a:r>
              <a:rPr spc="-180" dirty="0"/>
              <a:t>G</a:t>
            </a:r>
            <a:r>
              <a:rPr spc="-465" dirty="0"/>
              <a:t>e</a:t>
            </a:r>
            <a:r>
              <a:rPr spc="-260" dirty="0"/>
              <a:t>n</a:t>
            </a:r>
            <a:r>
              <a:rPr spc="-300" dirty="0"/>
              <a:t>e</a:t>
            </a:r>
            <a:r>
              <a:rPr spc="-140" dirty="0"/>
              <a:t>r</a:t>
            </a:r>
            <a:r>
              <a:rPr spc="-434" dirty="0"/>
              <a:t>a</a:t>
            </a:r>
            <a:r>
              <a:rPr spc="35" dirty="0"/>
              <a:t>r </a:t>
            </a:r>
            <a:r>
              <a:rPr spc="-85" dirty="0"/>
              <a:t>l</a:t>
            </a:r>
            <a:r>
              <a:rPr spc="-270" dirty="0"/>
              <a:t>a</a:t>
            </a:r>
            <a:r>
              <a:rPr spc="-25" dirty="0"/>
              <a:t>s</a:t>
            </a:r>
            <a:r>
              <a:rPr spc="40" dirty="0"/>
              <a:t> </a:t>
            </a:r>
            <a:r>
              <a:rPr spc="-280" dirty="0"/>
              <a:t>t</a:t>
            </a:r>
            <a:r>
              <a:rPr spc="-420" dirty="0"/>
              <a:t>a</a:t>
            </a:r>
            <a:r>
              <a:rPr spc="-430" dirty="0"/>
              <a:t>b</a:t>
            </a:r>
            <a:r>
              <a:rPr spc="-85" dirty="0"/>
              <a:t>l</a:t>
            </a:r>
            <a:r>
              <a:rPr spc="-254" dirty="0"/>
              <a:t>a</a:t>
            </a:r>
            <a:r>
              <a:rPr spc="-25" dirty="0"/>
              <a:t>s</a:t>
            </a:r>
            <a:r>
              <a:rPr spc="30" dirty="0"/>
              <a:t> </a:t>
            </a:r>
            <a:r>
              <a:rPr spc="-455" dirty="0"/>
              <a:t>d</a:t>
            </a:r>
            <a:r>
              <a:rPr spc="-470" dirty="0"/>
              <a:t>e</a:t>
            </a:r>
            <a:r>
              <a:rPr spc="40" dirty="0"/>
              <a:t> </a:t>
            </a:r>
            <a:r>
              <a:rPr spc="-509" dirty="0"/>
              <a:t>c</a:t>
            </a:r>
            <a:r>
              <a:rPr spc="-535" dirty="0"/>
              <a:t>a</a:t>
            </a:r>
            <a:r>
              <a:rPr spc="-280" dirty="0"/>
              <a:t>t</a:t>
            </a:r>
            <a:r>
              <a:rPr spc="-434" dirty="0"/>
              <a:t>á</a:t>
            </a:r>
            <a:r>
              <a:rPr spc="85" dirty="0"/>
              <a:t>l</a:t>
            </a:r>
            <a:r>
              <a:rPr spc="-295" dirty="0"/>
              <a:t>o</a:t>
            </a:r>
            <a:r>
              <a:rPr spc="-405" dirty="0"/>
              <a:t>g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5" dirty="0"/>
              <a:t> </a:t>
            </a:r>
            <a:r>
              <a:rPr spc="-455" dirty="0"/>
              <a:t>co</a:t>
            </a:r>
            <a:r>
              <a:rPr spc="-515" dirty="0"/>
              <a:t>m</a:t>
            </a:r>
            <a:r>
              <a:rPr spc="-370" dirty="0"/>
              <a:t>p</a:t>
            </a:r>
            <a:r>
              <a:rPr spc="-420" dirty="0"/>
              <a:t>a</a:t>
            </a:r>
            <a:r>
              <a:rPr spc="25" dirty="0"/>
              <a:t>r</a:t>
            </a:r>
            <a:r>
              <a:rPr spc="-275" dirty="0"/>
              <a:t>t</a:t>
            </a:r>
            <a:r>
              <a:rPr spc="-85" dirty="0"/>
              <a:t>i</a:t>
            </a:r>
            <a:r>
              <a:rPr spc="-254" dirty="0"/>
              <a:t>d</a:t>
            </a:r>
            <a:r>
              <a:rPr spc="-295" dirty="0"/>
              <a:t>o</a:t>
            </a:r>
            <a:r>
              <a:rPr spc="-25" dirty="0"/>
              <a:t>s</a:t>
            </a:r>
            <a:r>
              <a:rPr spc="30" dirty="0"/>
              <a:t>.</a:t>
            </a:r>
          </a:p>
        </p:txBody>
      </p:sp>
      <p:sp>
        <p:nvSpPr>
          <p:cNvPr id="6" name="object 6"/>
          <p:cNvSpPr/>
          <p:nvPr/>
        </p:nvSpPr>
        <p:spPr>
          <a:xfrm>
            <a:off x="6437629" y="5513070"/>
            <a:ext cx="886460" cy="454659"/>
          </a:xfrm>
          <a:custGeom>
            <a:avLst/>
            <a:gdLst/>
            <a:ahLst/>
            <a:cxnLst/>
            <a:rect l="l" t="t" r="r" b="b"/>
            <a:pathLst>
              <a:path w="886459" h="454660">
                <a:moveTo>
                  <a:pt x="0" y="454659"/>
                </a:moveTo>
                <a:lnTo>
                  <a:pt x="886459" y="454659"/>
                </a:lnTo>
                <a:lnTo>
                  <a:pt x="886459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6880" y="5560088"/>
            <a:ext cx="689610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30" dirty="0">
                <a:latin typeface="Century Gothic"/>
                <a:cs typeface="Century Gothic"/>
              </a:rPr>
              <a:t>ce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ut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114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380095" cy="4342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1580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3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71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1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9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1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2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10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4400" spc="-78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74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2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90" dirty="0">
                <a:latin typeface="Tahoma"/>
                <a:cs typeface="Tahoma"/>
              </a:rPr>
              <a:t>A</a:t>
            </a:r>
            <a:r>
              <a:rPr sz="3000" b="1" spc="-140" dirty="0">
                <a:latin typeface="Tahoma"/>
                <a:cs typeface="Tahoma"/>
              </a:rPr>
              <a:t>u</a:t>
            </a:r>
            <a:r>
              <a:rPr sz="3000" b="1" spc="-100" dirty="0">
                <a:latin typeface="Tahoma"/>
                <a:cs typeface="Tahoma"/>
              </a:rPr>
              <a:t>t</a:t>
            </a:r>
            <a:r>
              <a:rPr sz="3000" b="1" spc="30" dirty="0">
                <a:latin typeface="Tahoma"/>
                <a:cs typeface="Tahoma"/>
              </a:rPr>
              <a:t>e</a:t>
            </a:r>
            <a:r>
              <a:rPr sz="3000" b="1" spc="25" dirty="0">
                <a:latin typeface="Tahoma"/>
                <a:cs typeface="Tahoma"/>
              </a:rPr>
              <a:t>n</a:t>
            </a:r>
            <a:r>
              <a:rPr sz="3000" b="1" spc="-100" dirty="0">
                <a:latin typeface="Tahoma"/>
                <a:cs typeface="Tahoma"/>
              </a:rPr>
              <a:t>t</a:t>
            </a:r>
            <a:r>
              <a:rPr sz="3000" b="1" spc="-85" dirty="0">
                <a:latin typeface="Tahoma"/>
                <a:cs typeface="Tahoma"/>
              </a:rPr>
              <a:t>i</a:t>
            </a:r>
            <a:r>
              <a:rPr sz="3000" b="1" spc="-25" dirty="0">
                <a:latin typeface="Tahoma"/>
                <a:cs typeface="Tahoma"/>
              </a:rPr>
              <a:t>c</a:t>
            </a:r>
            <a:r>
              <a:rPr sz="3000" b="1" spc="-15" dirty="0">
                <a:latin typeface="Tahoma"/>
                <a:cs typeface="Tahoma"/>
              </a:rPr>
              <a:t>a</a:t>
            </a:r>
            <a:r>
              <a:rPr sz="3000" b="1" spc="-120" dirty="0">
                <a:latin typeface="Tahoma"/>
                <a:cs typeface="Tahoma"/>
              </a:rPr>
              <a:t>c</a:t>
            </a:r>
            <a:r>
              <a:rPr sz="3000" b="1" spc="-75" dirty="0">
                <a:latin typeface="Tahoma"/>
                <a:cs typeface="Tahoma"/>
              </a:rPr>
              <a:t>i</a:t>
            </a:r>
            <a:r>
              <a:rPr sz="3000" b="1" spc="-10" dirty="0">
                <a:latin typeface="Tahoma"/>
                <a:cs typeface="Tahoma"/>
              </a:rPr>
              <a:t>ó</a:t>
            </a:r>
            <a:r>
              <a:rPr sz="3000" b="1" spc="35" dirty="0">
                <a:latin typeface="Tahoma"/>
                <a:cs typeface="Tahoma"/>
              </a:rPr>
              <a:t>n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290" dirty="0">
                <a:latin typeface="Tahoma"/>
                <a:cs typeface="Tahoma"/>
              </a:rPr>
              <a:t>(</a:t>
            </a:r>
            <a:r>
              <a:rPr sz="3000" b="1" spc="90" dirty="0">
                <a:solidFill>
                  <a:srgbClr val="00A700"/>
                </a:solidFill>
                <a:latin typeface="Tahoma"/>
                <a:cs typeface="Tahoma"/>
              </a:rPr>
              <a:t>¿</a:t>
            </a:r>
            <a:r>
              <a:rPr sz="3000" b="1" spc="80" dirty="0">
                <a:solidFill>
                  <a:srgbClr val="00A700"/>
                </a:solidFill>
                <a:latin typeface="Tahoma"/>
                <a:cs typeface="Tahoma"/>
              </a:rPr>
              <a:t>q</a:t>
            </a:r>
            <a:r>
              <a:rPr sz="3000" b="1" spc="-55" dirty="0">
                <a:solidFill>
                  <a:srgbClr val="00A700"/>
                </a:solidFill>
                <a:latin typeface="Tahoma"/>
                <a:cs typeface="Tahoma"/>
              </a:rPr>
              <a:t>u</a:t>
            </a:r>
            <a:r>
              <a:rPr sz="3000" b="1" spc="15" dirty="0">
                <a:solidFill>
                  <a:srgbClr val="00A700"/>
                </a:solidFill>
                <a:latin typeface="Tahoma"/>
                <a:cs typeface="Tahoma"/>
              </a:rPr>
              <a:t>i</a:t>
            </a:r>
            <a:r>
              <a:rPr sz="3000" b="1" spc="20" dirty="0">
                <a:solidFill>
                  <a:srgbClr val="00A700"/>
                </a:solidFill>
                <a:latin typeface="Tahoma"/>
                <a:cs typeface="Tahoma"/>
              </a:rPr>
              <a:t>é</a:t>
            </a:r>
            <a:r>
              <a:rPr sz="3000" b="1" spc="35" dirty="0">
                <a:solidFill>
                  <a:srgbClr val="00A700"/>
                </a:solidFill>
                <a:latin typeface="Tahoma"/>
                <a:cs typeface="Tahoma"/>
              </a:rPr>
              <a:t>n</a:t>
            </a:r>
            <a:r>
              <a:rPr sz="3000" b="1" spc="45" dirty="0">
                <a:solidFill>
                  <a:srgbClr val="00A700"/>
                </a:solidFill>
                <a:latin typeface="Tahoma"/>
                <a:cs typeface="Tahoma"/>
              </a:rPr>
              <a:t> </a:t>
            </a:r>
            <a:r>
              <a:rPr sz="3000" b="1" spc="30" dirty="0">
                <a:solidFill>
                  <a:srgbClr val="00A700"/>
                </a:solidFill>
                <a:latin typeface="Tahoma"/>
                <a:cs typeface="Tahoma"/>
              </a:rPr>
              <a:t>e</a:t>
            </a:r>
            <a:r>
              <a:rPr sz="3000" b="1" spc="15" dirty="0">
                <a:solidFill>
                  <a:srgbClr val="00A700"/>
                </a:solidFill>
                <a:latin typeface="Tahoma"/>
                <a:cs typeface="Tahoma"/>
              </a:rPr>
              <a:t>re</a:t>
            </a:r>
            <a:r>
              <a:rPr sz="3000" b="1" spc="-5" dirty="0">
                <a:solidFill>
                  <a:srgbClr val="00A700"/>
                </a:solidFill>
                <a:latin typeface="Tahoma"/>
                <a:cs typeface="Tahoma"/>
              </a:rPr>
              <a:t>s</a:t>
            </a:r>
            <a:r>
              <a:rPr sz="3000" b="1" spc="15" dirty="0">
                <a:solidFill>
                  <a:srgbClr val="00A700"/>
                </a:solidFill>
                <a:latin typeface="Tahoma"/>
                <a:cs typeface="Tahoma"/>
              </a:rPr>
              <a:t>?</a:t>
            </a:r>
            <a:r>
              <a:rPr sz="3000" b="1" spc="-290" dirty="0">
                <a:latin typeface="Tahoma"/>
                <a:cs typeface="Tahoma"/>
              </a:rPr>
              <a:t>)</a:t>
            </a:r>
            <a:endParaRPr sz="3000">
              <a:latin typeface="Tahoma"/>
              <a:cs typeface="Tahoma"/>
            </a:endParaRPr>
          </a:p>
          <a:p>
            <a:pPr marL="928369" indent="-554990">
              <a:lnSpc>
                <a:spcPct val="100000"/>
              </a:lnSpc>
              <a:spcBef>
                <a:spcPts val="11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490" dirty="0">
                <a:latin typeface="Century Gothic"/>
                <a:cs typeface="Century Gothic"/>
              </a:rPr>
              <a:t>V</a:t>
            </a:r>
            <a:r>
              <a:rPr sz="3000" spc="-44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60" dirty="0">
                <a:latin typeface="Century Gothic"/>
                <a:cs typeface="Century Gothic"/>
              </a:rPr>
              <a:t>ic</a:t>
            </a:r>
            <a:r>
              <a:rPr sz="3000" spc="-405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5" dirty="0">
                <a:latin typeface="Century Gothic"/>
                <a:cs typeface="Century Gothic"/>
              </a:rPr>
              <a:t>x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150" dirty="0">
                <a:latin typeface="Century Gothic"/>
                <a:cs typeface="Century Gothic"/>
              </a:rPr>
              <a:t>_h</a:t>
            </a:r>
            <a:r>
              <a:rPr sz="3000" spc="-430" dirty="0">
                <a:latin typeface="Century Gothic"/>
                <a:cs typeface="Century Gothic"/>
              </a:rPr>
              <a:t>ba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2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16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160" dirty="0">
                <a:latin typeface="Century Gothic"/>
                <a:cs typeface="Century Gothic"/>
              </a:rPr>
              <a:t>(</a:t>
            </a:r>
            <a:r>
              <a:rPr sz="3000" spc="-165" dirty="0">
                <a:latin typeface="Century Gothic"/>
                <a:cs typeface="Century Gothic"/>
              </a:rPr>
              <a:t>s</a:t>
            </a:r>
            <a:r>
              <a:rPr sz="3000" spc="-265" dirty="0">
                <a:latin typeface="Century Gothic"/>
                <a:cs typeface="Century Gothic"/>
              </a:rPr>
              <a:t>y</a:t>
            </a:r>
            <a:r>
              <a:rPr sz="3000" spc="-190" dirty="0">
                <a:latin typeface="Century Gothic"/>
                <a:cs typeface="Century Gothic"/>
              </a:rPr>
              <a:t>s</a:t>
            </a:r>
            <a:r>
              <a:rPr sz="3000" spc="-45" dirty="0">
                <a:latin typeface="Century Gothic"/>
                <a:cs typeface="Century Gothic"/>
              </a:rPr>
              <a:t>/</a:t>
            </a:r>
            <a:r>
              <a:rPr sz="3000" spc="-30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5" dirty="0">
                <a:latin typeface="Century Gothic"/>
                <a:cs typeface="Century Gothic"/>
              </a:rPr>
              <a:t>x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290" dirty="0">
                <a:latin typeface="Century Gothic"/>
                <a:cs typeface="Century Gothic"/>
              </a:rPr>
              <a:t>M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b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373380">
              <a:lnSpc>
                <a:spcPct val="100000"/>
              </a:lnSpc>
              <a:spcBef>
                <a:spcPts val="1110"/>
              </a:spcBef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8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5" dirty="0">
                <a:latin typeface="Century Gothic"/>
                <a:cs typeface="Century Gothic"/>
              </a:rPr>
              <a:t>S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18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d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25" dirty="0">
                <a:latin typeface="Century Gothic"/>
                <a:cs typeface="Century Gothic"/>
              </a:rPr>
              <a:t>..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031480" cy="423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1580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3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71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1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9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1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2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10" dirty="0">
                <a:solidFill>
                  <a:srgbClr val="1B1B1B"/>
                </a:solidFill>
                <a:latin typeface="Century Gothic"/>
                <a:cs typeface="Century Gothic"/>
              </a:rPr>
              <a:t>z</a:t>
            </a:r>
            <a:r>
              <a:rPr sz="4400" spc="-78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74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2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90" dirty="0">
                <a:latin typeface="Tahoma"/>
                <a:cs typeface="Tahoma"/>
              </a:rPr>
              <a:t>A</a:t>
            </a:r>
            <a:r>
              <a:rPr sz="3000" b="1" spc="-140" dirty="0">
                <a:latin typeface="Tahoma"/>
                <a:cs typeface="Tahoma"/>
              </a:rPr>
              <a:t>u</a:t>
            </a:r>
            <a:r>
              <a:rPr sz="3000" b="1" spc="-100" dirty="0">
                <a:latin typeface="Tahoma"/>
                <a:cs typeface="Tahoma"/>
              </a:rPr>
              <a:t>t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25" dirty="0">
                <a:latin typeface="Tahoma"/>
                <a:cs typeface="Tahoma"/>
              </a:rPr>
              <a:t>i</a:t>
            </a:r>
            <a:r>
              <a:rPr sz="3000" b="1" spc="35" dirty="0">
                <a:latin typeface="Tahoma"/>
                <a:cs typeface="Tahoma"/>
              </a:rPr>
              <a:t>z</a:t>
            </a:r>
            <a:r>
              <a:rPr sz="3000" b="1" spc="-5" dirty="0">
                <a:latin typeface="Tahoma"/>
                <a:cs typeface="Tahoma"/>
              </a:rPr>
              <a:t>aci</a:t>
            </a:r>
            <a:r>
              <a:rPr sz="3000" b="1" spc="-15" dirty="0">
                <a:latin typeface="Tahoma"/>
                <a:cs typeface="Tahoma"/>
              </a:rPr>
              <a:t>ó</a:t>
            </a:r>
            <a:r>
              <a:rPr sz="3000" b="1" spc="35" dirty="0">
                <a:latin typeface="Tahoma"/>
                <a:cs typeface="Tahoma"/>
              </a:rPr>
              <a:t>n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290" dirty="0">
                <a:latin typeface="Tahoma"/>
                <a:cs typeface="Tahoma"/>
              </a:rPr>
              <a:t>(</a:t>
            </a:r>
            <a:r>
              <a:rPr sz="3000" b="1" spc="90" dirty="0">
                <a:solidFill>
                  <a:srgbClr val="00A700"/>
                </a:solidFill>
                <a:latin typeface="Tahoma"/>
                <a:cs typeface="Tahoma"/>
              </a:rPr>
              <a:t>¿</a:t>
            </a:r>
            <a:r>
              <a:rPr sz="3000" b="1" spc="10" dirty="0">
                <a:solidFill>
                  <a:srgbClr val="00A700"/>
                </a:solidFill>
                <a:latin typeface="Tahoma"/>
                <a:cs typeface="Tahoma"/>
              </a:rPr>
              <a:t>q</a:t>
            </a:r>
            <a:r>
              <a:rPr sz="3000" b="1" dirty="0">
                <a:solidFill>
                  <a:srgbClr val="00A700"/>
                </a:solidFill>
                <a:latin typeface="Tahoma"/>
                <a:cs typeface="Tahoma"/>
              </a:rPr>
              <a:t>u</a:t>
            </a:r>
            <a:r>
              <a:rPr sz="3000" b="1" spc="35" dirty="0">
                <a:solidFill>
                  <a:srgbClr val="00A700"/>
                </a:solidFill>
                <a:latin typeface="Tahoma"/>
                <a:cs typeface="Tahoma"/>
              </a:rPr>
              <a:t>é</a:t>
            </a:r>
            <a:r>
              <a:rPr sz="3000" b="1" spc="50" dirty="0">
                <a:solidFill>
                  <a:srgbClr val="00A700"/>
                </a:solidFill>
                <a:latin typeface="Tahoma"/>
                <a:cs typeface="Tahoma"/>
              </a:rPr>
              <a:t> </a:t>
            </a:r>
            <a:r>
              <a:rPr sz="3000" b="1" spc="10" dirty="0">
                <a:solidFill>
                  <a:srgbClr val="00A700"/>
                </a:solidFill>
                <a:latin typeface="Tahoma"/>
                <a:cs typeface="Tahoma"/>
              </a:rPr>
              <a:t>p</a:t>
            </a:r>
            <a:r>
              <a:rPr sz="3000" b="1" dirty="0">
                <a:solidFill>
                  <a:srgbClr val="00A700"/>
                </a:solidFill>
                <a:latin typeface="Tahoma"/>
                <a:cs typeface="Tahoma"/>
              </a:rPr>
              <a:t>u</a:t>
            </a:r>
            <a:r>
              <a:rPr sz="3000" b="1" spc="20" dirty="0">
                <a:solidFill>
                  <a:srgbClr val="00A700"/>
                </a:solidFill>
                <a:latin typeface="Tahoma"/>
                <a:cs typeface="Tahoma"/>
              </a:rPr>
              <a:t>e</a:t>
            </a:r>
            <a:r>
              <a:rPr sz="3000" b="1" spc="-5" dirty="0">
                <a:solidFill>
                  <a:srgbClr val="00A700"/>
                </a:solidFill>
                <a:latin typeface="Tahoma"/>
                <a:cs typeface="Tahoma"/>
              </a:rPr>
              <a:t>de</a:t>
            </a:r>
            <a:r>
              <a:rPr sz="3000" b="1" dirty="0">
                <a:solidFill>
                  <a:srgbClr val="00A700"/>
                </a:solidFill>
                <a:latin typeface="Tahoma"/>
                <a:cs typeface="Tahoma"/>
              </a:rPr>
              <a:t>s</a:t>
            </a:r>
            <a:r>
              <a:rPr sz="3000" b="1" spc="50" dirty="0">
                <a:solidFill>
                  <a:srgbClr val="00A700"/>
                </a:solidFill>
                <a:latin typeface="Tahoma"/>
                <a:cs typeface="Tahoma"/>
              </a:rPr>
              <a:t> </a:t>
            </a:r>
            <a:r>
              <a:rPr sz="3000" b="1" spc="25" dirty="0">
                <a:solidFill>
                  <a:srgbClr val="00A700"/>
                </a:solidFill>
                <a:latin typeface="Tahoma"/>
                <a:cs typeface="Tahoma"/>
              </a:rPr>
              <a:t>h</a:t>
            </a:r>
            <a:r>
              <a:rPr sz="3000" b="1" spc="10" dirty="0">
                <a:solidFill>
                  <a:srgbClr val="00A700"/>
                </a:solidFill>
                <a:latin typeface="Tahoma"/>
                <a:cs typeface="Tahoma"/>
              </a:rPr>
              <a:t>ace</a:t>
            </a:r>
            <a:r>
              <a:rPr sz="3000" b="1" spc="-10" dirty="0">
                <a:solidFill>
                  <a:srgbClr val="00A700"/>
                </a:solidFill>
                <a:latin typeface="Tahoma"/>
                <a:cs typeface="Tahoma"/>
              </a:rPr>
              <a:t>r</a:t>
            </a:r>
            <a:r>
              <a:rPr sz="3000" b="1" spc="100" dirty="0">
                <a:solidFill>
                  <a:srgbClr val="00A700"/>
                </a:solidFill>
                <a:latin typeface="Tahoma"/>
                <a:cs typeface="Tahoma"/>
              </a:rPr>
              <a:t>?</a:t>
            </a:r>
            <a:r>
              <a:rPr sz="3000" b="1" spc="-290" dirty="0">
                <a:latin typeface="Tahoma"/>
                <a:cs typeface="Tahoma"/>
              </a:rPr>
              <a:t>)</a:t>
            </a:r>
            <a:endParaRPr sz="3000">
              <a:latin typeface="Tahoma"/>
              <a:cs typeface="Tahoma"/>
            </a:endParaRPr>
          </a:p>
          <a:p>
            <a:pPr marL="928369" indent="-554990">
              <a:lnSpc>
                <a:spcPct val="100000"/>
              </a:lnSpc>
              <a:spcBef>
                <a:spcPts val="11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229" dirty="0">
                <a:latin typeface="Century Gothic"/>
                <a:cs typeface="Century Gothic"/>
              </a:rPr>
              <a:t>B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165" dirty="0">
                <a:latin typeface="Century Gothic"/>
                <a:cs typeface="Century Gothic"/>
              </a:rPr>
              <a:t>f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4" dirty="0">
                <a:latin typeface="Century Gothic"/>
                <a:cs typeface="Century Gothic"/>
              </a:rPr>
              <a:t>/</a:t>
            </a:r>
            <a:r>
              <a:rPr sz="3000" spc="-290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" dirty="0">
                <a:latin typeface="Century Gothic"/>
                <a:cs typeface="Century Gothic"/>
              </a:rPr>
              <a:t>/</a:t>
            </a:r>
            <a:r>
              <a:rPr sz="3000" spc="-30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  <a:p>
            <a:pPr marL="1021080" marR="5080">
              <a:lnSpc>
                <a:spcPts val="3579"/>
              </a:lnSpc>
              <a:spcBef>
                <a:spcPts val="1255"/>
              </a:spcBef>
            </a:pP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235" dirty="0">
                <a:latin typeface="Century Gothic"/>
                <a:cs typeface="Century Gothic"/>
              </a:rPr>
              <a:t>“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180" dirty="0">
                <a:latin typeface="Century Gothic"/>
                <a:cs typeface="Century Gothic"/>
              </a:rPr>
              <a:t>G</a:t>
            </a:r>
            <a:r>
              <a:rPr sz="3000" spc="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N</a:t>
            </a:r>
            <a:r>
              <a:rPr sz="3000" spc="-180" dirty="0">
                <a:latin typeface="Century Gothic"/>
                <a:cs typeface="Century Gothic"/>
              </a:rPr>
              <a:t>”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705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360" dirty="0">
                <a:latin typeface="Century Gothic"/>
                <a:cs typeface="Century Gothic"/>
              </a:rPr>
              <a:t>P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360" dirty="0">
                <a:latin typeface="Century Gothic"/>
                <a:cs typeface="Century Gothic"/>
              </a:rPr>
              <a:t>u</a:t>
            </a:r>
            <a:r>
              <a:rPr sz="3000" spc="-310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165" dirty="0">
                <a:latin typeface="Century Gothic"/>
                <a:cs typeface="Century Gothic"/>
              </a:rPr>
              <a:t>n</a:t>
            </a:r>
            <a:r>
              <a:rPr sz="3000" spc="-225" dirty="0">
                <a:latin typeface="Century Gothic"/>
                <a:cs typeface="Century Gothic"/>
              </a:rPr>
              <a:t>cl</a:t>
            </a:r>
            <a:r>
              <a:rPr sz="3000" spc="-310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0" dirty="0">
                <a:latin typeface="Century Gothic"/>
                <a:cs typeface="Century Gothic"/>
              </a:rPr>
              <a:t>e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336280" cy="532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4860">
              <a:lnSpc>
                <a:spcPct val="100000"/>
              </a:lnSpc>
            </a:pPr>
            <a:r>
              <a:rPr sz="4400" spc="-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65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10" dirty="0">
                <a:solidFill>
                  <a:srgbClr val="1B1B1B"/>
                </a:solidFill>
                <a:latin typeface="Century Gothic"/>
                <a:cs typeface="Century Gothic"/>
              </a:rPr>
              <a:t>tos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ts val="3570"/>
              </a:lnSpc>
              <a:spcBef>
                <a:spcPts val="3410"/>
              </a:spcBef>
            </a:pPr>
            <a:r>
              <a:rPr sz="3000" spc="10" dirty="0">
                <a:latin typeface="Century Gothic"/>
                <a:cs typeface="Century Gothic"/>
              </a:rPr>
              <a:t>N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85" dirty="0">
                <a:latin typeface="Century Gothic"/>
                <a:cs typeface="Century Gothic"/>
              </a:rPr>
              <a:t>e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85" dirty="0">
                <a:latin typeface="Century Gothic"/>
                <a:cs typeface="Century Gothic"/>
              </a:rPr>
              <a:t>í</a:t>
            </a:r>
            <a:r>
              <a:rPr sz="3000" spc="-254" dirty="0">
                <a:latin typeface="Century Gothic"/>
                <a:cs typeface="Century Gothic"/>
              </a:rPr>
              <a:t>p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5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1005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70" dirty="0">
                <a:latin typeface="Century Gothic"/>
                <a:cs typeface="Century Gothic"/>
              </a:rPr>
              <a:t>E</a:t>
            </a:r>
            <a:r>
              <a:rPr sz="3000" spc="-40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33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80" dirty="0">
                <a:latin typeface="Century Gothic"/>
                <a:cs typeface="Century Gothic"/>
              </a:rPr>
              <a:t>u</a:t>
            </a:r>
            <a:r>
              <a:rPr sz="3000" spc="-420" dirty="0">
                <a:latin typeface="Century Gothic"/>
                <a:cs typeface="Century Gothic"/>
              </a:rPr>
              <a:t>m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bá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5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85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19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125" dirty="0">
                <a:latin typeface="Century Gothic"/>
                <a:cs typeface="Century Gothic"/>
              </a:rPr>
              <a:t>Pr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95" dirty="0">
                <a:latin typeface="Century Gothic"/>
                <a:cs typeface="Century Gothic"/>
              </a:rPr>
              <a:t>i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45" dirty="0">
                <a:latin typeface="Century Gothic"/>
                <a:cs typeface="Century Gothic"/>
              </a:rPr>
              <a:t>n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20" dirty="0">
                <a:latin typeface="Century Gothic"/>
                <a:cs typeface="Century Gothic"/>
              </a:rPr>
              <a:t>cci</a:t>
            </a:r>
            <a:r>
              <a:rPr sz="3000" spc="-41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7403465" cy="3743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4860">
              <a:lnSpc>
                <a:spcPct val="100000"/>
              </a:lnSpc>
            </a:pPr>
            <a:r>
              <a:rPr sz="4400" spc="-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65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10" dirty="0">
                <a:solidFill>
                  <a:srgbClr val="1B1B1B"/>
                </a:solidFill>
                <a:latin typeface="Century Gothic"/>
                <a:cs typeface="Century Gothic"/>
              </a:rPr>
              <a:t>tos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14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b</a:t>
            </a:r>
            <a:r>
              <a:rPr sz="3000" spc="-95" dirty="0">
                <a:latin typeface="Century Gothic"/>
                <a:cs typeface="Century Gothic"/>
              </a:rPr>
              <a:t>i</a:t>
            </a:r>
            <a:r>
              <a:rPr sz="3000" spc="-290" dirty="0">
                <a:latin typeface="Century Gothic"/>
                <a:cs typeface="Century Gothic"/>
              </a:rPr>
              <a:t>é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í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112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(</a:t>
            </a:r>
            <a:r>
              <a:rPr sz="3000" spc="-120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e</a:t>
            </a:r>
            <a:r>
              <a:rPr sz="3000" spc="-430" dirty="0">
                <a:latin typeface="Century Gothic"/>
                <a:cs typeface="Century Gothic"/>
              </a:rPr>
              <a:t>g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4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19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65" dirty="0">
                <a:latin typeface="Century Gothic"/>
                <a:cs typeface="Century Gothic"/>
              </a:rPr>
              <a:t>y</a:t>
            </a:r>
            <a:r>
              <a:rPr sz="3000" spc="-190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bá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270" dirty="0">
                <a:latin typeface="Century Gothic"/>
                <a:cs typeface="Century Gothic"/>
              </a:rPr>
              <a:t>L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95" dirty="0">
                <a:latin typeface="Century Gothic"/>
                <a:cs typeface="Century Gothic"/>
              </a:rPr>
              <a:t>ce</a:t>
            </a:r>
            <a:r>
              <a:rPr sz="3000" spc="-500" dirty="0">
                <a:latin typeface="Century Gothic"/>
                <a:cs typeface="Century Gothic"/>
              </a:rPr>
              <a:t>d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135" dirty="0">
                <a:latin typeface="Century Gothic"/>
                <a:cs typeface="Century Gothic"/>
              </a:rPr>
              <a:t>ú</a:t>
            </a:r>
            <a:r>
              <a:rPr sz="3000" spc="-40" dirty="0">
                <a:latin typeface="Century Gothic"/>
                <a:cs typeface="Century Gothic"/>
              </a:rPr>
              <a:t>l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185" dirty="0">
                <a:latin typeface="Century Gothic"/>
                <a:cs typeface="Century Gothic"/>
              </a:rPr>
              <a:t>E</a:t>
            </a:r>
            <a:r>
              <a:rPr sz="3000" spc="-155" dirty="0">
                <a:latin typeface="Century Gothic"/>
                <a:cs typeface="Century Gothic"/>
              </a:rPr>
              <a:t>x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889365" cy="5287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3175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4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ce</a:t>
            </a:r>
            <a:r>
              <a:rPr sz="4400" spc="-61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5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42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endParaRPr sz="4400">
              <a:latin typeface="Century Gothic"/>
              <a:cs typeface="Century Gothic"/>
            </a:endParaRPr>
          </a:p>
          <a:p>
            <a:pPr marL="12700" marR="934085">
              <a:lnSpc>
                <a:spcPts val="3570"/>
              </a:lnSpc>
              <a:spcBef>
                <a:spcPts val="3410"/>
              </a:spcBef>
            </a:pP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C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110" dirty="0">
                <a:latin typeface="Century Gothic"/>
                <a:cs typeface="Century Gothic"/>
              </a:rPr>
              <a:t>U</a:t>
            </a:r>
            <a:r>
              <a:rPr sz="3000" spc="10" dirty="0">
                <a:latin typeface="Century Gothic"/>
                <a:cs typeface="Century Gothic"/>
              </a:rPr>
              <a:t>S</a:t>
            </a:r>
            <a:r>
              <a:rPr sz="3000" spc="210" dirty="0">
                <a:latin typeface="Century Gothic"/>
                <a:cs typeface="Century Gothic"/>
              </a:rPr>
              <a:t>T</a:t>
            </a:r>
            <a:r>
              <a:rPr sz="3000" spc="-70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6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ú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40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1005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40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65" dirty="0">
                <a:latin typeface="Century Gothic"/>
                <a:cs typeface="Century Gothic"/>
              </a:rPr>
              <a:t>f</a:t>
            </a:r>
            <a:r>
              <a:rPr sz="3000" spc="-300" dirty="0">
                <a:latin typeface="Century Gothic"/>
                <a:cs typeface="Century Gothic"/>
              </a:rPr>
              <a:t>e</a:t>
            </a:r>
            <a:r>
              <a:rPr sz="3000" spc="-140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105" dirty="0">
                <a:latin typeface="Century Gothic"/>
                <a:cs typeface="Century Gothic"/>
              </a:rPr>
              <a:t> </a:t>
            </a:r>
            <a:r>
              <a:rPr sz="3000" spc="90" dirty="0">
                <a:latin typeface="Century Gothic"/>
                <a:cs typeface="Century Gothic"/>
              </a:rPr>
              <a:t>$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170" dirty="0">
                <a:latin typeface="Century Gothic"/>
                <a:cs typeface="Century Gothic"/>
              </a:rPr>
              <a:t>G</a:t>
            </a:r>
            <a:r>
              <a:rPr sz="3000" spc="-14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210" dirty="0">
                <a:latin typeface="Century Gothic"/>
                <a:cs typeface="Century Gothic"/>
              </a:rPr>
              <a:t>T</a:t>
            </a:r>
            <a:r>
              <a:rPr sz="3000" spc="-395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200" dirty="0">
                <a:latin typeface="Century Gothic"/>
                <a:cs typeface="Century Gothic"/>
              </a:rPr>
              <a:t>L</a:t>
            </a:r>
            <a:r>
              <a:rPr sz="3000" spc="-28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6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2"/>
              </a:spcBef>
              <a:buFont typeface="Wingdings"/>
              <a:buChar char=""/>
            </a:pP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10" dirty="0">
                <a:latin typeface="Century Gothic"/>
                <a:cs typeface="Century Gothic"/>
              </a:rPr>
              <a:t>S</a:t>
            </a:r>
            <a:r>
              <a:rPr sz="3000" spc="-70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145" dirty="0">
                <a:latin typeface="Century Gothic"/>
                <a:cs typeface="Century Gothic"/>
              </a:rPr>
              <a:t>D</a:t>
            </a:r>
            <a:r>
              <a:rPr sz="3000" spc="-85" dirty="0">
                <a:latin typeface="Century Gothic"/>
                <a:cs typeface="Century Gothic"/>
              </a:rPr>
              <a:t>E</a:t>
            </a:r>
            <a:r>
              <a:rPr sz="3000" spc="60" dirty="0">
                <a:latin typeface="Century Gothic"/>
                <a:cs typeface="Century Gothic"/>
              </a:rPr>
              <a:t> </a:t>
            </a:r>
            <a:r>
              <a:rPr sz="3000" spc="-14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210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O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112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30" dirty="0">
                <a:latin typeface="Century Gothic"/>
                <a:cs typeface="Century Gothic"/>
              </a:rPr>
              <a:t>$P</a:t>
            </a:r>
            <a:r>
              <a:rPr sz="3000" spc="-180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30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0" dirty="0">
                <a:latin typeface="Century Gothic"/>
                <a:cs typeface="Century Gothic"/>
              </a:rPr>
              <a:t>/.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60" dirty="0">
                <a:latin typeface="Century Gothic"/>
                <a:cs typeface="Century Gothic"/>
              </a:rPr>
              <a:t>u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35" dirty="0">
                <a:latin typeface="Century Gothic"/>
                <a:cs typeface="Century Gothic"/>
              </a:rPr>
              <a:t>I</a:t>
            </a:r>
            <a:r>
              <a:rPr sz="3000" spc="-90" dirty="0">
                <a:latin typeface="Century Gothic"/>
                <a:cs typeface="Century Gothic"/>
              </a:rPr>
              <a:t>D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ú</a:t>
            </a:r>
            <a:r>
              <a:rPr sz="3000" spc="-42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401685" cy="409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3175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4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ce</a:t>
            </a:r>
            <a:r>
              <a:rPr sz="4400" spc="-61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5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42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21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5" dirty="0">
                <a:latin typeface="Century Gothic"/>
                <a:cs typeface="Century Gothic"/>
              </a:rPr>
              <a:t>B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6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á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2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373380">
              <a:lnSpc>
                <a:spcPct val="100000"/>
              </a:lnSpc>
              <a:spcBef>
                <a:spcPts val="112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60" dirty="0">
                <a:latin typeface="Century Gothic"/>
                <a:cs typeface="Century Gothic"/>
              </a:rPr>
              <a:t>u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35" dirty="0">
                <a:latin typeface="Century Gothic"/>
                <a:cs typeface="Century Gothic"/>
              </a:rPr>
              <a:t>I</a:t>
            </a:r>
            <a:r>
              <a:rPr sz="3000" spc="-7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373380" marR="283845">
              <a:lnSpc>
                <a:spcPts val="3579"/>
              </a:lnSpc>
              <a:spcBef>
                <a:spcPts val="955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170" dirty="0">
                <a:latin typeface="Century Gothic"/>
                <a:cs typeface="Century Gothic"/>
              </a:rPr>
              <a:t>E</a:t>
            </a:r>
            <a:r>
              <a:rPr sz="3000" spc="-18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1</a:t>
            </a:r>
            <a:r>
              <a:rPr sz="3000" spc="-75" dirty="0">
                <a:latin typeface="Century Gothic"/>
                <a:cs typeface="Century Gothic"/>
              </a:rPr>
              <a:t>G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90" dirty="0">
                <a:latin typeface="Century Gothic"/>
                <a:cs typeface="Century Gothic"/>
              </a:rPr>
              <a:t>j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00" dirty="0">
                <a:latin typeface="Century Gothic"/>
                <a:cs typeface="Century Gothic"/>
              </a:rPr>
              <a:t> n</a:t>
            </a:r>
            <a:r>
              <a:rPr sz="3000" spc="-280" dirty="0">
                <a:latin typeface="Century Gothic"/>
                <a:cs typeface="Century Gothic"/>
              </a:rPr>
              <a:t>u</a:t>
            </a:r>
            <a:r>
              <a:rPr sz="3000" spc="-42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é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50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373380" marR="453390">
              <a:lnSpc>
                <a:spcPts val="3579"/>
              </a:lnSpc>
              <a:spcBef>
                <a:spcPts val="85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335" dirty="0">
                <a:latin typeface="Century Gothic"/>
                <a:cs typeface="Century Gothic"/>
              </a:rPr>
              <a:t>Pue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2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00" dirty="0">
                <a:latin typeface="Century Gothic"/>
                <a:cs typeface="Century Gothic"/>
              </a:rPr>
              <a:t>u</a:t>
            </a:r>
            <a:r>
              <a:rPr sz="3000" spc="-229" dirty="0">
                <a:latin typeface="Century Gothic"/>
                <a:cs typeface="Century Gothic"/>
              </a:rPr>
              <a:t>x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(</a:t>
            </a:r>
            <a:r>
              <a:rPr sz="3000" spc="-220" dirty="0">
                <a:latin typeface="Century Gothic"/>
                <a:cs typeface="Century Gothic"/>
              </a:rPr>
              <a:t>f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45" dirty="0">
                <a:latin typeface="Century Gothic"/>
                <a:cs typeface="Century Gothic"/>
              </a:rPr>
              <a:t>m</a:t>
            </a:r>
            <a:r>
              <a:rPr sz="3000" spc="-100" dirty="0">
                <a:latin typeface="Century Gothic"/>
                <a:cs typeface="Century Gothic"/>
              </a:rPr>
              <a:t>,</a:t>
            </a:r>
            <a:r>
              <a:rPr sz="3000" spc="-325" dirty="0">
                <a:latin typeface="Century Gothic"/>
                <a:cs typeface="Century Gothic"/>
              </a:rPr>
              <a:t>v</a:t>
            </a:r>
            <a:r>
              <a:rPr sz="3000" spc="-530" dirty="0">
                <a:latin typeface="Century Gothic"/>
                <a:cs typeface="Century Gothic"/>
              </a:rPr>
              <a:t>m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7164705" cy="3743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3175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4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ce</a:t>
            </a:r>
            <a:r>
              <a:rPr sz="4400" spc="-61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5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425" dirty="0">
                <a:solidFill>
                  <a:srgbClr val="1B1B1B"/>
                </a:solidFill>
                <a:latin typeface="Century Gothic"/>
                <a:cs typeface="Century Gothic"/>
              </a:rPr>
              <a:t>to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35" dirty="0">
                <a:latin typeface="Century Gothic"/>
                <a:cs typeface="Century Gothic"/>
              </a:rPr>
              <a:t>“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80" dirty="0">
                <a:latin typeface="Century Gothic"/>
                <a:cs typeface="Century Gothic"/>
              </a:rPr>
              <a:t>”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112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35" dirty="0">
                <a:latin typeface="Century Gothic"/>
                <a:cs typeface="Century Gothic"/>
              </a:rPr>
              <a:t>_</a:t>
            </a:r>
            <a:r>
              <a:rPr sz="3000" spc="-125" dirty="0">
                <a:latin typeface="Century Gothic"/>
                <a:cs typeface="Century Gothic"/>
              </a:rPr>
              <a:t>x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345" dirty="0">
                <a:latin typeface="Century Gothic"/>
                <a:cs typeface="Century Gothic"/>
              </a:rPr>
              <a:t>_wa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10" dirty="0">
                <a:latin typeface="Century Gothic"/>
                <a:cs typeface="Century Gothic"/>
              </a:rPr>
              <a:t>(P</a:t>
            </a:r>
            <a:r>
              <a:rPr sz="3000" spc="-370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75" dirty="0">
                <a:latin typeface="Century Gothic"/>
                <a:cs typeface="Century Gothic"/>
              </a:rPr>
              <a:t>10</a:t>
            </a:r>
            <a:r>
              <a:rPr sz="3000" spc="-45" dirty="0">
                <a:latin typeface="Century Gothic"/>
                <a:cs typeface="Century Gothic"/>
              </a:rPr>
              <a:t>)</a:t>
            </a:r>
            <a:r>
              <a:rPr sz="3000" spc="70" dirty="0">
                <a:latin typeface="Century Gothic"/>
                <a:cs typeface="Century Gothic"/>
              </a:rPr>
              <a:t> </a:t>
            </a:r>
            <a:r>
              <a:rPr sz="3000" spc="195" dirty="0">
                <a:latin typeface="Segoe UI"/>
                <a:cs typeface="Segoe UI"/>
              </a:rPr>
              <a:t>→</a:t>
            </a:r>
            <a:r>
              <a:rPr sz="3000" spc="-204" dirty="0">
                <a:latin typeface="Century Gothic"/>
                <a:cs typeface="Century Gothic"/>
              </a:rPr>
              <a:t>W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9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19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80" dirty="0">
                <a:latin typeface="Century Gothic"/>
                <a:cs typeface="Century Gothic"/>
              </a:rPr>
              <a:t>_cl</a:t>
            </a:r>
            <a:r>
              <a:rPr sz="3000" spc="-26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35" dirty="0">
                <a:latin typeface="Century Gothic"/>
                <a:cs typeface="Century Gothic"/>
              </a:rPr>
              <a:t>_</a:t>
            </a:r>
            <a:r>
              <a:rPr sz="3000" spc="-125" dirty="0">
                <a:latin typeface="Century Gothic"/>
                <a:cs typeface="Century Gothic"/>
              </a:rPr>
              <a:t>x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210" dirty="0">
                <a:latin typeface="Century Gothic"/>
                <a:cs typeface="Century Gothic"/>
              </a:rPr>
              <a:t>(P</a:t>
            </a:r>
            <a:r>
              <a:rPr sz="3000" spc="-370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75" dirty="0">
                <a:latin typeface="Century Gothic"/>
                <a:cs typeface="Century Gothic"/>
              </a:rPr>
              <a:t>10</a:t>
            </a:r>
            <a:r>
              <a:rPr sz="3000" spc="-45" dirty="0">
                <a:latin typeface="Century Gothic"/>
                <a:cs typeface="Century Gothic"/>
              </a:rPr>
              <a:t>)</a:t>
            </a:r>
            <a:r>
              <a:rPr sz="3000" spc="70" dirty="0">
                <a:latin typeface="Century Gothic"/>
                <a:cs typeface="Century Gothic"/>
              </a:rPr>
              <a:t> </a:t>
            </a:r>
            <a:r>
              <a:rPr sz="3000" spc="195" dirty="0">
                <a:latin typeface="Segoe UI"/>
                <a:cs typeface="Segoe UI"/>
              </a:rPr>
              <a:t>→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125" dirty="0">
                <a:latin typeface="Century Gothic"/>
                <a:cs typeface="Century Gothic"/>
              </a:rPr>
              <a:t>t</a:t>
            </a:r>
            <a:r>
              <a:rPr sz="3000" spc="4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60" dirty="0">
                <a:latin typeface="Century Gothic"/>
                <a:cs typeface="Century Gothic"/>
              </a:rPr>
              <a:t>_</a:t>
            </a:r>
            <a:r>
              <a:rPr sz="3000" spc="2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225" dirty="0">
                <a:latin typeface="Segoe UI"/>
                <a:cs typeface="Segoe UI"/>
              </a:rPr>
              <a:t>→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928369" indent="-55499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928369" algn="l"/>
              </a:tabLst>
            </a:pP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225" dirty="0">
                <a:latin typeface="Segoe UI"/>
                <a:cs typeface="Segoe UI"/>
              </a:rPr>
              <a:t>→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" dirty="0">
                <a:latin typeface="Century Gothic"/>
                <a:cs typeface="Century Gothic"/>
              </a:rPr>
              <a:t>/</a:t>
            </a:r>
            <a:r>
              <a:rPr sz="3000" spc="-30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25" dirty="0">
                <a:latin typeface="Century Gothic"/>
                <a:cs typeface="Century Gothic"/>
              </a:rPr>
              <a:t>.</a:t>
            </a:r>
            <a:r>
              <a:rPr sz="3000" spc="30" dirty="0">
                <a:latin typeface="Century Gothic"/>
                <a:cs typeface="Century Gothic"/>
              </a:rPr>
              <a:t>..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1006</Words>
  <Application>Microsoft Office PowerPoint</Application>
  <PresentationFormat>Personalizado</PresentationFormat>
  <Paragraphs>164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MS Gothic</vt:lpstr>
      <vt:lpstr>Calibri</vt:lpstr>
      <vt:lpstr>Century Gothic</vt:lpstr>
      <vt:lpstr>Segoe UI</vt:lpstr>
      <vt:lpstr>Tahoma</vt:lpstr>
      <vt:lpstr>Times New Roman</vt:lpstr>
      <vt:lpstr>Wingdings</vt:lpstr>
      <vt:lpstr>Office Theme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PostgreSQL</dc:title>
  <cp:lastModifiedBy>Monica</cp:lastModifiedBy>
  <cp:revision>1</cp:revision>
  <dcterms:created xsi:type="dcterms:W3CDTF">2020-09-21T19:30:35Z</dcterms:created>
  <dcterms:modified xsi:type="dcterms:W3CDTF">2020-09-21T17:31:02Z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2018-03-26T00:00:00Z</vt:filetime>
  </property>
  <property fmtid="{D5CDD505-2E9C-101B-9397-08002B2CF9AE}" pid="3" name="LastSaved">
    <vt:filetime>2020-09-21T00:00:00Z</vt:filetime>
  </property>
</Properties>
</file>